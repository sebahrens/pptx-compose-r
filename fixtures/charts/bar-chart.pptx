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barChart>
        <c:barDir val="col"/>
        <c:grouping val="clustered"/>
      </c:barChart>
    </c:plotArea>
  </c:chart>
</c:chartSpace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chart" Target="../charts/char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14400" y="457200"/>
            <a:ext cx="7315200" cy="914400"/>
          </a:xfrm>
        </p:spPr>
        <p:txBody>
          <a:bodyPr/>
          <a:lstStyle/>
          <a:p>
            <a:r>
              <a:rPr lang="en-US"/>
              <a:t>Chart fixture</a:t>
            </a:r>
          </a:p>
        </p:txBody>
      </p:sp>
      <p:graphicFrame>
        <p:nvGraphicFramePr>
          <p:cNvPr id="4" name="Fixture chart"/>
          <p:cNvGraphicFramePr/>
          <p:nvPr/>
        </p:nvGraphicFramePr>
        <p:xfrm>
          <a:off x="3200400" y="1371600"/>
          <a:ext cx="2743200" cy="1828800"/>
        </p:xfrm>
        <a:graphic>
          <a:graphicData uri="http://schemas.openxmlformats.org/drawingml/2006/chart">
            <c:chart r:id="rId2"/>
          </a:graphicData>
        </a:graphic>
      </p:graphicFrame>
    </p:spTree>
  </p:cSld>
</p:sld>
</file>

<file path=docProps/app.xml><?xml version="1.0" encoding="utf-8"?>
<Properties xmlns="http://schemas.openxmlformats.org/officeDocument/2006/extended-properties" xmlns:vt="http://schemas.openxmlformats.org/officeDocument/2006/docPropsVTypes">
  <Application>Fixture chart deck</Application>
</Properties>
</file>

<file path=docProps/core.xml><?xml version="1.0" encoding="utf-8"?>
<cp:coreProperties xmlns:cp="http://schemas.openxmlformats.org/package/2006/metadata/core-properties" xmlns:dc="http://purl.org/dc/elements/1.1/">
  <dc:title>pptx-compose Fixture chart deck fixture</dc:title>
  <dc:creator>pptx-compose fixture corpus</dc:creator>
</cp:coreProperties>
</file>