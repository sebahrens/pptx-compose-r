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grouping val="clustered"/>
      </c:barChart>
    </c:plotArea>
  </c:chart>
</c:chartSpace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oleObject" Target="../embeddings/oleObject1.bin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PowerPoint media chart embedded fixture</a:t>
            </a:r>
          </a:p>
        </p:txBody>
      </p:sp>
      <p:pic>
        <p:nvPicPr>
          <p:cNvPr id="3" name="Fixture image" descr="Fixture media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  <p:graphicFrame>
        <p:nvGraphicFramePr>
          <p:cNvPr id="4" name="Fixture chart"/>
          <p:cNvGraphicFramePr/>
          <p:nvPr/>
        </p:nvGraphicFramePr>
        <p:xfrm>
          <a:off x="3200400" y="1371600"/>
          <a:ext cx="2743200" cy="18288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id="5" name="Fixture embedded object"/>
          <p:cNvGraphicFramePr/>
          <p:nvPr/>
        </p:nvGraphicFramePr>
        <p:xfrm>
          <a:off x="914400" y="2743200"/>
          <a:ext cx="1828800" cy="914400"/>
        </p:xfrm>
        <a:graphic>
          <a:graphicData uri="http://schemas.openxmlformats.org/presentationml/2006/ole">
            <p:oleObj r:id="rId3" progId="Package" name="Fixture object"/>
          </a:graphicData>
        </a:graphic>
      </p:graphicFrame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</Properties>
</file>

<file path=docProps/core.xml><?xml version="1.0" encoding="utf-8"?>
<cp:coreProperties xmlns:cp="http://schemas.openxmlformats.org/package/2006/metadata/core-properties" xmlns:dc="http://purl.org/dc/elements/1.1/">
  <dc:title>pptx-compose Microsoft PowerPoint fixture</dc:title>
  <dc:creator>pptx-compose fixture corpus</dc:creator>
</cp:coreProperties>
</file>