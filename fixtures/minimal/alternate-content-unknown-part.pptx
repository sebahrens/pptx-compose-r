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customXml/item1.xml" ContentType="application/vnd.example.custom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example.invalid/relationships/custom-data" Target="../customXml/item1.xml"/>
</Relationships>
</file>

<file path=ppt/slides/slide1.xml><?xml version="1.0" encoding="utf-8"?>
<p:sld xmlns:p="http://schemas.openxmlformats.org/presentationml/2006/main" xmlns:a="http://schemas.openxmlformats.org/drawingml/2006/main" xmlns:mc="http://schemas.openxmlformats.org/markup-compatibility/2006" xmlns:cx="http://schemas.example.invalid/custom" mc:Ignorable="c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>
        <mc:Choice Requires="cx">
          <cx:unknownPayload data="preserve-me"/>
        </mc:Choice>
        <mc:Fallback>
          <p:sp>
            <p:nvSpPr>
              <p:cNvPr id="2" name="Fallback"/>
              <p:cNvSpPr/>
              <p:nvPr/>
            </p:nvSpPr>
            <p:spPr/>
            <p:txBody>
              <a:bodyPr/>
              <a:lstStyle/>
              <a:p>
                <a:r>
                  <a:t>Fallback</a:t>
                </a:r>
              </a:p>
            </p:txBody>
          </p:sp>
        </mc:Fallback>
      </mc:AlternateContent>
    </p:spTree>
  </p:cSld>
</p:sld>
</file>

<file path=customXml/item1.xml><?xml version="1.0" encoding="utf-8"?>
<cx:custom xmlns:cx="http://schemas.example.invalid/custom">unknown part bytes must survive</cx:custom>
</file>