
<file path=[Content_Types].xml><?xml version="1.0" encoding="utf-8"?>
<Types xmlns="http://schemas.openxmlformats.org/package/2006/content-types">
  <Default Extension="png" ContentType="image/png"/>
  <Default Extension="jpeg" ContentType="image/jpeg"/>
  <Default Extension="wmf" ContentType="image/x-wmf"/>
  <Default Extension="rels" ContentType="application/vnd.openxmlformats-package.relationships+xml"/>
  <Default Extension="xml" ContentType="application/xml"/>
  <Default Extension="wdp" ContentType="image/vnd.ms-photo"/>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4"/>
  </p:notesMasterIdLst>
  <p:handoutMasterIdLst>
    <p:handoutMasterId r:id="rId15"/>
  </p:handoutMasterIdLst>
  <p:sldIdLst>
    <p:sldId id="258" r:id="rId2"/>
    <p:sldId id="297" r:id="rId3"/>
    <p:sldId id="290" r:id="rId4"/>
    <p:sldId id="309" r:id="rId5"/>
    <p:sldId id="295" r:id="rId6"/>
    <p:sldId id="311" r:id="rId7"/>
    <p:sldId id="303" r:id="rId8"/>
    <p:sldId id="304" r:id="rId9"/>
    <p:sldId id="305" r:id="rId10"/>
    <p:sldId id="306" r:id="rId11"/>
    <p:sldId id="307" r:id="rId12"/>
    <p:sldId id="310" r:id="rId13"/>
  </p:sldIdLst>
  <p:sldSz cx="9144000" cy="5143500" type="screen16x9"/>
  <p:notesSz cx="6669088" cy="9872663"/>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 xmlns:p15="http://schemas.microsoft.com/office/powerpoint/2012/main">
        <p15:guide id="1" orient="horz" pos="3121">
          <p15:clr>
            <a:srgbClr val="A4A3A4"/>
          </p15:clr>
        </p15:guide>
        <p15:guide id="2" orient="horz" pos="2791">
          <p15:clr>
            <a:srgbClr val="A4A3A4"/>
          </p15:clr>
        </p15:guide>
        <p15:guide id="3" orient="horz" pos="117">
          <p15:clr>
            <a:srgbClr val="A4A3A4"/>
          </p15:clr>
        </p15:guide>
        <p15:guide id="4" orient="horz">
          <p15:clr>
            <a:srgbClr val="A4A3A4"/>
          </p15:clr>
        </p15:guide>
        <p15:guide id="5" orient="horz" pos="239">
          <p15:clr>
            <a:srgbClr val="A4A3A4"/>
          </p15:clr>
        </p15:guide>
        <p15:guide id="6" orient="horz" pos="486">
          <p15:clr>
            <a:srgbClr val="A4A3A4"/>
          </p15:clr>
        </p15:guide>
        <p15:guide id="7" orient="horz" pos="2903">
          <p15:clr>
            <a:srgbClr val="A4A3A4"/>
          </p15:clr>
        </p15:guide>
        <p15:guide id="8" pos="2880">
          <p15:clr>
            <a:srgbClr val="A4A3A4"/>
          </p15:clr>
        </p15:guide>
        <p15:guide id="9" pos="5650">
          <p15:clr>
            <a:srgbClr val="A4A3A4"/>
          </p15:clr>
        </p15:guide>
        <p15:guide id="10" pos="345">
          <p15:clr>
            <a:srgbClr val="A4A3A4"/>
          </p15:clr>
        </p15:guide>
      </p15:sldGuideLst>
    </p:ext>
    <p:ext uri="{2D200454-40CA-4A62-9FC3-DE9A4176ACB9}">
      <p15:notesGuideLst xmlns="" xmlns:p15="http://schemas.microsoft.com/office/powerpoint/2012/main">
        <p15:guide id="1" orient="horz" pos="2880">
          <p15:clr>
            <a:srgbClr val="A4A3A4"/>
          </p15:clr>
        </p15:guide>
        <p15:guide id="2" pos="2160">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4E7F7"/>
    <a:srgbClr val="DBECD4"/>
    <a:srgbClr val="63666A"/>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660B408-B3CF-4A94-85FC-2B1E0A45F4A2}" styleName="Dark Style 2 - Accent 1/Accent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1">
              <a:tint val="20000"/>
            </a:schemeClr>
          </a:solidFill>
        </a:fill>
      </a:tcStyle>
    </a:lastRow>
    <a:firstRow>
      <a:tcTxStyle b="on">
        <a:fontRef idx="minor">
          <a:scrgbClr r="0" g="0" b="0"/>
        </a:fontRef>
        <a:schemeClr val="lt1"/>
      </a:tcTxStyle>
      <a:tcStyle>
        <a:tcBdr/>
        <a:fill>
          <a:solidFill>
            <a:schemeClr val="accent2"/>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0293" autoAdjust="0"/>
    <p:restoredTop sz="84460" autoAdjust="0"/>
  </p:normalViewPr>
  <p:slideViewPr>
    <p:cSldViewPr snapToGrid="0">
      <p:cViewPr>
        <p:scale>
          <a:sx n="100" d="100"/>
          <a:sy n="100" d="100"/>
        </p:scale>
        <p:origin x="-2220" y="-594"/>
      </p:cViewPr>
      <p:guideLst>
        <p:guide orient="horz" pos="3121"/>
        <p:guide orient="horz" pos="2791"/>
        <p:guide orient="horz" pos="117"/>
        <p:guide orient="horz"/>
        <p:guide orient="horz" pos="581"/>
        <p:guide orient="horz" pos="486"/>
        <p:guide orient="horz" pos="2903"/>
        <p:guide orient="horz" pos="935"/>
        <p:guide pos="2859"/>
        <p:guide pos="5650"/>
        <p:guide pos="160"/>
        <p:guide pos="2948"/>
      </p:guideLst>
    </p:cSldViewPr>
  </p:slideViewPr>
  <p:notesTextViewPr>
    <p:cViewPr>
      <p:scale>
        <a:sx n="1" d="1"/>
        <a:sy n="1" d="1"/>
      </p:scale>
      <p:origin x="0" y="0"/>
    </p:cViewPr>
  </p:notesTextViewPr>
  <p:sorterViewPr>
    <p:cViewPr>
      <p:scale>
        <a:sx n="100" d="100"/>
        <a:sy n="100" d="100"/>
      </p:scale>
      <p:origin x="0" y="0"/>
    </p:cViewPr>
  </p:sorterViewPr>
  <p:notesViewPr>
    <p:cSldViewPr snapToGrid="0">
      <p:cViewPr varScale="1">
        <p:scale>
          <a:sx n="85" d="100"/>
          <a:sy n="85" d="100"/>
        </p:scale>
        <p:origin x="-3786" y="-96"/>
      </p:cViewPr>
      <p:guideLst>
        <p:guide orient="horz" pos="3110"/>
        <p:guide pos="2101"/>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handoutMaster" Target="handoutMasters/handout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diagrams/_rels/data1.xml.rels><?xml version="1.0" encoding="UTF-8" standalone="yes"?>
<Relationships xmlns="http://schemas.openxmlformats.org/package/2006/relationships"><Relationship Id="rId1" Type="http://schemas.openxmlformats.org/officeDocument/2006/relationships/image" Target="../media/image3.png"/></Relationships>
</file>

<file path=ppt/diagrams/_rels/drawing1.xml.rels><?xml version="1.0" encoding="UTF-8" standalone="yes"?>
<Relationships xmlns="http://schemas.openxmlformats.org/package/2006/relationships"><Relationship Id="rId1" Type="http://schemas.openxmlformats.org/officeDocument/2006/relationships/image" Target="../media/image3.png"/></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572188F3-9FB1-47D5-BC96-AC070B6E90C7}" type="doc">
      <dgm:prSet loTypeId="urn:microsoft.com/office/officeart/2011/layout/HexagonRadial#2" loCatId="officeonline" qsTypeId="urn:microsoft.com/office/officeart/2005/8/quickstyle/3d1" qsCatId="3D" csTypeId="urn:microsoft.com/office/officeart/2005/8/colors/accent1_2" csCatId="accent1" phldr="1"/>
      <dgm:spPr/>
      <dgm:t>
        <a:bodyPr/>
        <a:lstStyle/>
        <a:p>
          <a:endParaRPr lang="en-GB"/>
        </a:p>
      </dgm:t>
    </dgm:pt>
    <dgm:pt modelId="{D9401464-59BF-4294-BF66-70EE0654FA02}">
      <dgm:prSet phldrT="[Text]" custT="1"/>
      <dgm:spPr>
        <a:solidFill>
          <a:schemeClr val="accent2"/>
        </a:solidFill>
      </dgm:spPr>
      <dgm:t>
        <a:bodyPr/>
        <a:lstStyle/>
        <a:p>
          <a:r>
            <a:rPr lang="en-GB" sz="1100" b="1" dirty="0" smtClean="0"/>
            <a:t>RSM Technology Consulting</a:t>
          </a:r>
          <a:endParaRPr lang="en-GB" sz="1100" b="1" dirty="0"/>
        </a:p>
      </dgm:t>
    </dgm:pt>
    <dgm:pt modelId="{79AAD480-5CCF-4255-BA01-15572179A438}" type="parTrans" cxnId="{3ADDB16E-4218-4916-87CC-4D0AA67159E6}">
      <dgm:prSet/>
      <dgm:spPr/>
      <dgm:t>
        <a:bodyPr/>
        <a:lstStyle/>
        <a:p>
          <a:endParaRPr lang="en-GB" sz="1800" b="1"/>
        </a:p>
      </dgm:t>
    </dgm:pt>
    <dgm:pt modelId="{892E24AE-A27D-4511-A450-3A1727C8252F}" type="sibTrans" cxnId="{3ADDB16E-4218-4916-87CC-4D0AA67159E6}">
      <dgm:prSet/>
      <dgm:spPr/>
      <dgm:t>
        <a:bodyPr/>
        <a:lstStyle/>
        <a:p>
          <a:endParaRPr lang="en-GB" sz="1800" b="1"/>
        </a:p>
      </dgm:t>
    </dgm:pt>
    <dgm:pt modelId="{CC18DAA4-D3FC-44B1-96AD-05D22DA4A5CB}">
      <dgm:prSet phldrT="[Text]" custT="1"/>
      <dgm:spPr/>
      <dgm:t>
        <a:bodyPr/>
        <a:lstStyle/>
        <a:p>
          <a:r>
            <a:rPr lang="en-GB" sz="1100" b="1" dirty="0" smtClean="0"/>
            <a:t>Stratégie numérique et informatique</a:t>
          </a:r>
          <a:endParaRPr lang="en-GB" sz="1100" b="1" dirty="0"/>
        </a:p>
      </dgm:t>
    </dgm:pt>
    <dgm:pt modelId="{1AB2CA4B-60D4-4D7C-92E4-F8D120C807B4}" type="parTrans" cxnId="{7791FAB0-6744-402E-BC90-BC989E73883F}">
      <dgm:prSet/>
      <dgm:spPr/>
      <dgm:t>
        <a:bodyPr/>
        <a:lstStyle/>
        <a:p>
          <a:endParaRPr lang="en-GB" sz="1800" b="1"/>
        </a:p>
      </dgm:t>
    </dgm:pt>
    <dgm:pt modelId="{72D4550F-F21D-47F0-910E-1C179FF33882}" type="sibTrans" cxnId="{7791FAB0-6744-402E-BC90-BC989E73883F}">
      <dgm:prSet/>
      <dgm:spPr/>
      <dgm:t>
        <a:bodyPr/>
        <a:lstStyle/>
        <a:p>
          <a:endParaRPr lang="en-GB" sz="1800" b="1"/>
        </a:p>
      </dgm:t>
    </dgm:pt>
    <dgm:pt modelId="{9CE2B8EA-FEDD-4D9F-A03E-D91E6094A2BE}">
      <dgm:prSet phldrT="[Text]" custT="1"/>
      <dgm:spPr/>
      <dgm:t>
        <a:bodyPr/>
        <a:lstStyle/>
        <a:p>
          <a:r>
            <a:rPr lang="en-GB" sz="1100" b="1" dirty="0" smtClean="0"/>
            <a:t>ERP et systèmes comptables</a:t>
          </a:r>
          <a:endParaRPr lang="en-GB" sz="1100" b="1" dirty="0"/>
        </a:p>
      </dgm:t>
    </dgm:pt>
    <dgm:pt modelId="{FD0A8BC8-F0BC-4F92-BB11-423D1994F1AF}" type="parTrans" cxnId="{4545DE56-D099-4CA5-B47F-2E0F0677EDF8}">
      <dgm:prSet/>
      <dgm:spPr/>
      <dgm:t>
        <a:bodyPr/>
        <a:lstStyle/>
        <a:p>
          <a:endParaRPr lang="en-GB" sz="1800" b="1"/>
        </a:p>
      </dgm:t>
    </dgm:pt>
    <dgm:pt modelId="{71D3F13C-64AD-418E-863E-4134255218B5}" type="sibTrans" cxnId="{4545DE56-D099-4CA5-B47F-2E0F0677EDF8}">
      <dgm:prSet/>
      <dgm:spPr/>
      <dgm:t>
        <a:bodyPr/>
        <a:lstStyle/>
        <a:p>
          <a:endParaRPr lang="en-GB" sz="1800" b="1"/>
        </a:p>
      </dgm:t>
    </dgm:pt>
    <dgm:pt modelId="{08846AA7-E90C-44B3-90C7-5713507432B9}">
      <dgm:prSet phldrT="[Text]" custT="1"/>
      <dgm:spPr/>
      <dgm:t>
        <a:bodyPr/>
        <a:lstStyle/>
        <a:p>
          <a:r>
            <a:rPr lang="en-GB" sz="1100" b="1" smtClean="0">
              <a:latin typeface="Arial"/>
              <a:ea typeface="+mn-ea"/>
              <a:cs typeface="+mn-cs"/>
            </a:rPr>
            <a:t>Risque informatique</a:t>
          </a:r>
          <a:br>
            <a:rPr lang="en-GB" sz="1100" b="1" smtClean="0">
              <a:latin typeface="Arial"/>
              <a:ea typeface="+mn-ea"/>
              <a:cs typeface="+mn-cs"/>
            </a:rPr>
          </a:br>
          <a:r>
            <a:rPr lang="en-GB" sz="1100" b="1" smtClean="0">
              <a:latin typeface="Arial"/>
              <a:ea typeface="+mn-ea"/>
              <a:cs typeface="+mn-cs"/>
            </a:rPr>
            <a:t>et</a:t>
          </a:r>
          <a:br>
            <a:rPr lang="en-GB" sz="1100" b="1" smtClean="0">
              <a:latin typeface="Arial"/>
              <a:ea typeface="+mn-ea"/>
              <a:cs typeface="+mn-cs"/>
            </a:rPr>
          </a:br>
          <a:r>
            <a:rPr lang="en-GB" sz="1100" b="1" smtClean="0">
              <a:latin typeface="Arial"/>
              <a:ea typeface="+mn-ea"/>
              <a:cs typeface="+mn-cs"/>
            </a:rPr>
            <a:t>sécurité</a:t>
          </a:r>
          <a:endParaRPr lang="en-GB" sz="1100" b="1" dirty="0"/>
        </a:p>
      </dgm:t>
    </dgm:pt>
    <dgm:pt modelId="{38CFB952-6096-4BC5-8222-95241DE740C2}" type="parTrans" cxnId="{E3CC780C-AFE9-46F9-941F-D9B5DEF6F2EC}">
      <dgm:prSet/>
      <dgm:spPr/>
      <dgm:t>
        <a:bodyPr/>
        <a:lstStyle/>
        <a:p>
          <a:endParaRPr lang="en-GB" sz="1800" b="1"/>
        </a:p>
      </dgm:t>
    </dgm:pt>
    <dgm:pt modelId="{DDE67675-0C9F-47F6-9BDF-554FCF0B80AF}" type="sibTrans" cxnId="{E3CC780C-AFE9-46F9-941F-D9B5DEF6F2EC}">
      <dgm:prSet/>
      <dgm:spPr/>
      <dgm:t>
        <a:bodyPr/>
        <a:lstStyle/>
        <a:p>
          <a:endParaRPr lang="en-GB" sz="1800" b="1"/>
        </a:p>
      </dgm:t>
    </dgm:pt>
    <dgm:pt modelId="{32982E59-02CD-4CC7-ABD7-53B7762D2B12}">
      <dgm:prSet phldrT="[Text]" custT="1"/>
      <dgm:spPr/>
      <dgm:t>
        <a:bodyPr/>
        <a:lstStyle/>
        <a:p>
          <a:r>
            <a:rPr lang="en-GB" sz="1100" b="1" dirty="0" smtClean="0"/>
            <a:t>Résilience informatique</a:t>
          </a:r>
          <a:endParaRPr lang="en-GB" sz="1100" b="1" dirty="0"/>
        </a:p>
      </dgm:t>
    </dgm:pt>
    <dgm:pt modelId="{94BBE739-F564-4B78-B979-4E500A5CE6A7}" type="parTrans" cxnId="{36670866-49F1-4824-9FBE-E10273CD7111}">
      <dgm:prSet/>
      <dgm:spPr/>
      <dgm:t>
        <a:bodyPr/>
        <a:lstStyle/>
        <a:p>
          <a:endParaRPr lang="en-GB" sz="1800" b="1"/>
        </a:p>
      </dgm:t>
    </dgm:pt>
    <dgm:pt modelId="{B2359486-32FB-43AC-8367-7ABFE2202951}" type="sibTrans" cxnId="{36670866-49F1-4824-9FBE-E10273CD7111}">
      <dgm:prSet/>
      <dgm:spPr/>
      <dgm:t>
        <a:bodyPr/>
        <a:lstStyle/>
        <a:p>
          <a:endParaRPr lang="en-GB" sz="1800" b="1"/>
        </a:p>
      </dgm:t>
    </dgm:pt>
    <dgm:pt modelId="{90778DC4-7E48-4B2C-9FA7-8F980A2C31C2}">
      <dgm:prSet phldrT="[Text]" custT="1"/>
      <dgm:spPr/>
      <dgm:t>
        <a:bodyPr/>
        <a:lstStyle/>
        <a:p>
          <a:r>
            <a:rPr lang="en-GB" sz="1100" b="1" dirty="0" smtClean="0"/>
            <a:t>Sélection de systèmes</a:t>
          </a:r>
          <a:endParaRPr lang="en-GB" sz="1100" b="1" dirty="0"/>
        </a:p>
      </dgm:t>
    </dgm:pt>
    <dgm:pt modelId="{7795E3F7-039D-4778-B495-14D01E02935D}" type="sibTrans" cxnId="{C6B97A13-E199-410F-B8B8-4BCA762282C7}">
      <dgm:prSet/>
      <dgm:spPr/>
      <dgm:t>
        <a:bodyPr/>
        <a:lstStyle/>
        <a:p>
          <a:endParaRPr lang="en-GB" sz="1800" b="1"/>
        </a:p>
      </dgm:t>
    </dgm:pt>
    <dgm:pt modelId="{8EE8C71A-3825-4E91-B88F-F1F3FBF8F29B}" type="parTrans" cxnId="{C6B97A13-E199-410F-B8B8-4BCA762282C7}">
      <dgm:prSet/>
      <dgm:spPr/>
      <dgm:t>
        <a:bodyPr/>
        <a:lstStyle/>
        <a:p>
          <a:endParaRPr lang="en-GB" sz="1800" b="1"/>
        </a:p>
      </dgm:t>
    </dgm:pt>
    <dgm:pt modelId="{A28BB058-7700-4C1A-8449-22F5AF489E07}">
      <dgm:prSet phldrT="[Text]" custT="1"/>
      <dgm:spPr/>
      <dgm:t>
        <a:bodyPr/>
        <a:lstStyle/>
        <a:p>
          <a:r>
            <a:rPr lang="en-GB" sz="1100" b="1" dirty="0" smtClean="0"/>
            <a:t>Conduite de projets informatiques</a:t>
          </a:r>
          <a:endParaRPr lang="en-GB" sz="1100" b="1" dirty="0"/>
        </a:p>
      </dgm:t>
    </dgm:pt>
    <dgm:pt modelId="{78E60011-C1C2-410E-BFFE-FF43522D97AD}" type="parTrans" cxnId="{1C3C63BE-B808-4923-AB00-A22D5DD3D7A1}">
      <dgm:prSet/>
      <dgm:spPr/>
      <dgm:t>
        <a:bodyPr/>
        <a:lstStyle/>
        <a:p>
          <a:endParaRPr lang="en-GB"/>
        </a:p>
      </dgm:t>
    </dgm:pt>
    <dgm:pt modelId="{B2E0C665-E859-407A-90EF-7DF697D81DC7}" type="sibTrans" cxnId="{1C3C63BE-B808-4923-AB00-A22D5DD3D7A1}">
      <dgm:prSet/>
      <dgm:spPr/>
      <dgm:t>
        <a:bodyPr/>
        <a:lstStyle/>
        <a:p>
          <a:endParaRPr lang="en-GB"/>
        </a:p>
      </dgm:t>
    </dgm:pt>
    <dgm:pt modelId="{8AEEFA29-A93E-4C72-B299-AD5800D77900}" type="pres">
      <dgm:prSet presAssocID="{572188F3-9FB1-47D5-BC96-AC070B6E90C7}" presName="Name0" presStyleCnt="0">
        <dgm:presLayoutVars>
          <dgm:chMax val="1"/>
          <dgm:chPref val="1"/>
          <dgm:dir/>
          <dgm:animOne val="branch"/>
          <dgm:animLvl val="lvl"/>
        </dgm:presLayoutVars>
      </dgm:prSet>
      <dgm:spPr/>
      <dgm:t>
        <a:bodyPr/>
        <a:lstStyle/>
        <a:p>
          <a:endParaRPr lang="en-GB"/>
        </a:p>
      </dgm:t>
    </dgm:pt>
    <dgm:pt modelId="{8AD992C5-F85F-4D92-9F50-5D4CB7993C3D}" type="pres">
      <dgm:prSet presAssocID="{D9401464-59BF-4294-BF66-70EE0654FA02}" presName="Parent" presStyleLbl="node0" presStyleIdx="0" presStyleCnt="1">
        <dgm:presLayoutVars>
          <dgm:chMax val="6"/>
          <dgm:chPref val="6"/>
        </dgm:presLayoutVars>
      </dgm:prSet>
      <dgm:spPr/>
      <dgm:t>
        <a:bodyPr/>
        <a:lstStyle/>
        <a:p>
          <a:endParaRPr lang="en-GB"/>
        </a:p>
      </dgm:t>
    </dgm:pt>
    <dgm:pt modelId="{09C86F38-9F7A-4050-83B5-CB214208CC78}" type="pres">
      <dgm:prSet presAssocID="{CC18DAA4-D3FC-44B1-96AD-05D22DA4A5CB}" presName="Accent1" presStyleCnt="0"/>
      <dgm:spPr/>
      <dgm:t>
        <a:bodyPr/>
        <a:lstStyle/>
        <a:p>
          <a:endParaRPr lang="en-GB"/>
        </a:p>
      </dgm:t>
    </dgm:pt>
    <dgm:pt modelId="{D68F5B25-2DE8-46C4-A60F-8776173323E7}" type="pres">
      <dgm:prSet presAssocID="{CC18DAA4-D3FC-44B1-96AD-05D22DA4A5CB}" presName="Accent" presStyleLbl="bgShp" presStyleIdx="0" presStyleCnt="6"/>
      <dgm:spPr/>
      <dgm:t>
        <a:bodyPr/>
        <a:lstStyle/>
        <a:p>
          <a:endParaRPr lang="en-GB"/>
        </a:p>
      </dgm:t>
    </dgm:pt>
    <dgm:pt modelId="{6EF87B21-B1A0-4002-AFA3-083C9F025C3A}" type="pres">
      <dgm:prSet presAssocID="{CC18DAA4-D3FC-44B1-96AD-05D22DA4A5CB}" presName="Child1" presStyleLbl="node1" presStyleIdx="0" presStyleCnt="6">
        <dgm:presLayoutVars>
          <dgm:chMax val="0"/>
          <dgm:chPref val="0"/>
          <dgm:bulletEnabled val="1"/>
        </dgm:presLayoutVars>
      </dgm:prSet>
      <dgm:spPr/>
      <dgm:t>
        <a:bodyPr/>
        <a:lstStyle/>
        <a:p>
          <a:endParaRPr lang="en-GB"/>
        </a:p>
      </dgm:t>
    </dgm:pt>
    <dgm:pt modelId="{3F2FA2A0-E01C-4CC8-A175-FDD2CDBE7FA8}" type="pres">
      <dgm:prSet presAssocID="{90778DC4-7E48-4B2C-9FA7-8F980A2C31C2}" presName="Accent2" presStyleCnt="0"/>
      <dgm:spPr/>
      <dgm:t>
        <a:bodyPr/>
        <a:lstStyle/>
        <a:p>
          <a:endParaRPr lang="en-GB"/>
        </a:p>
      </dgm:t>
    </dgm:pt>
    <dgm:pt modelId="{7F0273A2-DFCD-4805-90AA-6F332DF2D94A}" type="pres">
      <dgm:prSet presAssocID="{90778DC4-7E48-4B2C-9FA7-8F980A2C31C2}" presName="Accent" presStyleLbl="bgShp" presStyleIdx="1" presStyleCnt="6"/>
      <dgm:spPr/>
      <dgm:t>
        <a:bodyPr/>
        <a:lstStyle/>
        <a:p>
          <a:endParaRPr lang="en-GB"/>
        </a:p>
      </dgm:t>
    </dgm:pt>
    <dgm:pt modelId="{76E2DF38-CB22-4C46-8872-05CB3864CD18}" type="pres">
      <dgm:prSet presAssocID="{90778DC4-7E48-4B2C-9FA7-8F980A2C31C2}" presName="Child2" presStyleLbl="node1" presStyleIdx="1" presStyleCnt="6" custLinFactNeighborX="-1473" custLinFactNeighborY="1394">
        <dgm:presLayoutVars>
          <dgm:chMax val="0"/>
          <dgm:chPref val="0"/>
          <dgm:bulletEnabled val="1"/>
        </dgm:presLayoutVars>
      </dgm:prSet>
      <dgm:spPr/>
      <dgm:t>
        <a:bodyPr/>
        <a:lstStyle/>
        <a:p>
          <a:endParaRPr lang="en-GB"/>
        </a:p>
      </dgm:t>
    </dgm:pt>
    <dgm:pt modelId="{FF069293-D7B6-409B-B414-D3CE1033FCCC}" type="pres">
      <dgm:prSet presAssocID="{9CE2B8EA-FEDD-4D9F-A03E-D91E6094A2BE}" presName="Accent3" presStyleCnt="0"/>
      <dgm:spPr/>
      <dgm:t>
        <a:bodyPr/>
        <a:lstStyle/>
        <a:p>
          <a:endParaRPr lang="en-GB"/>
        </a:p>
      </dgm:t>
    </dgm:pt>
    <dgm:pt modelId="{6A8DBDD1-7785-4847-82D5-931D7F20233A}" type="pres">
      <dgm:prSet presAssocID="{9CE2B8EA-FEDD-4D9F-A03E-D91E6094A2BE}" presName="Accent" presStyleLbl="bgShp" presStyleIdx="2" presStyleCnt="6"/>
      <dgm:spPr/>
      <dgm:t>
        <a:bodyPr/>
        <a:lstStyle/>
        <a:p>
          <a:endParaRPr lang="en-GB"/>
        </a:p>
      </dgm:t>
    </dgm:pt>
    <dgm:pt modelId="{30830000-A553-4E38-8C54-79420FBD7D5A}" type="pres">
      <dgm:prSet presAssocID="{9CE2B8EA-FEDD-4D9F-A03E-D91E6094A2BE}" presName="Child3" presStyleLbl="node1" presStyleIdx="2" presStyleCnt="6">
        <dgm:presLayoutVars>
          <dgm:chMax val="0"/>
          <dgm:chPref val="0"/>
          <dgm:bulletEnabled val="1"/>
        </dgm:presLayoutVars>
      </dgm:prSet>
      <dgm:spPr/>
      <dgm:t>
        <a:bodyPr/>
        <a:lstStyle/>
        <a:p>
          <a:endParaRPr lang="en-GB"/>
        </a:p>
      </dgm:t>
    </dgm:pt>
    <dgm:pt modelId="{B9A0966B-687E-496F-9C63-EA95F2A3618E}" type="pres">
      <dgm:prSet presAssocID="{A28BB058-7700-4C1A-8449-22F5AF489E07}" presName="Accent4" presStyleCnt="0"/>
      <dgm:spPr/>
      <dgm:t>
        <a:bodyPr/>
        <a:lstStyle/>
        <a:p>
          <a:endParaRPr lang="en-GB"/>
        </a:p>
      </dgm:t>
    </dgm:pt>
    <dgm:pt modelId="{883FFAA7-F9D3-4DF9-96C3-1A9319804CA0}" type="pres">
      <dgm:prSet presAssocID="{A28BB058-7700-4C1A-8449-22F5AF489E07}" presName="Accent" presStyleLbl="bgShp" presStyleIdx="3" presStyleCnt="6"/>
      <dgm:spPr/>
      <dgm:t>
        <a:bodyPr/>
        <a:lstStyle/>
        <a:p>
          <a:endParaRPr lang="en-GB"/>
        </a:p>
      </dgm:t>
    </dgm:pt>
    <dgm:pt modelId="{43D9D079-435A-43E8-88F7-EFE28EA96563}" type="pres">
      <dgm:prSet presAssocID="{A28BB058-7700-4C1A-8449-22F5AF489E07}" presName="Child4" presStyleLbl="node1" presStyleIdx="3" presStyleCnt="6">
        <dgm:presLayoutVars>
          <dgm:chMax val="0"/>
          <dgm:chPref val="0"/>
          <dgm:bulletEnabled val="1"/>
        </dgm:presLayoutVars>
      </dgm:prSet>
      <dgm:spPr/>
      <dgm:t>
        <a:bodyPr/>
        <a:lstStyle/>
        <a:p>
          <a:endParaRPr lang="en-GB"/>
        </a:p>
      </dgm:t>
    </dgm:pt>
    <dgm:pt modelId="{FF29FE3A-F24F-45FF-A4F7-5504436145F6}" type="pres">
      <dgm:prSet presAssocID="{08846AA7-E90C-44B3-90C7-5713507432B9}" presName="Accent5" presStyleCnt="0"/>
      <dgm:spPr/>
      <dgm:t>
        <a:bodyPr/>
        <a:lstStyle/>
        <a:p>
          <a:endParaRPr lang="en-GB"/>
        </a:p>
      </dgm:t>
    </dgm:pt>
    <dgm:pt modelId="{5A0E315C-977C-4ED9-AC99-F2F81A7822D6}" type="pres">
      <dgm:prSet presAssocID="{08846AA7-E90C-44B3-90C7-5713507432B9}" presName="Accent" presStyleLbl="bgShp" presStyleIdx="4" presStyleCnt="6"/>
      <dgm:spPr/>
      <dgm:t>
        <a:bodyPr/>
        <a:lstStyle/>
        <a:p>
          <a:endParaRPr lang="en-GB"/>
        </a:p>
      </dgm:t>
    </dgm:pt>
    <dgm:pt modelId="{CEEC4E0C-101B-421D-99E0-E114E30F96D4}" type="pres">
      <dgm:prSet presAssocID="{08846AA7-E90C-44B3-90C7-5713507432B9}" presName="Child5" presStyleLbl="node1" presStyleIdx="4" presStyleCnt="6">
        <dgm:presLayoutVars>
          <dgm:chMax val="0"/>
          <dgm:chPref val="0"/>
          <dgm:bulletEnabled val="1"/>
        </dgm:presLayoutVars>
      </dgm:prSet>
      <dgm:spPr/>
      <dgm:t>
        <a:bodyPr/>
        <a:lstStyle/>
        <a:p>
          <a:endParaRPr lang="en-GB"/>
        </a:p>
      </dgm:t>
    </dgm:pt>
    <dgm:pt modelId="{70027E75-E89D-467C-80DB-A6BBB1998536}" type="pres">
      <dgm:prSet presAssocID="{32982E59-02CD-4CC7-ABD7-53B7762D2B12}" presName="Accent6" presStyleCnt="0"/>
      <dgm:spPr/>
      <dgm:t>
        <a:bodyPr/>
        <a:lstStyle/>
        <a:p>
          <a:endParaRPr lang="en-GB"/>
        </a:p>
      </dgm:t>
    </dgm:pt>
    <dgm:pt modelId="{7956F5D2-C8CC-4AA4-AB8F-DDA8C176BF24}" type="pres">
      <dgm:prSet presAssocID="{32982E59-02CD-4CC7-ABD7-53B7762D2B12}" presName="Accent" presStyleLbl="bgShp" presStyleIdx="5" presStyleCnt="6"/>
      <dgm:spPr>
        <a:blipFill rotWithShape="0">
          <a:blip xmlns:r="http://schemas.openxmlformats.org/officeDocument/2006/relationships" r:embed="rId1">
            <a:extLst>
              <a:ext uri="{28A0092B-C50C-407E-A947-70E740481C1C}">
                <a14:useLocalDpi xmlns:a14="http://schemas.microsoft.com/office/drawing/2010/main" val="0"/>
              </a:ext>
            </a:extLst>
          </a:blip>
          <a:stretch>
            <a:fillRect/>
          </a:stretch>
        </a:blipFill>
      </dgm:spPr>
      <dgm:t>
        <a:bodyPr/>
        <a:lstStyle/>
        <a:p>
          <a:endParaRPr lang="en-GB"/>
        </a:p>
      </dgm:t>
    </dgm:pt>
    <dgm:pt modelId="{154188D1-8F99-4E75-90A2-D99302EB540E}" type="pres">
      <dgm:prSet presAssocID="{32982E59-02CD-4CC7-ABD7-53B7762D2B12}" presName="Child6" presStyleLbl="node1" presStyleIdx="5" presStyleCnt="6">
        <dgm:presLayoutVars>
          <dgm:chMax val="0"/>
          <dgm:chPref val="0"/>
          <dgm:bulletEnabled val="1"/>
        </dgm:presLayoutVars>
      </dgm:prSet>
      <dgm:spPr/>
      <dgm:t>
        <a:bodyPr/>
        <a:lstStyle/>
        <a:p>
          <a:endParaRPr lang="en-GB"/>
        </a:p>
      </dgm:t>
    </dgm:pt>
  </dgm:ptLst>
  <dgm:cxnLst>
    <dgm:cxn modelId="{2AF650F4-13CA-4F54-8A1A-65A08F368934}" type="presOf" srcId="{D9401464-59BF-4294-BF66-70EE0654FA02}" destId="{8AD992C5-F85F-4D92-9F50-5D4CB7993C3D}" srcOrd="0" destOrd="0" presId="urn:microsoft.com/office/officeart/2011/layout/HexagonRadial#2"/>
    <dgm:cxn modelId="{3ADDB16E-4218-4916-87CC-4D0AA67159E6}" srcId="{572188F3-9FB1-47D5-BC96-AC070B6E90C7}" destId="{D9401464-59BF-4294-BF66-70EE0654FA02}" srcOrd="0" destOrd="0" parTransId="{79AAD480-5CCF-4255-BA01-15572179A438}" sibTransId="{892E24AE-A27D-4511-A450-3A1727C8252F}"/>
    <dgm:cxn modelId="{C6B97A13-E199-410F-B8B8-4BCA762282C7}" srcId="{D9401464-59BF-4294-BF66-70EE0654FA02}" destId="{90778DC4-7E48-4B2C-9FA7-8F980A2C31C2}" srcOrd="1" destOrd="0" parTransId="{8EE8C71A-3825-4E91-B88F-F1F3FBF8F29B}" sibTransId="{7795E3F7-039D-4778-B495-14D01E02935D}"/>
    <dgm:cxn modelId="{1C3C63BE-B808-4923-AB00-A22D5DD3D7A1}" srcId="{D9401464-59BF-4294-BF66-70EE0654FA02}" destId="{A28BB058-7700-4C1A-8449-22F5AF489E07}" srcOrd="3" destOrd="0" parTransId="{78E60011-C1C2-410E-BFFE-FF43522D97AD}" sibTransId="{B2E0C665-E859-407A-90EF-7DF697D81DC7}"/>
    <dgm:cxn modelId="{39488AC3-C266-4606-8762-668D74DE4D8C}" type="presOf" srcId="{90778DC4-7E48-4B2C-9FA7-8F980A2C31C2}" destId="{76E2DF38-CB22-4C46-8872-05CB3864CD18}" srcOrd="0" destOrd="0" presId="urn:microsoft.com/office/officeart/2011/layout/HexagonRadial#2"/>
    <dgm:cxn modelId="{01BE98A4-C117-450F-ABF7-AD2542943E09}" type="presOf" srcId="{08846AA7-E90C-44B3-90C7-5713507432B9}" destId="{CEEC4E0C-101B-421D-99E0-E114E30F96D4}" srcOrd="0" destOrd="0" presId="urn:microsoft.com/office/officeart/2011/layout/HexagonRadial#2"/>
    <dgm:cxn modelId="{4545DE56-D099-4CA5-B47F-2E0F0677EDF8}" srcId="{D9401464-59BF-4294-BF66-70EE0654FA02}" destId="{9CE2B8EA-FEDD-4D9F-A03E-D91E6094A2BE}" srcOrd="2" destOrd="0" parTransId="{FD0A8BC8-F0BC-4F92-BB11-423D1994F1AF}" sibTransId="{71D3F13C-64AD-418E-863E-4134255218B5}"/>
    <dgm:cxn modelId="{5DBEC27D-49C2-4B94-9C71-76A31F2C94B0}" type="presOf" srcId="{572188F3-9FB1-47D5-BC96-AC070B6E90C7}" destId="{8AEEFA29-A93E-4C72-B299-AD5800D77900}" srcOrd="0" destOrd="0" presId="urn:microsoft.com/office/officeart/2011/layout/HexagonRadial#2"/>
    <dgm:cxn modelId="{613487A5-B19A-4935-8353-EBED6C7E304E}" type="presOf" srcId="{A28BB058-7700-4C1A-8449-22F5AF489E07}" destId="{43D9D079-435A-43E8-88F7-EFE28EA96563}" srcOrd="0" destOrd="0" presId="urn:microsoft.com/office/officeart/2011/layout/HexagonRadial#2"/>
    <dgm:cxn modelId="{AA2270D8-9EDE-490E-AC1E-401947717C5A}" type="presOf" srcId="{9CE2B8EA-FEDD-4D9F-A03E-D91E6094A2BE}" destId="{30830000-A553-4E38-8C54-79420FBD7D5A}" srcOrd="0" destOrd="0" presId="urn:microsoft.com/office/officeart/2011/layout/HexagonRadial#2"/>
    <dgm:cxn modelId="{9535CC1E-C20B-40CD-95E8-BCC9C3D9590A}" type="presOf" srcId="{CC18DAA4-D3FC-44B1-96AD-05D22DA4A5CB}" destId="{6EF87B21-B1A0-4002-AFA3-083C9F025C3A}" srcOrd="0" destOrd="0" presId="urn:microsoft.com/office/officeart/2011/layout/HexagonRadial#2"/>
    <dgm:cxn modelId="{E3CC780C-AFE9-46F9-941F-D9B5DEF6F2EC}" srcId="{D9401464-59BF-4294-BF66-70EE0654FA02}" destId="{08846AA7-E90C-44B3-90C7-5713507432B9}" srcOrd="4" destOrd="0" parTransId="{38CFB952-6096-4BC5-8222-95241DE740C2}" sibTransId="{DDE67675-0C9F-47F6-9BDF-554FCF0B80AF}"/>
    <dgm:cxn modelId="{36670866-49F1-4824-9FBE-E10273CD7111}" srcId="{D9401464-59BF-4294-BF66-70EE0654FA02}" destId="{32982E59-02CD-4CC7-ABD7-53B7762D2B12}" srcOrd="5" destOrd="0" parTransId="{94BBE739-F564-4B78-B979-4E500A5CE6A7}" sibTransId="{B2359486-32FB-43AC-8367-7ABFE2202951}"/>
    <dgm:cxn modelId="{7791FAB0-6744-402E-BC90-BC989E73883F}" srcId="{D9401464-59BF-4294-BF66-70EE0654FA02}" destId="{CC18DAA4-D3FC-44B1-96AD-05D22DA4A5CB}" srcOrd="0" destOrd="0" parTransId="{1AB2CA4B-60D4-4D7C-92E4-F8D120C807B4}" sibTransId="{72D4550F-F21D-47F0-910E-1C179FF33882}"/>
    <dgm:cxn modelId="{40C69288-DB5C-4CDC-8D04-C05F5A5D4EF7}" type="presOf" srcId="{32982E59-02CD-4CC7-ABD7-53B7762D2B12}" destId="{154188D1-8F99-4E75-90A2-D99302EB540E}" srcOrd="0" destOrd="0" presId="urn:microsoft.com/office/officeart/2011/layout/HexagonRadial#2"/>
    <dgm:cxn modelId="{67706851-ABEB-407B-8A11-76C2605CEF34}" type="presParOf" srcId="{8AEEFA29-A93E-4C72-B299-AD5800D77900}" destId="{8AD992C5-F85F-4D92-9F50-5D4CB7993C3D}" srcOrd="0" destOrd="0" presId="urn:microsoft.com/office/officeart/2011/layout/HexagonRadial#2"/>
    <dgm:cxn modelId="{7185E9A5-3530-4FD8-8399-1517038F814B}" type="presParOf" srcId="{8AEEFA29-A93E-4C72-B299-AD5800D77900}" destId="{09C86F38-9F7A-4050-83B5-CB214208CC78}" srcOrd="1" destOrd="0" presId="urn:microsoft.com/office/officeart/2011/layout/HexagonRadial#2"/>
    <dgm:cxn modelId="{4B45B86E-C184-4030-8C70-FCACF1F71704}" type="presParOf" srcId="{09C86F38-9F7A-4050-83B5-CB214208CC78}" destId="{D68F5B25-2DE8-46C4-A60F-8776173323E7}" srcOrd="0" destOrd="0" presId="urn:microsoft.com/office/officeart/2011/layout/HexagonRadial#2"/>
    <dgm:cxn modelId="{41EC0AFF-5EBB-4371-8FBD-D98A5766AC4C}" type="presParOf" srcId="{8AEEFA29-A93E-4C72-B299-AD5800D77900}" destId="{6EF87B21-B1A0-4002-AFA3-083C9F025C3A}" srcOrd="2" destOrd="0" presId="urn:microsoft.com/office/officeart/2011/layout/HexagonRadial#2"/>
    <dgm:cxn modelId="{887C621C-72A3-49DB-8904-8A5F6AA20E10}" type="presParOf" srcId="{8AEEFA29-A93E-4C72-B299-AD5800D77900}" destId="{3F2FA2A0-E01C-4CC8-A175-FDD2CDBE7FA8}" srcOrd="3" destOrd="0" presId="urn:microsoft.com/office/officeart/2011/layout/HexagonRadial#2"/>
    <dgm:cxn modelId="{B526C5CE-879A-4FEC-8759-F49E22817F33}" type="presParOf" srcId="{3F2FA2A0-E01C-4CC8-A175-FDD2CDBE7FA8}" destId="{7F0273A2-DFCD-4805-90AA-6F332DF2D94A}" srcOrd="0" destOrd="0" presId="urn:microsoft.com/office/officeart/2011/layout/HexagonRadial#2"/>
    <dgm:cxn modelId="{659AD82A-F575-492F-A6F2-C48F5C28AC1E}" type="presParOf" srcId="{8AEEFA29-A93E-4C72-B299-AD5800D77900}" destId="{76E2DF38-CB22-4C46-8872-05CB3864CD18}" srcOrd="4" destOrd="0" presId="urn:microsoft.com/office/officeart/2011/layout/HexagonRadial#2"/>
    <dgm:cxn modelId="{B4A3145F-4DB4-4CEB-853B-B4A454412C12}" type="presParOf" srcId="{8AEEFA29-A93E-4C72-B299-AD5800D77900}" destId="{FF069293-D7B6-409B-B414-D3CE1033FCCC}" srcOrd="5" destOrd="0" presId="urn:microsoft.com/office/officeart/2011/layout/HexagonRadial#2"/>
    <dgm:cxn modelId="{D4FEE315-CEF0-49ED-B826-7EA4A4267C77}" type="presParOf" srcId="{FF069293-D7B6-409B-B414-D3CE1033FCCC}" destId="{6A8DBDD1-7785-4847-82D5-931D7F20233A}" srcOrd="0" destOrd="0" presId="urn:microsoft.com/office/officeart/2011/layout/HexagonRadial#2"/>
    <dgm:cxn modelId="{6F5BA5D8-2EE6-403C-B463-FF3E85273F2A}" type="presParOf" srcId="{8AEEFA29-A93E-4C72-B299-AD5800D77900}" destId="{30830000-A553-4E38-8C54-79420FBD7D5A}" srcOrd="6" destOrd="0" presId="urn:microsoft.com/office/officeart/2011/layout/HexagonRadial#2"/>
    <dgm:cxn modelId="{9A063824-8BBA-4ED0-8B30-413B94584B7D}" type="presParOf" srcId="{8AEEFA29-A93E-4C72-B299-AD5800D77900}" destId="{B9A0966B-687E-496F-9C63-EA95F2A3618E}" srcOrd="7" destOrd="0" presId="urn:microsoft.com/office/officeart/2011/layout/HexagonRadial#2"/>
    <dgm:cxn modelId="{161F7DA1-7E20-47C9-9F65-C797B3C753F7}" type="presParOf" srcId="{B9A0966B-687E-496F-9C63-EA95F2A3618E}" destId="{883FFAA7-F9D3-4DF9-96C3-1A9319804CA0}" srcOrd="0" destOrd="0" presId="urn:microsoft.com/office/officeart/2011/layout/HexagonRadial#2"/>
    <dgm:cxn modelId="{AFA550B1-8563-4237-83FC-34D5C5EFA63D}" type="presParOf" srcId="{8AEEFA29-A93E-4C72-B299-AD5800D77900}" destId="{43D9D079-435A-43E8-88F7-EFE28EA96563}" srcOrd="8" destOrd="0" presId="urn:microsoft.com/office/officeart/2011/layout/HexagonRadial#2"/>
    <dgm:cxn modelId="{1ED1620F-9FBA-4700-946B-8D8AB6D9E317}" type="presParOf" srcId="{8AEEFA29-A93E-4C72-B299-AD5800D77900}" destId="{FF29FE3A-F24F-45FF-A4F7-5504436145F6}" srcOrd="9" destOrd="0" presId="urn:microsoft.com/office/officeart/2011/layout/HexagonRadial#2"/>
    <dgm:cxn modelId="{089C96E2-AED1-498E-A511-2C48DB02628F}" type="presParOf" srcId="{FF29FE3A-F24F-45FF-A4F7-5504436145F6}" destId="{5A0E315C-977C-4ED9-AC99-F2F81A7822D6}" srcOrd="0" destOrd="0" presId="urn:microsoft.com/office/officeart/2011/layout/HexagonRadial#2"/>
    <dgm:cxn modelId="{09D2ABE6-530D-42BE-8433-2B13CDA3C9BC}" type="presParOf" srcId="{8AEEFA29-A93E-4C72-B299-AD5800D77900}" destId="{CEEC4E0C-101B-421D-99E0-E114E30F96D4}" srcOrd="10" destOrd="0" presId="urn:microsoft.com/office/officeart/2011/layout/HexagonRadial#2"/>
    <dgm:cxn modelId="{4A24408D-9731-4DEA-88D4-6E18012F3BBC}" type="presParOf" srcId="{8AEEFA29-A93E-4C72-B299-AD5800D77900}" destId="{70027E75-E89D-467C-80DB-A6BBB1998536}" srcOrd="11" destOrd="0" presId="urn:microsoft.com/office/officeart/2011/layout/HexagonRadial#2"/>
    <dgm:cxn modelId="{920F8F99-A57F-400E-ADA0-E225E5B532DB}" type="presParOf" srcId="{70027E75-E89D-467C-80DB-A6BBB1998536}" destId="{7956F5D2-C8CC-4AA4-AB8F-DDA8C176BF24}" srcOrd="0" destOrd="0" presId="urn:microsoft.com/office/officeart/2011/layout/HexagonRadial#2"/>
    <dgm:cxn modelId="{53A6A506-8C69-4903-9043-5514A1C4CF0A}" type="presParOf" srcId="{8AEEFA29-A93E-4C72-B299-AD5800D77900}" destId="{154188D1-8F99-4E75-90A2-D99302EB540E}" srcOrd="12" destOrd="0" presId="urn:microsoft.com/office/officeart/2011/layout/HexagonRadial#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4D31D397-AF17-4A89-BA02-0A545B7425FB}" type="doc">
      <dgm:prSet loTypeId="urn:microsoft.com/office/officeart/2005/8/layout/vList5" loCatId="list" qsTypeId="urn:microsoft.com/office/officeart/2005/8/quickstyle/3d1" qsCatId="3D" csTypeId="urn:microsoft.com/office/officeart/2005/8/colors/accent1_2" csCatId="accent1" phldr="1"/>
      <dgm:spPr/>
      <dgm:t>
        <a:bodyPr/>
        <a:lstStyle/>
        <a:p>
          <a:endParaRPr lang="en-GB"/>
        </a:p>
      </dgm:t>
    </dgm:pt>
    <dgm:pt modelId="{550749AD-D6A2-46E5-8AE1-37F0FB9CEF45}">
      <dgm:prSet phldrT="[Text]"/>
      <dgm:spPr/>
      <dgm:t>
        <a:bodyPr/>
        <a:lstStyle/>
        <a:p>
          <a:r>
            <a:rPr lang="en-GB" dirty="0" smtClean="0"/>
            <a:t>Créer une vision numérique</a:t>
          </a:r>
          <a:endParaRPr lang="en-GB" dirty="0"/>
        </a:p>
      </dgm:t>
    </dgm:pt>
    <dgm:pt modelId="{6E996B3A-B64D-4A65-A828-2CA56B357A7B}" type="parTrans" cxnId="{6831F77C-DAC5-4BE9-B9B7-CCF3C6E34C93}">
      <dgm:prSet/>
      <dgm:spPr/>
      <dgm:t>
        <a:bodyPr/>
        <a:lstStyle/>
        <a:p>
          <a:endParaRPr lang="en-GB"/>
        </a:p>
      </dgm:t>
    </dgm:pt>
    <dgm:pt modelId="{9A83142B-5340-4FA6-9E8A-805B99BA88AA}" type="sibTrans" cxnId="{6831F77C-DAC5-4BE9-B9B7-CCF3C6E34C93}">
      <dgm:prSet/>
      <dgm:spPr/>
      <dgm:t>
        <a:bodyPr/>
        <a:lstStyle/>
        <a:p>
          <a:endParaRPr lang="en-GB"/>
        </a:p>
      </dgm:t>
    </dgm:pt>
    <dgm:pt modelId="{1621C48D-8A9C-45AE-99B8-DB05FBACABC2}">
      <dgm:prSet phldrT="[Text]"/>
      <dgm:spPr/>
      <dgm:t>
        <a:bodyPr/>
        <a:lstStyle/>
        <a:p>
          <a:r>
            <a:rPr lang="en-GB" dirty="0" smtClean="0"/>
            <a:t>Établir un leadership clair</a:t>
          </a:r>
          <a:endParaRPr lang="en-GB" dirty="0"/>
        </a:p>
      </dgm:t>
    </dgm:pt>
    <dgm:pt modelId="{4884D407-899F-4376-AA2F-94E15526C779}" type="parTrans" cxnId="{9FC00982-8A27-465E-A8B0-B0E86A44F3E5}">
      <dgm:prSet/>
      <dgm:spPr/>
      <dgm:t>
        <a:bodyPr/>
        <a:lstStyle/>
        <a:p>
          <a:endParaRPr lang="en-GB"/>
        </a:p>
      </dgm:t>
    </dgm:pt>
    <dgm:pt modelId="{50E7F1BA-4A12-4C23-B0AC-6BE76217BC6F}" type="sibTrans" cxnId="{9FC00982-8A27-465E-A8B0-B0E86A44F3E5}">
      <dgm:prSet/>
      <dgm:spPr/>
      <dgm:t>
        <a:bodyPr/>
        <a:lstStyle/>
        <a:p>
          <a:endParaRPr lang="en-GB"/>
        </a:p>
      </dgm:t>
    </dgm:pt>
    <dgm:pt modelId="{1F2EE405-B21B-49A8-BA4D-AAE015DE2D61}">
      <dgm:prSet phldrT="[Text]"/>
      <dgm:spPr/>
      <dgm:t>
        <a:bodyPr/>
        <a:lstStyle/>
        <a:p>
          <a:r>
            <a:rPr lang="en-GB" dirty="0" smtClean="0"/>
            <a:t>Adopter une culture d'amélioration continue</a:t>
          </a:r>
          <a:endParaRPr lang="en-GB" dirty="0"/>
        </a:p>
      </dgm:t>
    </dgm:pt>
    <dgm:pt modelId="{21C42F44-5F1E-4C0D-9C93-45FEB5482856}" type="parTrans" cxnId="{852DE563-7960-46DD-BE27-2B65BFF4D304}">
      <dgm:prSet/>
      <dgm:spPr/>
      <dgm:t>
        <a:bodyPr/>
        <a:lstStyle/>
        <a:p>
          <a:endParaRPr lang="en-GB"/>
        </a:p>
      </dgm:t>
    </dgm:pt>
    <dgm:pt modelId="{2EF11422-FA49-481B-AEE0-6EFB102C731D}" type="sibTrans" cxnId="{852DE563-7960-46DD-BE27-2B65BFF4D304}">
      <dgm:prSet/>
      <dgm:spPr/>
      <dgm:t>
        <a:bodyPr/>
        <a:lstStyle/>
        <a:p>
          <a:endParaRPr lang="en-GB"/>
        </a:p>
      </dgm:t>
    </dgm:pt>
    <dgm:pt modelId="{2CE31C32-5B69-4D25-B670-0D98FA4D7C24}">
      <dgm:prSet phldrT="[Text]" custT="1"/>
      <dgm:spPr/>
      <dgm:t>
        <a:bodyPr/>
        <a:lstStyle/>
        <a:p>
          <a:r>
            <a:rPr lang="en-GB" sz="1000" dirty="0" smtClean="0"/>
            <a:t>Le retour d'expérience et l'apprentissage sont essentiels dans la transformation numérique. À mesure que l'organisation se transforme, de nouvelles opportunités se présentent et une culture appropriée d'amélioration continue est nécessaire, le personnel acquérant de nouvelles compétences.</a:t>
          </a:r>
          <a:endParaRPr lang="en-GB" sz="1000" dirty="0"/>
        </a:p>
      </dgm:t>
    </dgm:pt>
    <dgm:pt modelId="{93606271-F39B-49D5-94E4-0CB8A4D9EE02}" type="parTrans" cxnId="{A77C3ACB-33E4-4B88-881D-B44D31D76E9B}">
      <dgm:prSet/>
      <dgm:spPr/>
      <dgm:t>
        <a:bodyPr/>
        <a:lstStyle/>
        <a:p>
          <a:endParaRPr lang="en-GB"/>
        </a:p>
      </dgm:t>
    </dgm:pt>
    <dgm:pt modelId="{6F3C9DB6-818D-411D-9EDB-08C6FEB3875D}" type="sibTrans" cxnId="{A77C3ACB-33E4-4B88-881D-B44D31D76E9B}">
      <dgm:prSet/>
      <dgm:spPr/>
      <dgm:t>
        <a:bodyPr/>
        <a:lstStyle/>
        <a:p>
          <a:endParaRPr lang="en-GB"/>
        </a:p>
      </dgm:t>
    </dgm:pt>
    <dgm:pt modelId="{4035E6F0-2653-49EC-B354-44AE1F80D034}">
      <dgm:prSet phldrT="[Text]"/>
      <dgm:spPr/>
      <dgm:t>
        <a:bodyPr/>
        <a:lstStyle/>
        <a:p>
          <a:r>
            <a:rPr lang="en-GB" dirty="0" smtClean="0"/>
            <a:t>Sélectionner les technologies numériques appropriées</a:t>
          </a:r>
          <a:endParaRPr lang="en-GB" dirty="0"/>
        </a:p>
      </dgm:t>
    </dgm:pt>
    <dgm:pt modelId="{A35849ED-CA84-42AE-A041-E9A3128B8DBF}" type="parTrans" cxnId="{5536AB98-41E8-4E49-83A5-10004DD4C85E}">
      <dgm:prSet/>
      <dgm:spPr/>
      <dgm:t>
        <a:bodyPr/>
        <a:lstStyle/>
        <a:p>
          <a:endParaRPr lang="en-GB"/>
        </a:p>
      </dgm:t>
    </dgm:pt>
    <dgm:pt modelId="{525C8A4C-94AE-4899-9DB0-D0AE8B431D5B}" type="sibTrans" cxnId="{5536AB98-41E8-4E49-83A5-10004DD4C85E}">
      <dgm:prSet/>
      <dgm:spPr/>
      <dgm:t>
        <a:bodyPr/>
        <a:lstStyle/>
        <a:p>
          <a:endParaRPr lang="en-GB"/>
        </a:p>
      </dgm:t>
    </dgm:pt>
    <dgm:pt modelId="{F02A1940-7240-43CB-A952-0E5350D4C733}">
      <dgm:prSet phldrT="[Text]" custT="1"/>
      <dgm:spPr/>
      <dgm:t>
        <a:bodyPr/>
        <a:lstStyle/>
        <a:p>
          <a:r>
            <a:rPr lang="en-GB" sz="1000" dirty="0" smtClean="0"/>
            <a:t>Créer une vision claire de la manière dont la technologie numérique peut soutenir et porter la stratégie d'entreprise de l'organisation. Cela requiert une compréhension du potentiel des nouvelles technologies, associée à une stratégie commerciale clairement définie.</a:t>
          </a:r>
          <a:endParaRPr lang="en-GB" sz="1000" dirty="0"/>
        </a:p>
      </dgm:t>
    </dgm:pt>
    <dgm:pt modelId="{F7B066C8-63DE-4820-BF3B-65E1653DDCF2}" type="parTrans" cxnId="{BC9972DF-53CD-43A8-88C8-750F308D503B}">
      <dgm:prSet/>
      <dgm:spPr/>
      <dgm:t>
        <a:bodyPr/>
        <a:lstStyle/>
        <a:p>
          <a:endParaRPr lang="en-GB"/>
        </a:p>
      </dgm:t>
    </dgm:pt>
    <dgm:pt modelId="{939CF3E0-00E2-46C4-A10B-026525EBDCD6}" type="sibTrans" cxnId="{BC9972DF-53CD-43A8-88C8-750F308D503B}">
      <dgm:prSet/>
      <dgm:spPr/>
      <dgm:t>
        <a:bodyPr/>
        <a:lstStyle/>
        <a:p>
          <a:endParaRPr lang="en-GB"/>
        </a:p>
      </dgm:t>
    </dgm:pt>
    <dgm:pt modelId="{EB542997-2A67-4CF1-BF21-44719B99A454}">
      <dgm:prSet phldrT="[Text]" custT="1"/>
      <dgm:spPr/>
      <dgm:t>
        <a:bodyPr/>
        <a:lstStyle/>
        <a:p>
          <a:r>
            <a:rPr lang="en-GB" sz="1000" dirty="0" smtClean="0"/>
            <a:t>Pour que la transformation numérique réussisse, elle exige un engagement total de la direction générale dans toutes les fonctions. Il doit donc exister une vision claire et partagée qui dépasse les frontières des départements, avec une structure de parrainage clairement établie pour les initiatives numériques.</a:t>
          </a:r>
          <a:endParaRPr lang="en-GB" sz="1000" dirty="0"/>
        </a:p>
      </dgm:t>
    </dgm:pt>
    <dgm:pt modelId="{9929562A-0345-4D63-AC9A-95DE83FC784F}" type="parTrans" cxnId="{2E7D3B3B-D1ED-4DF3-BDAF-9B7240382695}">
      <dgm:prSet/>
      <dgm:spPr/>
      <dgm:t>
        <a:bodyPr/>
        <a:lstStyle/>
        <a:p>
          <a:endParaRPr lang="en-GB"/>
        </a:p>
      </dgm:t>
    </dgm:pt>
    <dgm:pt modelId="{0491A2C1-FF85-4AC3-87AD-5E9B656FD671}" type="sibTrans" cxnId="{2E7D3B3B-D1ED-4DF3-BDAF-9B7240382695}">
      <dgm:prSet/>
      <dgm:spPr/>
      <dgm:t>
        <a:bodyPr/>
        <a:lstStyle/>
        <a:p>
          <a:endParaRPr lang="en-GB"/>
        </a:p>
      </dgm:t>
    </dgm:pt>
    <dgm:pt modelId="{4C2C3EAA-0978-40AF-A1B9-D4B7F16C0776}">
      <dgm:prSet phldrT="[Text]" custT="1"/>
      <dgm:spPr/>
      <dgm:t>
        <a:bodyPr/>
        <a:lstStyle/>
        <a:p>
          <a:r>
            <a:rPr lang="en-GB" sz="1000" dirty="0" smtClean="0"/>
            <a:t>Notre expérience nous enseigne que la meilleure approche du changement numérique consiste à éviter d'écarter les idées initiales afin de constituer une longue liste d'initiatives numériques, qui peuvent ensuite être évaluées au regard de la vision numérique.</a:t>
          </a:r>
          <a:endParaRPr lang="en-GB" sz="1000" dirty="0"/>
        </a:p>
      </dgm:t>
    </dgm:pt>
    <dgm:pt modelId="{1D00B73F-C32E-46B8-8280-D4C54CC7DDAE}" type="parTrans" cxnId="{3742F17C-D190-4AFA-BAAE-5C6E9A7569F7}">
      <dgm:prSet/>
      <dgm:spPr/>
      <dgm:t>
        <a:bodyPr/>
        <a:lstStyle/>
        <a:p>
          <a:endParaRPr lang="en-GB"/>
        </a:p>
      </dgm:t>
    </dgm:pt>
    <dgm:pt modelId="{57C5C51C-D2A7-4BD0-A7AF-FD863141CAF9}" type="sibTrans" cxnId="{3742F17C-D190-4AFA-BAAE-5C6E9A7569F7}">
      <dgm:prSet/>
      <dgm:spPr/>
      <dgm:t>
        <a:bodyPr/>
        <a:lstStyle/>
        <a:p>
          <a:endParaRPr lang="en-GB"/>
        </a:p>
      </dgm:t>
    </dgm:pt>
    <dgm:pt modelId="{2C66580C-F2F9-4E2C-9213-5267BCAB5A78}">
      <dgm:prSet phldrT="[Text]"/>
      <dgm:spPr/>
      <dgm:t>
        <a:bodyPr/>
        <a:lstStyle/>
        <a:p>
          <a:r>
            <a:rPr lang="en-GB" dirty="0" smtClean="0"/>
            <a:t>Créer une dynamique</a:t>
          </a:r>
          <a:endParaRPr lang="en-GB" dirty="0"/>
        </a:p>
      </dgm:t>
    </dgm:pt>
    <dgm:pt modelId="{9963F938-45C7-4022-8A90-BC3B97D3F8AA}" type="parTrans" cxnId="{0ED5B981-B5EB-4F64-9DB3-37B089D84C8E}">
      <dgm:prSet/>
      <dgm:spPr/>
      <dgm:t>
        <a:bodyPr/>
        <a:lstStyle/>
        <a:p>
          <a:endParaRPr lang="en-GB"/>
        </a:p>
      </dgm:t>
    </dgm:pt>
    <dgm:pt modelId="{DD5AFE6D-800C-47DF-9762-6D1774BE655D}" type="sibTrans" cxnId="{0ED5B981-B5EB-4F64-9DB3-37B089D84C8E}">
      <dgm:prSet/>
      <dgm:spPr/>
      <dgm:t>
        <a:bodyPr/>
        <a:lstStyle/>
        <a:p>
          <a:endParaRPr lang="en-GB"/>
        </a:p>
      </dgm:t>
    </dgm:pt>
    <dgm:pt modelId="{E2613F82-71CA-40FF-8DF8-71A901E33406}">
      <dgm:prSet phldrT="[Text]" custT="1"/>
      <dgm:spPr/>
      <dgm:t>
        <a:bodyPr/>
        <a:lstStyle/>
        <a:p>
          <a:r>
            <a:rPr lang="en-GB" sz="1000" dirty="0" smtClean="0"/>
            <a:t>Aucune organisation ne peut tout faire à la fois. Il est essentiel de rester réaliste dans la transformation numérique, en commençant par des succès rapides et en bâtissant une dynamique pour faire avancer la transformation.</a:t>
          </a:r>
          <a:endParaRPr lang="en-GB" sz="1000" dirty="0"/>
        </a:p>
      </dgm:t>
    </dgm:pt>
    <dgm:pt modelId="{0A77D154-C3AF-4CD9-AAD7-CDC020CC649B}" type="parTrans" cxnId="{F161B9FE-4388-4AD3-B7EA-77495CDBCC17}">
      <dgm:prSet/>
      <dgm:spPr/>
      <dgm:t>
        <a:bodyPr/>
        <a:lstStyle/>
        <a:p>
          <a:endParaRPr lang="en-GB"/>
        </a:p>
      </dgm:t>
    </dgm:pt>
    <dgm:pt modelId="{81674620-4D55-4726-ABBF-46636D8D5D5C}" type="sibTrans" cxnId="{F161B9FE-4388-4AD3-B7EA-77495CDBCC17}">
      <dgm:prSet/>
      <dgm:spPr/>
      <dgm:t>
        <a:bodyPr/>
        <a:lstStyle/>
        <a:p>
          <a:endParaRPr lang="en-GB"/>
        </a:p>
      </dgm:t>
    </dgm:pt>
    <dgm:pt modelId="{A9365479-5B51-41C0-BA94-8EA43C5431ED}" type="pres">
      <dgm:prSet presAssocID="{4D31D397-AF17-4A89-BA02-0A545B7425FB}" presName="Name0" presStyleCnt="0">
        <dgm:presLayoutVars>
          <dgm:dir/>
          <dgm:animLvl val="lvl"/>
          <dgm:resizeHandles val="exact"/>
        </dgm:presLayoutVars>
      </dgm:prSet>
      <dgm:spPr/>
      <dgm:t>
        <a:bodyPr/>
        <a:lstStyle/>
        <a:p>
          <a:endParaRPr lang="en-GB"/>
        </a:p>
      </dgm:t>
    </dgm:pt>
    <dgm:pt modelId="{0408D215-F6C1-477D-9BDB-1A88A4EA201D}" type="pres">
      <dgm:prSet presAssocID="{550749AD-D6A2-46E5-8AE1-37F0FB9CEF45}" presName="linNode" presStyleCnt="0"/>
      <dgm:spPr/>
      <dgm:t>
        <a:bodyPr/>
        <a:lstStyle/>
        <a:p>
          <a:endParaRPr lang="en-GB"/>
        </a:p>
      </dgm:t>
    </dgm:pt>
    <dgm:pt modelId="{B9BB24FE-AFCF-45FA-99DD-C1BE473366E6}" type="pres">
      <dgm:prSet presAssocID="{550749AD-D6A2-46E5-8AE1-37F0FB9CEF45}" presName="parentText" presStyleLbl="node1" presStyleIdx="0" presStyleCnt="5">
        <dgm:presLayoutVars>
          <dgm:chMax val="1"/>
          <dgm:bulletEnabled val="1"/>
        </dgm:presLayoutVars>
      </dgm:prSet>
      <dgm:spPr/>
      <dgm:t>
        <a:bodyPr/>
        <a:lstStyle/>
        <a:p>
          <a:endParaRPr lang="en-GB"/>
        </a:p>
      </dgm:t>
    </dgm:pt>
    <dgm:pt modelId="{35BD5E24-2069-40A0-AA2E-A131E48B6890}" type="pres">
      <dgm:prSet presAssocID="{550749AD-D6A2-46E5-8AE1-37F0FB9CEF45}" presName="descendantText" presStyleLbl="alignAccFollowNode1" presStyleIdx="0" presStyleCnt="5" custScaleX="180757">
        <dgm:presLayoutVars>
          <dgm:bulletEnabled val="1"/>
        </dgm:presLayoutVars>
      </dgm:prSet>
      <dgm:spPr/>
      <dgm:t>
        <a:bodyPr/>
        <a:lstStyle/>
        <a:p>
          <a:endParaRPr lang="en-GB"/>
        </a:p>
      </dgm:t>
    </dgm:pt>
    <dgm:pt modelId="{B51C27A1-5FB6-4AAF-8336-814FE1A390F3}" type="pres">
      <dgm:prSet presAssocID="{9A83142B-5340-4FA6-9E8A-805B99BA88AA}" presName="sp" presStyleCnt="0"/>
      <dgm:spPr/>
      <dgm:t>
        <a:bodyPr/>
        <a:lstStyle/>
        <a:p>
          <a:endParaRPr lang="en-GB"/>
        </a:p>
      </dgm:t>
    </dgm:pt>
    <dgm:pt modelId="{1A4A2C9F-47DA-4B43-93DD-90BC1164C14C}" type="pres">
      <dgm:prSet presAssocID="{1621C48D-8A9C-45AE-99B8-DB05FBACABC2}" presName="linNode" presStyleCnt="0"/>
      <dgm:spPr/>
      <dgm:t>
        <a:bodyPr/>
        <a:lstStyle/>
        <a:p>
          <a:endParaRPr lang="en-GB"/>
        </a:p>
      </dgm:t>
    </dgm:pt>
    <dgm:pt modelId="{3D1AB65D-813D-48D5-9F8F-2DB201CB1437}" type="pres">
      <dgm:prSet presAssocID="{1621C48D-8A9C-45AE-99B8-DB05FBACABC2}" presName="parentText" presStyleLbl="node1" presStyleIdx="1" presStyleCnt="5">
        <dgm:presLayoutVars>
          <dgm:chMax val="1"/>
          <dgm:bulletEnabled val="1"/>
        </dgm:presLayoutVars>
      </dgm:prSet>
      <dgm:spPr/>
      <dgm:t>
        <a:bodyPr/>
        <a:lstStyle/>
        <a:p>
          <a:endParaRPr lang="en-GB"/>
        </a:p>
      </dgm:t>
    </dgm:pt>
    <dgm:pt modelId="{8E7644E6-B29D-4292-ABBA-DA6F4B955786}" type="pres">
      <dgm:prSet presAssocID="{1621C48D-8A9C-45AE-99B8-DB05FBACABC2}" presName="descendantText" presStyleLbl="alignAccFollowNode1" presStyleIdx="1" presStyleCnt="5" custScaleX="180757">
        <dgm:presLayoutVars>
          <dgm:bulletEnabled val="1"/>
        </dgm:presLayoutVars>
      </dgm:prSet>
      <dgm:spPr/>
      <dgm:t>
        <a:bodyPr/>
        <a:lstStyle/>
        <a:p>
          <a:endParaRPr lang="en-GB"/>
        </a:p>
      </dgm:t>
    </dgm:pt>
    <dgm:pt modelId="{058A843F-D8C1-4BC3-B535-5E2189427D8B}" type="pres">
      <dgm:prSet presAssocID="{50E7F1BA-4A12-4C23-B0AC-6BE76217BC6F}" presName="sp" presStyleCnt="0"/>
      <dgm:spPr/>
      <dgm:t>
        <a:bodyPr/>
        <a:lstStyle/>
        <a:p>
          <a:endParaRPr lang="en-GB"/>
        </a:p>
      </dgm:t>
    </dgm:pt>
    <dgm:pt modelId="{083B4C1B-09A4-4C88-91A4-9017BDF93337}" type="pres">
      <dgm:prSet presAssocID="{4035E6F0-2653-49EC-B354-44AE1F80D034}" presName="linNode" presStyleCnt="0"/>
      <dgm:spPr/>
      <dgm:t>
        <a:bodyPr/>
        <a:lstStyle/>
        <a:p>
          <a:endParaRPr lang="en-GB"/>
        </a:p>
      </dgm:t>
    </dgm:pt>
    <dgm:pt modelId="{54B1FF44-AD08-4837-AB4F-8E3A4A3CCA5F}" type="pres">
      <dgm:prSet presAssocID="{4035E6F0-2653-49EC-B354-44AE1F80D034}" presName="parentText" presStyleLbl="node1" presStyleIdx="2" presStyleCnt="5">
        <dgm:presLayoutVars>
          <dgm:chMax val="1"/>
          <dgm:bulletEnabled val="1"/>
        </dgm:presLayoutVars>
      </dgm:prSet>
      <dgm:spPr/>
      <dgm:t>
        <a:bodyPr/>
        <a:lstStyle/>
        <a:p>
          <a:endParaRPr lang="en-GB"/>
        </a:p>
      </dgm:t>
    </dgm:pt>
    <dgm:pt modelId="{0BE12B2B-C2A9-4CDE-AE16-7EB3A5638AEA}" type="pres">
      <dgm:prSet presAssocID="{4035E6F0-2653-49EC-B354-44AE1F80D034}" presName="descendantText" presStyleLbl="alignAccFollowNode1" presStyleIdx="2" presStyleCnt="5" custScaleX="180757">
        <dgm:presLayoutVars>
          <dgm:bulletEnabled val="1"/>
        </dgm:presLayoutVars>
      </dgm:prSet>
      <dgm:spPr/>
      <dgm:t>
        <a:bodyPr/>
        <a:lstStyle/>
        <a:p>
          <a:endParaRPr lang="en-GB"/>
        </a:p>
      </dgm:t>
    </dgm:pt>
    <dgm:pt modelId="{87A7BA0E-0F8D-474B-A6F8-BF92B5D7A234}" type="pres">
      <dgm:prSet presAssocID="{525C8A4C-94AE-4899-9DB0-D0AE8B431D5B}" presName="sp" presStyleCnt="0"/>
      <dgm:spPr/>
      <dgm:t>
        <a:bodyPr/>
        <a:lstStyle/>
        <a:p>
          <a:endParaRPr lang="en-GB"/>
        </a:p>
      </dgm:t>
    </dgm:pt>
    <dgm:pt modelId="{CDDA1617-E50A-485A-8FA4-3644FA0E9E56}" type="pres">
      <dgm:prSet presAssocID="{2C66580C-F2F9-4E2C-9213-5267BCAB5A78}" presName="linNode" presStyleCnt="0"/>
      <dgm:spPr/>
    </dgm:pt>
    <dgm:pt modelId="{066EDDCC-CD9C-4833-BABA-D90596DE672F}" type="pres">
      <dgm:prSet presAssocID="{2C66580C-F2F9-4E2C-9213-5267BCAB5A78}" presName="parentText" presStyleLbl="node1" presStyleIdx="3" presStyleCnt="5">
        <dgm:presLayoutVars>
          <dgm:chMax val="1"/>
          <dgm:bulletEnabled val="1"/>
        </dgm:presLayoutVars>
      </dgm:prSet>
      <dgm:spPr/>
      <dgm:t>
        <a:bodyPr/>
        <a:lstStyle/>
        <a:p>
          <a:endParaRPr lang="en-GB"/>
        </a:p>
      </dgm:t>
    </dgm:pt>
    <dgm:pt modelId="{E3021AA5-EB3E-4DDC-BD69-C24A75E0A694}" type="pres">
      <dgm:prSet presAssocID="{2C66580C-F2F9-4E2C-9213-5267BCAB5A78}" presName="descendantText" presStyleLbl="alignAccFollowNode1" presStyleIdx="3" presStyleCnt="5" custScaleX="180757">
        <dgm:presLayoutVars>
          <dgm:bulletEnabled val="1"/>
        </dgm:presLayoutVars>
      </dgm:prSet>
      <dgm:spPr/>
      <dgm:t>
        <a:bodyPr/>
        <a:lstStyle/>
        <a:p>
          <a:endParaRPr lang="en-GB"/>
        </a:p>
      </dgm:t>
    </dgm:pt>
    <dgm:pt modelId="{FBB7272F-7C4F-49DB-B865-F793428E55A8}" type="pres">
      <dgm:prSet presAssocID="{DD5AFE6D-800C-47DF-9762-6D1774BE655D}" presName="sp" presStyleCnt="0"/>
      <dgm:spPr/>
    </dgm:pt>
    <dgm:pt modelId="{B5CDAEC5-2467-42E5-A6E6-AD5F7721EE80}" type="pres">
      <dgm:prSet presAssocID="{1F2EE405-B21B-49A8-BA4D-AAE015DE2D61}" presName="linNode" presStyleCnt="0"/>
      <dgm:spPr/>
      <dgm:t>
        <a:bodyPr/>
        <a:lstStyle/>
        <a:p>
          <a:endParaRPr lang="en-GB"/>
        </a:p>
      </dgm:t>
    </dgm:pt>
    <dgm:pt modelId="{4CA54A94-663D-48AE-8BFF-07D33868E71E}" type="pres">
      <dgm:prSet presAssocID="{1F2EE405-B21B-49A8-BA4D-AAE015DE2D61}" presName="parentText" presStyleLbl="node1" presStyleIdx="4" presStyleCnt="5">
        <dgm:presLayoutVars>
          <dgm:chMax val="1"/>
          <dgm:bulletEnabled val="1"/>
        </dgm:presLayoutVars>
      </dgm:prSet>
      <dgm:spPr/>
      <dgm:t>
        <a:bodyPr/>
        <a:lstStyle/>
        <a:p>
          <a:endParaRPr lang="en-GB"/>
        </a:p>
      </dgm:t>
    </dgm:pt>
    <dgm:pt modelId="{CA7B1EF9-D115-4F3C-92D9-1DAB56AD8AED}" type="pres">
      <dgm:prSet presAssocID="{1F2EE405-B21B-49A8-BA4D-AAE015DE2D61}" presName="descendantText" presStyleLbl="alignAccFollowNode1" presStyleIdx="4" presStyleCnt="5" custScaleX="180757">
        <dgm:presLayoutVars>
          <dgm:bulletEnabled val="1"/>
        </dgm:presLayoutVars>
      </dgm:prSet>
      <dgm:spPr/>
      <dgm:t>
        <a:bodyPr/>
        <a:lstStyle/>
        <a:p>
          <a:endParaRPr lang="en-GB"/>
        </a:p>
      </dgm:t>
    </dgm:pt>
  </dgm:ptLst>
  <dgm:cxnLst>
    <dgm:cxn modelId="{48A66117-0789-4769-9849-F01ADA7AF6FE}" type="presOf" srcId="{2C66580C-F2F9-4E2C-9213-5267BCAB5A78}" destId="{066EDDCC-CD9C-4833-BABA-D90596DE672F}" srcOrd="0" destOrd="0" presId="urn:microsoft.com/office/officeart/2005/8/layout/vList5"/>
    <dgm:cxn modelId="{852DE563-7960-46DD-BE27-2B65BFF4D304}" srcId="{4D31D397-AF17-4A89-BA02-0A545B7425FB}" destId="{1F2EE405-B21B-49A8-BA4D-AAE015DE2D61}" srcOrd="4" destOrd="0" parTransId="{21C42F44-5F1E-4C0D-9C93-45FEB5482856}" sibTransId="{2EF11422-FA49-481B-AEE0-6EFB102C731D}"/>
    <dgm:cxn modelId="{BC9972DF-53CD-43A8-88C8-750F308D503B}" srcId="{550749AD-D6A2-46E5-8AE1-37F0FB9CEF45}" destId="{F02A1940-7240-43CB-A952-0E5350D4C733}" srcOrd="0" destOrd="0" parTransId="{F7B066C8-63DE-4820-BF3B-65E1653DDCF2}" sibTransId="{939CF3E0-00E2-46C4-A10B-026525EBDCD6}"/>
    <dgm:cxn modelId="{DF010C5B-5BB9-40F8-BFC4-12CD47CD5F27}" type="presOf" srcId="{E2613F82-71CA-40FF-8DF8-71A901E33406}" destId="{E3021AA5-EB3E-4DDC-BD69-C24A75E0A694}" srcOrd="0" destOrd="0" presId="urn:microsoft.com/office/officeart/2005/8/layout/vList5"/>
    <dgm:cxn modelId="{7DE4B984-671F-4622-98DC-2A5EFE214FA3}" type="presOf" srcId="{1F2EE405-B21B-49A8-BA4D-AAE015DE2D61}" destId="{4CA54A94-663D-48AE-8BFF-07D33868E71E}" srcOrd="0" destOrd="0" presId="urn:microsoft.com/office/officeart/2005/8/layout/vList5"/>
    <dgm:cxn modelId="{A77C3ACB-33E4-4B88-881D-B44D31D76E9B}" srcId="{1F2EE405-B21B-49A8-BA4D-AAE015DE2D61}" destId="{2CE31C32-5B69-4D25-B670-0D98FA4D7C24}" srcOrd="0" destOrd="0" parTransId="{93606271-F39B-49D5-94E4-0CB8A4D9EE02}" sibTransId="{6F3C9DB6-818D-411D-9EDB-08C6FEB3875D}"/>
    <dgm:cxn modelId="{F161B9FE-4388-4AD3-B7EA-77495CDBCC17}" srcId="{2C66580C-F2F9-4E2C-9213-5267BCAB5A78}" destId="{E2613F82-71CA-40FF-8DF8-71A901E33406}" srcOrd="0" destOrd="0" parTransId="{0A77D154-C3AF-4CD9-AAD7-CDC020CC649B}" sibTransId="{81674620-4D55-4726-ABBF-46636D8D5D5C}"/>
    <dgm:cxn modelId="{3742F17C-D190-4AFA-BAAE-5C6E9A7569F7}" srcId="{4035E6F0-2653-49EC-B354-44AE1F80D034}" destId="{4C2C3EAA-0978-40AF-A1B9-D4B7F16C0776}" srcOrd="0" destOrd="0" parTransId="{1D00B73F-C32E-46B8-8280-D4C54CC7DDAE}" sibTransId="{57C5C51C-D2A7-4BD0-A7AF-FD863141CAF9}"/>
    <dgm:cxn modelId="{6831F77C-DAC5-4BE9-B9B7-CCF3C6E34C93}" srcId="{4D31D397-AF17-4A89-BA02-0A545B7425FB}" destId="{550749AD-D6A2-46E5-8AE1-37F0FB9CEF45}" srcOrd="0" destOrd="0" parTransId="{6E996B3A-B64D-4A65-A828-2CA56B357A7B}" sibTransId="{9A83142B-5340-4FA6-9E8A-805B99BA88AA}"/>
    <dgm:cxn modelId="{0ED5B981-B5EB-4F64-9DB3-37B089D84C8E}" srcId="{4D31D397-AF17-4A89-BA02-0A545B7425FB}" destId="{2C66580C-F2F9-4E2C-9213-5267BCAB5A78}" srcOrd="3" destOrd="0" parTransId="{9963F938-45C7-4022-8A90-BC3B97D3F8AA}" sibTransId="{DD5AFE6D-800C-47DF-9762-6D1774BE655D}"/>
    <dgm:cxn modelId="{2C5B9CF2-0E38-42EA-AC5D-5F673ACEBABE}" type="presOf" srcId="{4C2C3EAA-0978-40AF-A1B9-D4B7F16C0776}" destId="{0BE12B2B-C2A9-4CDE-AE16-7EB3A5638AEA}" srcOrd="0" destOrd="0" presId="urn:microsoft.com/office/officeart/2005/8/layout/vList5"/>
    <dgm:cxn modelId="{CAEF7CF9-733C-4725-A927-2150F0EA2BBB}" type="presOf" srcId="{EB542997-2A67-4CF1-BF21-44719B99A454}" destId="{8E7644E6-B29D-4292-ABBA-DA6F4B955786}" srcOrd="0" destOrd="0" presId="urn:microsoft.com/office/officeart/2005/8/layout/vList5"/>
    <dgm:cxn modelId="{1EAA1AF4-D673-421D-AC99-D95E355F9BEF}" type="presOf" srcId="{2CE31C32-5B69-4D25-B670-0D98FA4D7C24}" destId="{CA7B1EF9-D115-4F3C-92D9-1DAB56AD8AED}" srcOrd="0" destOrd="0" presId="urn:microsoft.com/office/officeart/2005/8/layout/vList5"/>
    <dgm:cxn modelId="{2E7D3B3B-D1ED-4DF3-BDAF-9B7240382695}" srcId="{1621C48D-8A9C-45AE-99B8-DB05FBACABC2}" destId="{EB542997-2A67-4CF1-BF21-44719B99A454}" srcOrd="0" destOrd="0" parTransId="{9929562A-0345-4D63-AC9A-95DE83FC784F}" sibTransId="{0491A2C1-FF85-4AC3-87AD-5E9B656FD671}"/>
    <dgm:cxn modelId="{C2A4A765-D276-44E0-8787-A84D0F51F084}" type="presOf" srcId="{550749AD-D6A2-46E5-8AE1-37F0FB9CEF45}" destId="{B9BB24FE-AFCF-45FA-99DD-C1BE473366E6}" srcOrd="0" destOrd="0" presId="urn:microsoft.com/office/officeart/2005/8/layout/vList5"/>
    <dgm:cxn modelId="{FB45639C-E107-40E5-B793-5F0F9656F0D5}" type="presOf" srcId="{4035E6F0-2653-49EC-B354-44AE1F80D034}" destId="{54B1FF44-AD08-4837-AB4F-8E3A4A3CCA5F}" srcOrd="0" destOrd="0" presId="urn:microsoft.com/office/officeart/2005/8/layout/vList5"/>
    <dgm:cxn modelId="{5536AB98-41E8-4E49-83A5-10004DD4C85E}" srcId="{4D31D397-AF17-4A89-BA02-0A545B7425FB}" destId="{4035E6F0-2653-49EC-B354-44AE1F80D034}" srcOrd="2" destOrd="0" parTransId="{A35849ED-CA84-42AE-A041-E9A3128B8DBF}" sibTransId="{525C8A4C-94AE-4899-9DB0-D0AE8B431D5B}"/>
    <dgm:cxn modelId="{5677CDBA-57CB-4941-A008-00C937F3A25F}" type="presOf" srcId="{F02A1940-7240-43CB-A952-0E5350D4C733}" destId="{35BD5E24-2069-40A0-AA2E-A131E48B6890}" srcOrd="0" destOrd="0" presId="urn:microsoft.com/office/officeart/2005/8/layout/vList5"/>
    <dgm:cxn modelId="{9FC00982-8A27-465E-A8B0-B0E86A44F3E5}" srcId="{4D31D397-AF17-4A89-BA02-0A545B7425FB}" destId="{1621C48D-8A9C-45AE-99B8-DB05FBACABC2}" srcOrd="1" destOrd="0" parTransId="{4884D407-899F-4376-AA2F-94E15526C779}" sibTransId="{50E7F1BA-4A12-4C23-B0AC-6BE76217BC6F}"/>
    <dgm:cxn modelId="{05C324BB-C0BF-4688-BFF6-F90B5CF38F7B}" type="presOf" srcId="{1621C48D-8A9C-45AE-99B8-DB05FBACABC2}" destId="{3D1AB65D-813D-48D5-9F8F-2DB201CB1437}" srcOrd="0" destOrd="0" presId="urn:microsoft.com/office/officeart/2005/8/layout/vList5"/>
    <dgm:cxn modelId="{B55D7236-8BC3-43FE-8EE8-0B2C1855A169}" type="presOf" srcId="{4D31D397-AF17-4A89-BA02-0A545B7425FB}" destId="{A9365479-5B51-41C0-BA94-8EA43C5431ED}" srcOrd="0" destOrd="0" presId="urn:microsoft.com/office/officeart/2005/8/layout/vList5"/>
    <dgm:cxn modelId="{4FDD13C6-E58F-4605-B423-8E2947A2DBB6}" type="presParOf" srcId="{A9365479-5B51-41C0-BA94-8EA43C5431ED}" destId="{0408D215-F6C1-477D-9BDB-1A88A4EA201D}" srcOrd="0" destOrd="0" presId="urn:microsoft.com/office/officeart/2005/8/layout/vList5"/>
    <dgm:cxn modelId="{0929017F-8445-488D-B06A-8A0D71E48091}" type="presParOf" srcId="{0408D215-F6C1-477D-9BDB-1A88A4EA201D}" destId="{B9BB24FE-AFCF-45FA-99DD-C1BE473366E6}" srcOrd="0" destOrd="0" presId="urn:microsoft.com/office/officeart/2005/8/layout/vList5"/>
    <dgm:cxn modelId="{3EC1875A-CB96-4700-B992-9F5B88BD1C12}" type="presParOf" srcId="{0408D215-F6C1-477D-9BDB-1A88A4EA201D}" destId="{35BD5E24-2069-40A0-AA2E-A131E48B6890}" srcOrd="1" destOrd="0" presId="urn:microsoft.com/office/officeart/2005/8/layout/vList5"/>
    <dgm:cxn modelId="{3C66D4F1-288D-4C9E-A719-60B7F7C45805}" type="presParOf" srcId="{A9365479-5B51-41C0-BA94-8EA43C5431ED}" destId="{B51C27A1-5FB6-4AAF-8336-814FE1A390F3}" srcOrd="1" destOrd="0" presId="urn:microsoft.com/office/officeart/2005/8/layout/vList5"/>
    <dgm:cxn modelId="{FFE1212D-3D7C-4F30-BB5C-00FCE18C0398}" type="presParOf" srcId="{A9365479-5B51-41C0-BA94-8EA43C5431ED}" destId="{1A4A2C9F-47DA-4B43-93DD-90BC1164C14C}" srcOrd="2" destOrd="0" presId="urn:microsoft.com/office/officeart/2005/8/layout/vList5"/>
    <dgm:cxn modelId="{CAF78964-14F4-464D-AFEE-0D83C599802F}" type="presParOf" srcId="{1A4A2C9F-47DA-4B43-93DD-90BC1164C14C}" destId="{3D1AB65D-813D-48D5-9F8F-2DB201CB1437}" srcOrd="0" destOrd="0" presId="urn:microsoft.com/office/officeart/2005/8/layout/vList5"/>
    <dgm:cxn modelId="{15F6C672-5186-473D-AD0C-8D4E9E163D54}" type="presParOf" srcId="{1A4A2C9F-47DA-4B43-93DD-90BC1164C14C}" destId="{8E7644E6-B29D-4292-ABBA-DA6F4B955786}" srcOrd="1" destOrd="0" presId="urn:microsoft.com/office/officeart/2005/8/layout/vList5"/>
    <dgm:cxn modelId="{6750230C-C005-4E36-A59D-C4CB508221FC}" type="presParOf" srcId="{A9365479-5B51-41C0-BA94-8EA43C5431ED}" destId="{058A843F-D8C1-4BC3-B535-5E2189427D8B}" srcOrd="3" destOrd="0" presId="urn:microsoft.com/office/officeart/2005/8/layout/vList5"/>
    <dgm:cxn modelId="{94C1232D-961C-4881-A562-F9982DBE6893}" type="presParOf" srcId="{A9365479-5B51-41C0-BA94-8EA43C5431ED}" destId="{083B4C1B-09A4-4C88-91A4-9017BDF93337}" srcOrd="4" destOrd="0" presId="urn:microsoft.com/office/officeart/2005/8/layout/vList5"/>
    <dgm:cxn modelId="{7108B710-735B-415F-A24C-157740F6682B}" type="presParOf" srcId="{083B4C1B-09A4-4C88-91A4-9017BDF93337}" destId="{54B1FF44-AD08-4837-AB4F-8E3A4A3CCA5F}" srcOrd="0" destOrd="0" presId="urn:microsoft.com/office/officeart/2005/8/layout/vList5"/>
    <dgm:cxn modelId="{E9D51328-E211-4A71-B39A-494323477871}" type="presParOf" srcId="{083B4C1B-09A4-4C88-91A4-9017BDF93337}" destId="{0BE12B2B-C2A9-4CDE-AE16-7EB3A5638AEA}" srcOrd="1" destOrd="0" presId="urn:microsoft.com/office/officeart/2005/8/layout/vList5"/>
    <dgm:cxn modelId="{57EAA607-2400-4E0A-BFF4-8940C0B2F214}" type="presParOf" srcId="{A9365479-5B51-41C0-BA94-8EA43C5431ED}" destId="{87A7BA0E-0F8D-474B-A6F8-BF92B5D7A234}" srcOrd="5" destOrd="0" presId="urn:microsoft.com/office/officeart/2005/8/layout/vList5"/>
    <dgm:cxn modelId="{A47F13B6-09D4-45BB-8ADA-8DD059BD0C43}" type="presParOf" srcId="{A9365479-5B51-41C0-BA94-8EA43C5431ED}" destId="{CDDA1617-E50A-485A-8FA4-3644FA0E9E56}" srcOrd="6" destOrd="0" presId="urn:microsoft.com/office/officeart/2005/8/layout/vList5"/>
    <dgm:cxn modelId="{C7CFCD80-A147-4A94-9669-5B53BE94E96E}" type="presParOf" srcId="{CDDA1617-E50A-485A-8FA4-3644FA0E9E56}" destId="{066EDDCC-CD9C-4833-BABA-D90596DE672F}" srcOrd="0" destOrd="0" presId="urn:microsoft.com/office/officeart/2005/8/layout/vList5"/>
    <dgm:cxn modelId="{9EEF70DE-207E-4653-B04C-21C7BE4D69A7}" type="presParOf" srcId="{CDDA1617-E50A-485A-8FA4-3644FA0E9E56}" destId="{E3021AA5-EB3E-4DDC-BD69-C24A75E0A694}" srcOrd="1" destOrd="0" presId="urn:microsoft.com/office/officeart/2005/8/layout/vList5"/>
    <dgm:cxn modelId="{3B85F286-7E07-4869-9459-69E29D944FCA}" type="presParOf" srcId="{A9365479-5B51-41C0-BA94-8EA43C5431ED}" destId="{FBB7272F-7C4F-49DB-B865-F793428E55A8}" srcOrd="7" destOrd="0" presId="urn:microsoft.com/office/officeart/2005/8/layout/vList5"/>
    <dgm:cxn modelId="{B47FB5E6-07C7-43E4-B281-634025A7C13B}" type="presParOf" srcId="{A9365479-5B51-41C0-BA94-8EA43C5431ED}" destId="{B5CDAEC5-2467-42E5-A6E6-AD5F7721EE80}" srcOrd="8" destOrd="0" presId="urn:microsoft.com/office/officeart/2005/8/layout/vList5"/>
    <dgm:cxn modelId="{7A443BDA-B5E1-4E87-83A5-D5A86E05274F}" type="presParOf" srcId="{B5CDAEC5-2467-42E5-A6E6-AD5F7721EE80}" destId="{4CA54A94-663D-48AE-8BFF-07D33868E71E}" srcOrd="0" destOrd="0" presId="urn:microsoft.com/office/officeart/2005/8/layout/vList5"/>
    <dgm:cxn modelId="{3242EA62-C3BD-4664-940E-24B56CBE4CFC}" type="presParOf" srcId="{B5CDAEC5-2467-42E5-A6E6-AD5F7721EE80}" destId="{CA7B1EF9-D115-4F3C-92D9-1DAB56AD8AED}" srcOrd="1" destOrd="0" presId="urn:microsoft.com/office/officeart/2005/8/layout/vList5"/>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AD992C5-F85F-4D92-9F50-5D4CB7993C3D}">
      <dsp:nvSpPr>
        <dsp:cNvPr id="0" name=""/>
        <dsp:cNvSpPr/>
      </dsp:nvSpPr>
      <dsp:spPr>
        <a:xfrm>
          <a:off x="1663823" y="1312215"/>
          <a:ext cx="1667882" cy="1442786"/>
        </a:xfrm>
        <a:prstGeom prst="hexagon">
          <a:avLst>
            <a:gd name="adj" fmla="val 28570"/>
            <a:gd name="vf" fmla="val 115470"/>
          </a:avLst>
        </a:prstGeom>
        <a:solidFill>
          <a:schemeClr val="accent2"/>
        </a:solidFill>
        <a:ln>
          <a:noFill/>
        </a:ln>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3970" tIns="13970" rIns="13970" bIns="13970" numCol="1" spcCol="1270" anchor="ctr" anchorCtr="0">
          <a:noAutofit/>
        </a:bodyPr>
        <a:lstStyle/>
        <a:p>
          <a:pPr lvl="0" algn="ctr" defTabSz="488950">
            <a:lnSpc>
              <a:spcPct val="90000"/>
            </a:lnSpc>
            <a:spcBef>
              <a:spcPct val="0"/>
            </a:spcBef>
            <a:spcAft>
              <a:spcPct val="35000"/>
            </a:spcAft>
          </a:pPr>
          <a:r>
            <a:rPr lang="en-GB" sz="1100" b="1" kern="1200" dirty="0" smtClean="0"/>
            <a:t>RSM Technology Consulting</a:t>
          </a:r>
          <a:endParaRPr lang="en-GB" sz="1100" b="1" kern="1200" dirty="0"/>
        </a:p>
      </dsp:txBody>
      <dsp:txXfrm>
        <a:off x="1940214" y="1551305"/>
        <a:ext cx="1115100" cy="964606"/>
      </dsp:txXfrm>
    </dsp:sp>
    <dsp:sp modelId="{7F0273A2-DFCD-4805-90AA-6F332DF2D94A}">
      <dsp:nvSpPr>
        <dsp:cNvPr id="0" name=""/>
        <dsp:cNvSpPr/>
      </dsp:nvSpPr>
      <dsp:spPr>
        <a:xfrm>
          <a:off x="2708238" y="621939"/>
          <a:ext cx="629287" cy="542214"/>
        </a:xfrm>
        <a:prstGeom prst="hexagon">
          <a:avLst>
            <a:gd name="adj" fmla="val 28900"/>
            <a:gd name="vf" fmla="val 115470"/>
          </a:avLst>
        </a:prstGeom>
        <a:solidFill>
          <a:schemeClr val="accent1">
            <a:tint val="40000"/>
            <a:hueOff val="0"/>
            <a:satOff val="0"/>
            <a:lumOff val="0"/>
            <a:alphaOff val="0"/>
          </a:schemeClr>
        </a:solidFill>
        <a:ln>
          <a:noFill/>
        </a:ln>
        <a:effectLst/>
        <a:scene3d>
          <a:camera prst="orthographicFront"/>
          <a:lightRig rig="flat" dir="t"/>
        </a:scene3d>
        <a:sp3d z="-190500" extrusionH="12700" prstMaterial="plastic">
          <a:bevelT w="50800" h="50800"/>
        </a:sp3d>
      </dsp:spPr>
      <dsp:style>
        <a:lnRef idx="0">
          <a:scrgbClr r="0" g="0" b="0"/>
        </a:lnRef>
        <a:fillRef idx="3">
          <a:scrgbClr r="0" g="0" b="0"/>
        </a:fillRef>
        <a:effectRef idx="0">
          <a:scrgbClr r="0" g="0" b="0"/>
        </a:effectRef>
        <a:fontRef idx="minor"/>
      </dsp:style>
    </dsp:sp>
    <dsp:sp modelId="{6EF87B21-B1A0-4002-AFA3-083C9F025C3A}">
      <dsp:nvSpPr>
        <dsp:cNvPr id="0" name=""/>
        <dsp:cNvSpPr/>
      </dsp:nvSpPr>
      <dsp:spPr>
        <a:xfrm>
          <a:off x="1817459" y="0"/>
          <a:ext cx="1366818" cy="1182458"/>
        </a:xfrm>
        <a:prstGeom prst="hexagon">
          <a:avLst>
            <a:gd name="adj" fmla="val 28570"/>
            <a:gd name="vf" fmla="val 115470"/>
          </a:avLst>
        </a:prstGeom>
        <a:solidFill>
          <a:schemeClr val="accent1">
            <a:hueOff val="0"/>
            <a:satOff val="0"/>
            <a:lumOff val="0"/>
            <a:alphaOff val="0"/>
          </a:schemeClr>
        </a:solidFill>
        <a:ln>
          <a:noFill/>
        </a:ln>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3970" tIns="13970" rIns="13970" bIns="13970" numCol="1" spcCol="1270" anchor="ctr" anchorCtr="0">
          <a:noAutofit/>
        </a:bodyPr>
        <a:lstStyle/>
        <a:p>
          <a:pPr lvl="0" algn="ctr" defTabSz="488950">
            <a:lnSpc>
              <a:spcPct val="90000"/>
            </a:lnSpc>
            <a:spcBef>
              <a:spcPct val="0"/>
            </a:spcBef>
            <a:spcAft>
              <a:spcPct val="35000"/>
            </a:spcAft>
          </a:pPr>
          <a:r>
            <a:rPr lang="en-GB" sz="1100" b="1" kern="1200" dirty="0" smtClean="0"/>
            <a:t>Stratégie numérique et informatique</a:t>
          </a:r>
          <a:endParaRPr lang="en-GB" sz="1100" b="1" kern="1200" dirty="0"/>
        </a:p>
      </dsp:txBody>
      <dsp:txXfrm>
        <a:off x="2043970" y="195959"/>
        <a:ext cx="913796" cy="790540"/>
      </dsp:txXfrm>
    </dsp:sp>
    <dsp:sp modelId="{6A8DBDD1-7785-4847-82D5-931D7F20233A}">
      <dsp:nvSpPr>
        <dsp:cNvPr id="0" name=""/>
        <dsp:cNvSpPr/>
      </dsp:nvSpPr>
      <dsp:spPr>
        <a:xfrm>
          <a:off x="3442665" y="1635591"/>
          <a:ext cx="629287" cy="542214"/>
        </a:xfrm>
        <a:prstGeom prst="hexagon">
          <a:avLst>
            <a:gd name="adj" fmla="val 28900"/>
            <a:gd name="vf" fmla="val 115470"/>
          </a:avLst>
        </a:prstGeom>
        <a:solidFill>
          <a:schemeClr val="accent1">
            <a:tint val="40000"/>
            <a:hueOff val="0"/>
            <a:satOff val="0"/>
            <a:lumOff val="0"/>
            <a:alphaOff val="0"/>
          </a:schemeClr>
        </a:solidFill>
        <a:ln>
          <a:noFill/>
        </a:ln>
        <a:effectLst/>
        <a:scene3d>
          <a:camera prst="orthographicFront"/>
          <a:lightRig rig="flat" dir="t"/>
        </a:scene3d>
        <a:sp3d z="-190500" extrusionH="12700" prstMaterial="plastic">
          <a:bevelT w="50800" h="50800"/>
        </a:sp3d>
      </dsp:spPr>
      <dsp:style>
        <a:lnRef idx="0">
          <a:scrgbClr r="0" g="0" b="0"/>
        </a:lnRef>
        <a:fillRef idx="3">
          <a:scrgbClr r="0" g="0" b="0"/>
        </a:fillRef>
        <a:effectRef idx="0">
          <a:scrgbClr r="0" g="0" b="0"/>
        </a:effectRef>
        <a:fontRef idx="minor"/>
      </dsp:style>
    </dsp:sp>
    <dsp:sp modelId="{76E2DF38-CB22-4C46-8872-05CB3864CD18}">
      <dsp:nvSpPr>
        <dsp:cNvPr id="0" name=""/>
        <dsp:cNvSpPr/>
      </dsp:nvSpPr>
      <dsp:spPr>
        <a:xfrm>
          <a:off x="3050857" y="743774"/>
          <a:ext cx="1366818" cy="1182458"/>
        </a:xfrm>
        <a:prstGeom prst="hexagon">
          <a:avLst>
            <a:gd name="adj" fmla="val 28570"/>
            <a:gd name="vf" fmla="val 115470"/>
          </a:avLst>
        </a:prstGeom>
        <a:solidFill>
          <a:schemeClr val="accent1">
            <a:hueOff val="0"/>
            <a:satOff val="0"/>
            <a:lumOff val="0"/>
            <a:alphaOff val="0"/>
          </a:schemeClr>
        </a:solidFill>
        <a:ln>
          <a:noFill/>
        </a:ln>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3970" tIns="13970" rIns="13970" bIns="13970" numCol="1" spcCol="1270" anchor="ctr" anchorCtr="0">
          <a:noAutofit/>
        </a:bodyPr>
        <a:lstStyle/>
        <a:p>
          <a:pPr lvl="0" algn="ctr" defTabSz="488950">
            <a:lnSpc>
              <a:spcPct val="90000"/>
            </a:lnSpc>
            <a:spcBef>
              <a:spcPct val="0"/>
            </a:spcBef>
            <a:spcAft>
              <a:spcPct val="35000"/>
            </a:spcAft>
          </a:pPr>
          <a:r>
            <a:rPr lang="en-GB" sz="1100" b="1" kern="1200" dirty="0" smtClean="0"/>
            <a:t>ERP et systèmes comptables</a:t>
          </a:r>
          <a:endParaRPr lang="en-GB" sz="1100" b="1" kern="1200" dirty="0"/>
        </a:p>
      </dsp:txBody>
      <dsp:txXfrm>
        <a:off x="3277368" y="939733"/>
        <a:ext cx="913796" cy="790540"/>
      </dsp:txXfrm>
    </dsp:sp>
    <dsp:sp modelId="{883FFAA7-F9D3-4DF9-96C3-1A9319804CA0}">
      <dsp:nvSpPr>
        <dsp:cNvPr id="0" name=""/>
        <dsp:cNvSpPr/>
      </dsp:nvSpPr>
      <dsp:spPr>
        <a:xfrm>
          <a:off x="2932485" y="2779814"/>
          <a:ext cx="629287" cy="542214"/>
        </a:xfrm>
        <a:prstGeom prst="hexagon">
          <a:avLst>
            <a:gd name="adj" fmla="val 28900"/>
            <a:gd name="vf" fmla="val 115470"/>
          </a:avLst>
        </a:prstGeom>
        <a:solidFill>
          <a:schemeClr val="accent1">
            <a:tint val="40000"/>
            <a:hueOff val="0"/>
            <a:satOff val="0"/>
            <a:lumOff val="0"/>
            <a:alphaOff val="0"/>
          </a:schemeClr>
        </a:solidFill>
        <a:ln>
          <a:noFill/>
        </a:ln>
        <a:effectLst/>
        <a:scene3d>
          <a:camera prst="orthographicFront"/>
          <a:lightRig rig="flat" dir="t"/>
        </a:scene3d>
        <a:sp3d z="-190500" extrusionH="12700" prstMaterial="plastic">
          <a:bevelT w="50800" h="50800"/>
        </a:sp3d>
      </dsp:spPr>
      <dsp:style>
        <a:lnRef idx="0">
          <a:scrgbClr r="0" g="0" b="0"/>
        </a:lnRef>
        <a:fillRef idx="3">
          <a:scrgbClr r="0" g="0" b="0"/>
        </a:fillRef>
        <a:effectRef idx="0">
          <a:scrgbClr r="0" g="0" b="0"/>
        </a:effectRef>
        <a:fontRef idx="minor"/>
      </dsp:style>
    </dsp:sp>
    <dsp:sp modelId="{30830000-A553-4E38-8C54-79420FBD7D5A}">
      <dsp:nvSpPr>
        <dsp:cNvPr id="0" name=""/>
        <dsp:cNvSpPr/>
      </dsp:nvSpPr>
      <dsp:spPr>
        <a:xfrm>
          <a:off x="3070990" y="2157061"/>
          <a:ext cx="1366818" cy="1182458"/>
        </a:xfrm>
        <a:prstGeom prst="hexagon">
          <a:avLst>
            <a:gd name="adj" fmla="val 28570"/>
            <a:gd name="vf" fmla="val 115470"/>
          </a:avLst>
        </a:prstGeom>
        <a:solidFill>
          <a:schemeClr val="accent1">
            <a:hueOff val="0"/>
            <a:satOff val="0"/>
            <a:lumOff val="0"/>
            <a:alphaOff val="0"/>
          </a:schemeClr>
        </a:solidFill>
        <a:ln>
          <a:noFill/>
        </a:ln>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3970" tIns="13970" rIns="13970" bIns="13970" numCol="1" spcCol="1270" anchor="ctr" anchorCtr="0">
          <a:noAutofit/>
        </a:bodyPr>
        <a:lstStyle/>
        <a:p>
          <a:pPr lvl="0" algn="ctr" defTabSz="488950">
            <a:lnSpc>
              <a:spcPct val="90000"/>
            </a:lnSpc>
            <a:spcBef>
              <a:spcPct val="0"/>
            </a:spcBef>
            <a:spcAft>
              <a:spcPct val="35000"/>
            </a:spcAft>
          </a:pPr>
          <a:r>
            <a:rPr lang="en-GB" sz="1100" b="1" kern="1200" dirty="0" smtClean="0"/>
            <a:t>Risque informatique</a:t>
          </a:r>
          <a:endParaRPr lang="en-GB" sz="1100" b="1" kern="1200" dirty="0"/>
        </a:p>
      </dsp:txBody>
      <dsp:txXfrm>
        <a:off x="3297501" y="2353020"/>
        <a:ext cx="913796" cy="790540"/>
      </dsp:txXfrm>
    </dsp:sp>
    <dsp:sp modelId="{5A0E315C-977C-4ED9-AC99-F2F81A7822D6}">
      <dsp:nvSpPr>
        <dsp:cNvPr id="0" name=""/>
        <dsp:cNvSpPr/>
      </dsp:nvSpPr>
      <dsp:spPr>
        <a:xfrm>
          <a:off x="1666927" y="2898588"/>
          <a:ext cx="629287" cy="542214"/>
        </a:xfrm>
        <a:prstGeom prst="hexagon">
          <a:avLst>
            <a:gd name="adj" fmla="val 28900"/>
            <a:gd name="vf" fmla="val 115470"/>
          </a:avLst>
        </a:prstGeom>
        <a:solidFill>
          <a:schemeClr val="accent1">
            <a:tint val="40000"/>
            <a:hueOff val="0"/>
            <a:satOff val="0"/>
            <a:lumOff val="0"/>
            <a:alphaOff val="0"/>
          </a:schemeClr>
        </a:solidFill>
        <a:ln>
          <a:noFill/>
        </a:ln>
        <a:effectLst/>
        <a:scene3d>
          <a:camera prst="orthographicFront"/>
          <a:lightRig rig="flat" dir="t"/>
        </a:scene3d>
        <a:sp3d z="-190500" extrusionH="12700" prstMaterial="plastic">
          <a:bevelT w="50800" h="50800"/>
        </a:sp3d>
      </dsp:spPr>
      <dsp:style>
        <a:lnRef idx="0">
          <a:scrgbClr r="0" g="0" b="0"/>
        </a:lnRef>
        <a:fillRef idx="3">
          <a:scrgbClr r="0" g="0" b="0"/>
        </a:fillRef>
        <a:effectRef idx="0">
          <a:scrgbClr r="0" g="0" b="0"/>
        </a:effectRef>
        <a:fontRef idx="minor"/>
      </dsp:style>
    </dsp:sp>
    <dsp:sp modelId="{43D9D079-435A-43E8-88F7-EFE28EA96563}">
      <dsp:nvSpPr>
        <dsp:cNvPr id="0" name=""/>
        <dsp:cNvSpPr/>
      </dsp:nvSpPr>
      <dsp:spPr>
        <a:xfrm>
          <a:off x="1817459" y="2885165"/>
          <a:ext cx="1366818" cy="1182458"/>
        </a:xfrm>
        <a:prstGeom prst="hexagon">
          <a:avLst>
            <a:gd name="adj" fmla="val 28570"/>
            <a:gd name="vf" fmla="val 115470"/>
          </a:avLst>
        </a:prstGeom>
        <a:solidFill>
          <a:schemeClr val="accent1">
            <a:hueOff val="0"/>
            <a:satOff val="0"/>
            <a:lumOff val="0"/>
            <a:alphaOff val="0"/>
          </a:schemeClr>
        </a:solidFill>
        <a:ln>
          <a:noFill/>
        </a:ln>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3970" tIns="13970" rIns="13970" bIns="13970" numCol="1" spcCol="1270" anchor="ctr" anchorCtr="0">
          <a:noAutofit/>
        </a:bodyPr>
        <a:lstStyle/>
        <a:p>
          <a:pPr lvl="0" algn="ctr" defTabSz="488950">
            <a:lnSpc>
              <a:spcPct val="90000"/>
            </a:lnSpc>
            <a:spcBef>
              <a:spcPct val="0"/>
            </a:spcBef>
            <a:spcAft>
              <a:spcPct val="35000"/>
            </a:spcAft>
          </a:pPr>
          <a:r>
            <a:rPr lang="en-GB" sz="1100" b="1" kern="1200" dirty="0" smtClean="0"/>
            <a:t>Résilience informatique</a:t>
          </a:r>
          <a:endParaRPr lang="en-GB" sz="1100" b="1" kern="1200" dirty="0"/>
        </a:p>
      </dsp:txBody>
      <dsp:txXfrm>
        <a:off x="2043970" y="3081124"/>
        <a:ext cx="913796" cy="790540"/>
      </dsp:txXfrm>
    </dsp:sp>
    <dsp:sp modelId="{7956F5D2-C8CC-4AA4-AB8F-DDA8C176BF24}">
      <dsp:nvSpPr>
        <dsp:cNvPr id="0" name=""/>
        <dsp:cNvSpPr/>
      </dsp:nvSpPr>
      <dsp:spPr>
        <a:xfrm>
          <a:off x="920473" y="1885343"/>
          <a:ext cx="629287" cy="542214"/>
        </a:xfrm>
        <a:prstGeom prst="hexagon">
          <a:avLst>
            <a:gd name="adj" fmla="val 28900"/>
            <a:gd name="vf" fmla="val 115470"/>
          </a:avLst>
        </a:prstGeom>
        <a:blipFill rotWithShape="0">
          <a:blip xmlns:r="http://schemas.openxmlformats.org/officeDocument/2006/relationships" r:embed="rId1">
            <a:extLst>
              <a:ext uri="{28A0092B-C50C-407E-A947-70E740481C1C}">
                <a14:useLocalDpi xmlns:a14="http://schemas.microsoft.com/office/drawing/2010/main" val="0"/>
              </a:ext>
            </a:extLst>
          </a:blip>
          <a:stretch>
            <a:fillRect/>
          </a:stretch>
        </a:blipFill>
        <a:ln>
          <a:noFill/>
        </a:ln>
        <a:effectLst/>
        <a:scene3d>
          <a:camera prst="orthographicFront"/>
          <a:lightRig rig="flat" dir="t"/>
        </a:scene3d>
        <a:sp3d z="-190500" extrusionH="12700" prstMaterial="plastic">
          <a:bevelT w="50800" h="50800"/>
        </a:sp3d>
      </dsp:spPr>
      <dsp:style>
        <a:lnRef idx="0">
          <a:scrgbClr r="0" g="0" b="0"/>
        </a:lnRef>
        <a:fillRef idx="3">
          <a:scrgbClr r="0" g="0" b="0"/>
        </a:fillRef>
        <a:effectRef idx="0">
          <a:scrgbClr r="0" g="0" b="0"/>
        </a:effectRef>
        <a:fontRef idx="minor"/>
      </dsp:style>
    </dsp:sp>
    <dsp:sp modelId="{CEEC4E0C-101B-421D-99E0-E114E30F96D4}">
      <dsp:nvSpPr>
        <dsp:cNvPr id="0" name=""/>
        <dsp:cNvSpPr/>
      </dsp:nvSpPr>
      <dsp:spPr>
        <a:xfrm>
          <a:off x="558109" y="2157874"/>
          <a:ext cx="1366818" cy="1182458"/>
        </a:xfrm>
        <a:prstGeom prst="hexagon">
          <a:avLst>
            <a:gd name="adj" fmla="val 28570"/>
            <a:gd name="vf" fmla="val 115470"/>
          </a:avLst>
        </a:prstGeom>
        <a:solidFill>
          <a:schemeClr val="accent1">
            <a:hueOff val="0"/>
            <a:satOff val="0"/>
            <a:lumOff val="0"/>
            <a:alphaOff val="0"/>
          </a:schemeClr>
        </a:solidFill>
        <a:ln>
          <a:noFill/>
        </a:ln>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3970" tIns="13970" rIns="13970" bIns="13970" numCol="1" spcCol="1270" anchor="ctr" anchorCtr="0">
          <a:noAutofit/>
        </a:bodyPr>
        <a:lstStyle/>
        <a:p>
          <a:pPr lvl="0" algn="ctr" defTabSz="488950">
            <a:lnSpc>
              <a:spcPct val="90000"/>
            </a:lnSpc>
            <a:spcBef>
              <a:spcPct val="0"/>
            </a:spcBef>
            <a:spcAft>
              <a:spcPct val="35000"/>
            </a:spcAft>
          </a:pPr>
          <a:r>
            <a:rPr lang="en-GB" sz="1100" b="1" kern="1200" smtClean="0">
              <a:latin typeface="Arial"/>
              <a:ea typeface="+mn-ea"/>
              <a:cs typeface="+mn-cs"/>
            </a:rPr>
            <a:t>Sélection de systèmes</a:t>
          </a:r>
          <a:br>
            <a:rPr lang="en-GB" sz="1100" b="1" kern="1200" smtClean="0">
              <a:latin typeface="Arial"/>
              <a:ea typeface="+mn-ea"/>
              <a:cs typeface="+mn-cs"/>
            </a:rPr>
          </a:br>
          <a:r>
            <a:rPr lang="en-GB" sz="1100" b="1" kern="1200" smtClean="0">
              <a:latin typeface="Arial"/>
              <a:ea typeface="+mn-ea"/>
              <a:cs typeface="+mn-cs"/>
            </a:rPr>
            <a:t>and</a:t>
          </a:r>
          <a:br>
            <a:rPr lang="en-GB" sz="1100" b="1" kern="1200" smtClean="0">
              <a:latin typeface="Arial"/>
              <a:ea typeface="+mn-ea"/>
              <a:cs typeface="+mn-cs"/>
            </a:rPr>
          </a:br>
          <a:r>
            <a:rPr lang="en-GB" sz="1100" b="1" kern="1200" smtClean="0">
              <a:latin typeface="Arial"/>
              <a:ea typeface="+mn-ea"/>
              <a:cs typeface="+mn-cs"/>
            </a:rPr>
            <a:t>security</a:t>
          </a:r>
          <a:endParaRPr lang="en-GB" sz="1100" b="1" kern="1200" dirty="0"/>
        </a:p>
      </dsp:txBody>
      <dsp:txXfrm>
        <a:off x="784620" y="2353833"/>
        <a:ext cx="913796" cy="790540"/>
      </dsp:txXfrm>
    </dsp:sp>
    <dsp:sp modelId="{154188D1-8F99-4E75-90A2-D99302EB540E}">
      <dsp:nvSpPr>
        <dsp:cNvPr id="0" name=""/>
        <dsp:cNvSpPr/>
      </dsp:nvSpPr>
      <dsp:spPr>
        <a:xfrm>
          <a:off x="558109" y="725664"/>
          <a:ext cx="1366818" cy="1182458"/>
        </a:xfrm>
        <a:prstGeom prst="hexagon">
          <a:avLst>
            <a:gd name="adj" fmla="val 28570"/>
            <a:gd name="vf" fmla="val 115470"/>
          </a:avLst>
        </a:prstGeom>
        <a:solidFill>
          <a:schemeClr val="accent1">
            <a:hueOff val="0"/>
            <a:satOff val="0"/>
            <a:lumOff val="0"/>
            <a:alphaOff val="0"/>
          </a:schemeClr>
        </a:solidFill>
        <a:ln>
          <a:noFill/>
        </a:ln>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3970" tIns="13970" rIns="13970" bIns="13970" numCol="1" spcCol="1270" anchor="ctr" anchorCtr="0">
          <a:noAutofit/>
        </a:bodyPr>
        <a:lstStyle/>
        <a:p>
          <a:pPr lvl="0" algn="ctr" defTabSz="488950">
            <a:lnSpc>
              <a:spcPct val="90000"/>
            </a:lnSpc>
            <a:spcBef>
              <a:spcPct val="0"/>
            </a:spcBef>
            <a:spcAft>
              <a:spcPct val="35000"/>
            </a:spcAft>
          </a:pPr>
          <a:r>
            <a:rPr lang="en-GB" sz="1100" b="1" kern="1200" dirty="0" smtClean="0"/>
            <a:t>Conduite de projets informatiques</a:t>
          </a:r>
          <a:endParaRPr lang="en-GB" sz="1100" b="1" kern="1200" dirty="0"/>
        </a:p>
      </dsp:txBody>
      <dsp:txXfrm>
        <a:off x="784620" y="921623"/>
        <a:ext cx="913796" cy="790540"/>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5BD5E24-2069-40A0-AA2E-A131E48B6890}">
      <dsp:nvSpPr>
        <dsp:cNvPr id="0" name=""/>
        <dsp:cNvSpPr/>
      </dsp:nvSpPr>
      <dsp:spPr>
        <a:xfrm rot="5400000">
          <a:off x="3244355" y="-1820969"/>
          <a:ext cx="558562" cy="4343336"/>
        </a:xfrm>
        <a:prstGeom prst="round2SameRect">
          <a:avLst/>
        </a:prstGeom>
        <a:solidFill>
          <a:schemeClr val="accent1">
            <a:alpha val="90000"/>
            <a:tint val="40000"/>
            <a:hueOff val="0"/>
            <a:satOff val="0"/>
            <a:lumOff val="0"/>
            <a:alphaOff val="0"/>
          </a:schemeClr>
        </a:solidFill>
        <a:ln w="9525" cap="flat" cmpd="sng" algn="ctr">
          <a:solidFill>
            <a:schemeClr val="accent1">
              <a:alpha val="90000"/>
              <a:tint val="40000"/>
              <a:hueOff val="0"/>
              <a:satOff val="0"/>
              <a:lumOff val="0"/>
              <a:alphaOff val="0"/>
            </a:schemeClr>
          </a:solidFill>
          <a:prstDash val="solid"/>
        </a:ln>
        <a:effectLst/>
        <a:scene3d>
          <a:camera prst="orthographicFront"/>
          <a:lightRig rig="flat" dir="t"/>
        </a:scene3d>
        <a:sp3d extrusionH="12700" prstMaterial="plastic">
          <a:bevelT w="50800" h="50800"/>
        </a:sp3d>
      </dsp:spPr>
      <dsp:style>
        <a:lnRef idx="1">
          <a:scrgbClr r="0" g="0" b="0"/>
        </a:lnRef>
        <a:fillRef idx="1">
          <a:scrgbClr r="0" g="0" b="0"/>
        </a:fillRef>
        <a:effectRef idx="2">
          <a:scrgbClr r="0" g="0" b="0"/>
        </a:effectRef>
        <a:fontRef idx="minor"/>
      </dsp:style>
      <dsp:txBody>
        <a:bodyPr spcFirstLastPara="0" vert="horz" wrap="square" lIns="247650" tIns="123825" rIns="247650" bIns="123825" numCol="1" spcCol="1270" anchor="ctr" anchorCtr="0">
          <a:noAutofit/>
        </a:bodyPr>
        <a:lstStyle/>
        <a:p>
          <a:pPr marL="57150" lvl="1" indent="-57150" algn="l" defTabSz="444500">
            <a:lnSpc>
              <a:spcPct val="90000"/>
            </a:lnSpc>
            <a:spcBef>
              <a:spcPct val="0"/>
            </a:spcBef>
            <a:spcAft>
              <a:spcPct val="15000"/>
            </a:spcAft>
            <a:buChar char="••"/>
          </a:pPr>
          <a:r>
            <a:rPr lang="en-GB" sz="1000" kern="1200" dirty="0" smtClean="0"/>
            <a:t>Créer une vision numérique</a:t>
          </a:r>
          <a:endParaRPr lang="en-GB" sz="1000" kern="1200" dirty="0"/>
        </a:p>
      </dsp:txBody>
      <dsp:txXfrm rot="-5400000">
        <a:off x="1351969" y="98684"/>
        <a:ext cx="4316069" cy="504028"/>
      </dsp:txXfrm>
    </dsp:sp>
    <dsp:sp modelId="{B9BB24FE-AFCF-45FA-99DD-C1BE473366E6}">
      <dsp:nvSpPr>
        <dsp:cNvPr id="0" name=""/>
        <dsp:cNvSpPr/>
      </dsp:nvSpPr>
      <dsp:spPr>
        <a:xfrm>
          <a:off x="360" y="1596"/>
          <a:ext cx="1351608" cy="698203"/>
        </a:xfrm>
        <a:prstGeom prst="roundRect">
          <a:avLst/>
        </a:prstGeom>
        <a:solidFill>
          <a:schemeClr val="accent1">
            <a:hueOff val="0"/>
            <a:satOff val="0"/>
            <a:lumOff val="0"/>
            <a:alphaOff val="0"/>
          </a:schemeClr>
        </a:solidFill>
        <a:ln>
          <a:noFill/>
        </a:ln>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41910" tIns="20955" rIns="41910" bIns="20955" numCol="1" spcCol="1270" anchor="ctr" anchorCtr="0">
          <a:noAutofit/>
        </a:bodyPr>
        <a:lstStyle/>
        <a:p>
          <a:pPr lvl="0" algn="ctr" defTabSz="488950">
            <a:lnSpc>
              <a:spcPct val="90000"/>
            </a:lnSpc>
            <a:spcBef>
              <a:spcPct val="0"/>
            </a:spcBef>
            <a:spcAft>
              <a:spcPct val="35000"/>
            </a:spcAft>
          </a:pPr>
          <a:r>
            <a:rPr lang="en-GB" sz="1100" kern="1200" dirty="0" smtClean="0"/>
            <a:t>Établir un leadership clair</a:t>
          </a:r>
          <a:endParaRPr lang="en-GB" sz="1100" kern="1200" dirty="0"/>
        </a:p>
      </dsp:txBody>
      <dsp:txXfrm>
        <a:off x="34443" y="35679"/>
        <a:ext cx="1283442" cy="630037"/>
      </dsp:txXfrm>
    </dsp:sp>
    <dsp:sp modelId="{8E7644E6-B29D-4292-ABBA-DA6F4B955786}">
      <dsp:nvSpPr>
        <dsp:cNvPr id="0" name=""/>
        <dsp:cNvSpPr/>
      </dsp:nvSpPr>
      <dsp:spPr>
        <a:xfrm rot="5400000">
          <a:off x="3244355" y="-1087856"/>
          <a:ext cx="558562" cy="4343336"/>
        </a:xfrm>
        <a:prstGeom prst="round2SameRect">
          <a:avLst/>
        </a:prstGeom>
        <a:solidFill>
          <a:schemeClr val="accent1">
            <a:alpha val="90000"/>
            <a:tint val="40000"/>
            <a:hueOff val="0"/>
            <a:satOff val="0"/>
            <a:lumOff val="0"/>
            <a:alphaOff val="0"/>
          </a:schemeClr>
        </a:solidFill>
        <a:ln w="9525" cap="flat" cmpd="sng" algn="ctr">
          <a:solidFill>
            <a:schemeClr val="accent1">
              <a:alpha val="90000"/>
              <a:tint val="40000"/>
              <a:hueOff val="0"/>
              <a:satOff val="0"/>
              <a:lumOff val="0"/>
              <a:alphaOff val="0"/>
            </a:schemeClr>
          </a:solidFill>
          <a:prstDash val="solid"/>
        </a:ln>
        <a:effectLst/>
        <a:scene3d>
          <a:camera prst="orthographicFront"/>
          <a:lightRig rig="flat" dir="t"/>
        </a:scene3d>
        <a:sp3d extrusionH="12700" prstMaterial="plastic">
          <a:bevelT w="50800" h="50800"/>
        </a:sp3d>
      </dsp:spPr>
      <dsp:style>
        <a:lnRef idx="1">
          <a:scrgbClr r="0" g="0" b="0"/>
        </a:lnRef>
        <a:fillRef idx="1">
          <a:scrgbClr r="0" g="0" b="0"/>
        </a:fillRef>
        <a:effectRef idx="2">
          <a:scrgbClr r="0" g="0" b="0"/>
        </a:effectRef>
        <a:fontRef idx="minor"/>
      </dsp:style>
      <dsp:txBody>
        <a:bodyPr spcFirstLastPara="0" vert="horz" wrap="square" lIns="247650" tIns="123825" rIns="247650" bIns="123825" numCol="1" spcCol="1270" anchor="ctr" anchorCtr="0">
          <a:noAutofit/>
        </a:bodyPr>
        <a:lstStyle/>
        <a:p>
          <a:pPr marL="57150" lvl="1" indent="-57150" algn="l" defTabSz="444500">
            <a:lnSpc>
              <a:spcPct val="90000"/>
            </a:lnSpc>
            <a:spcBef>
              <a:spcPct val="0"/>
            </a:spcBef>
            <a:spcAft>
              <a:spcPct val="15000"/>
            </a:spcAft>
            <a:buChar char="••"/>
          </a:pPr>
          <a:r>
            <a:rPr lang="en-GB" sz="1000" kern="1200" dirty="0" smtClean="0"/>
            <a:t>Adopter une culture d'amélioration continue</a:t>
          </a:r>
          <a:endParaRPr lang="en-GB" sz="1000" kern="1200" dirty="0"/>
        </a:p>
      </dsp:txBody>
      <dsp:txXfrm rot="-5400000">
        <a:off x="1351969" y="831797"/>
        <a:ext cx="4316069" cy="504028"/>
      </dsp:txXfrm>
    </dsp:sp>
    <dsp:sp modelId="{3D1AB65D-813D-48D5-9F8F-2DB201CB1437}">
      <dsp:nvSpPr>
        <dsp:cNvPr id="0" name=""/>
        <dsp:cNvSpPr/>
      </dsp:nvSpPr>
      <dsp:spPr>
        <a:xfrm>
          <a:off x="360" y="734710"/>
          <a:ext cx="1351608" cy="698203"/>
        </a:xfrm>
        <a:prstGeom prst="roundRect">
          <a:avLst/>
        </a:prstGeom>
        <a:solidFill>
          <a:schemeClr val="accent1">
            <a:hueOff val="0"/>
            <a:satOff val="0"/>
            <a:lumOff val="0"/>
            <a:alphaOff val="0"/>
          </a:schemeClr>
        </a:solidFill>
        <a:ln>
          <a:noFill/>
        </a:ln>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41910" tIns="20955" rIns="41910" bIns="20955" numCol="1" spcCol="1270" anchor="ctr" anchorCtr="0">
          <a:noAutofit/>
        </a:bodyPr>
        <a:lstStyle/>
        <a:p>
          <a:pPr lvl="0" algn="ctr" defTabSz="488950">
            <a:lnSpc>
              <a:spcPct val="90000"/>
            </a:lnSpc>
            <a:spcBef>
              <a:spcPct val="0"/>
            </a:spcBef>
            <a:spcAft>
              <a:spcPct val="35000"/>
            </a:spcAft>
          </a:pPr>
          <a:r>
            <a:rPr lang="en-GB" sz="1100" kern="1200" dirty="0" smtClean="0"/>
            <a:t>Le retour d'expérience et l'apprentissage sont essentiels dans la transformation numérique. À mesure que l'organisation se transforme, de nouvelles opportunités se présentent et une culture appropriée d'amélioration continue est nécessaire, le personnel acquérant de nouvelles compétences.</a:t>
          </a:r>
          <a:endParaRPr lang="en-GB" sz="1100" kern="1200" dirty="0"/>
        </a:p>
      </dsp:txBody>
      <dsp:txXfrm>
        <a:off x="34443" y="768793"/>
        <a:ext cx="1283442" cy="630037"/>
      </dsp:txXfrm>
    </dsp:sp>
    <dsp:sp modelId="{0BE12B2B-C2A9-4CDE-AE16-7EB3A5638AEA}">
      <dsp:nvSpPr>
        <dsp:cNvPr id="0" name=""/>
        <dsp:cNvSpPr/>
      </dsp:nvSpPr>
      <dsp:spPr>
        <a:xfrm rot="5400000">
          <a:off x="3244355" y="-354743"/>
          <a:ext cx="558562" cy="4343336"/>
        </a:xfrm>
        <a:prstGeom prst="round2SameRect">
          <a:avLst/>
        </a:prstGeom>
        <a:solidFill>
          <a:schemeClr val="accent1">
            <a:alpha val="90000"/>
            <a:tint val="40000"/>
            <a:hueOff val="0"/>
            <a:satOff val="0"/>
            <a:lumOff val="0"/>
            <a:alphaOff val="0"/>
          </a:schemeClr>
        </a:solidFill>
        <a:ln w="9525" cap="flat" cmpd="sng" algn="ctr">
          <a:solidFill>
            <a:schemeClr val="accent1">
              <a:alpha val="90000"/>
              <a:tint val="40000"/>
              <a:hueOff val="0"/>
              <a:satOff val="0"/>
              <a:lumOff val="0"/>
              <a:alphaOff val="0"/>
            </a:schemeClr>
          </a:solidFill>
          <a:prstDash val="solid"/>
        </a:ln>
        <a:effectLst/>
        <a:scene3d>
          <a:camera prst="orthographicFront"/>
          <a:lightRig rig="flat" dir="t"/>
        </a:scene3d>
        <a:sp3d extrusionH="12700" prstMaterial="plastic">
          <a:bevelT w="50800" h="50800"/>
        </a:sp3d>
      </dsp:spPr>
      <dsp:style>
        <a:lnRef idx="1">
          <a:scrgbClr r="0" g="0" b="0"/>
        </a:lnRef>
        <a:fillRef idx="1">
          <a:scrgbClr r="0" g="0" b="0"/>
        </a:fillRef>
        <a:effectRef idx="2">
          <a:scrgbClr r="0" g="0" b="0"/>
        </a:effectRef>
        <a:fontRef idx="minor"/>
      </dsp:style>
      <dsp:txBody>
        <a:bodyPr spcFirstLastPara="0" vert="horz" wrap="square" lIns="247650" tIns="123825" rIns="247650" bIns="123825" numCol="1" spcCol="1270" anchor="ctr" anchorCtr="0">
          <a:noAutofit/>
        </a:bodyPr>
        <a:lstStyle/>
        <a:p>
          <a:pPr marL="57150" lvl="1" indent="-57150" algn="l" defTabSz="444500">
            <a:lnSpc>
              <a:spcPct val="90000"/>
            </a:lnSpc>
            <a:spcBef>
              <a:spcPct val="0"/>
            </a:spcBef>
            <a:spcAft>
              <a:spcPct val="15000"/>
            </a:spcAft>
            <a:buChar char="••"/>
          </a:pPr>
          <a:r>
            <a:rPr lang="en-GB" sz="1000" kern="1200" dirty="0" smtClean="0"/>
            <a:t>Sélectionner les technologies numériques appropriées</a:t>
          </a:r>
          <a:endParaRPr lang="en-GB" sz="1000" kern="1200" dirty="0"/>
        </a:p>
      </dsp:txBody>
      <dsp:txXfrm rot="-5400000">
        <a:off x="1351969" y="1564910"/>
        <a:ext cx="4316069" cy="504028"/>
      </dsp:txXfrm>
    </dsp:sp>
    <dsp:sp modelId="{54B1FF44-AD08-4837-AB4F-8E3A4A3CCA5F}">
      <dsp:nvSpPr>
        <dsp:cNvPr id="0" name=""/>
        <dsp:cNvSpPr/>
      </dsp:nvSpPr>
      <dsp:spPr>
        <a:xfrm>
          <a:off x="360" y="1467823"/>
          <a:ext cx="1351608" cy="698203"/>
        </a:xfrm>
        <a:prstGeom prst="roundRect">
          <a:avLst/>
        </a:prstGeom>
        <a:solidFill>
          <a:schemeClr val="accent1">
            <a:hueOff val="0"/>
            <a:satOff val="0"/>
            <a:lumOff val="0"/>
            <a:alphaOff val="0"/>
          </a:schemeClr>
        </a:solidFill>
        <a:ln>
          <a:noFill/>
        </a:ln>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41910" tIns="20955" rIns="41910" bIns="20955" numCol="1" spcCol="1270" anchor="ctr" anchorCtr="0">
          <a:noAutofit/>
        </a:bodyPr>
        <a:lstStyle/>
        <a:p>
          <a:pPr lvl="0" algn="ctr" defTabSz="488950">
            <a:lnSpc>
              <a:spcPct val="90000"/>
            </a:lnSpc>
            <a:spcBef>
              <a:spcPct val="0"/>
            </a:spcBef>
            <a:spcAft>
              <a:spcPct val="35000"/>
            </a:spcAft>
          </a:pPr>
          <a:r>
            <a:rPr lang="en-GB" sz="1100" kern="1200" dirty="0" smtClean="0"/>
            <a:t>Créer une vision claire de la manière dont la technologie numérique peut soutenir et porter la stratégie d'entreprise de l'organisation. Cela requiert une compréhension du potentiel des nouvelles technologies, associée à une stratégie commerciale clairement définie.</a:t>
          </a:r>
          <a:endParaRPr lang="en-GB" sz="1100" kern="1200" dirty="0"/>
        </a:p>
      </dsp:txBody>
      <dsp:txXfrm>
        <a:off x="34443" y="1501906"/>
        <a:ext cx="1283442" cy="630037"/>
      </dsp:txXfrm>
    </dsp:sp>
    <dsp:sp modelId="{E3021AA5-EB3E-4DDC-BD69-C24A75E0A694}">
      <dsp:nvSpPr>
        <dsp:cNvPr id="0" name=""/>
        <dsp:cNvSpPr/>
      </dsp:nvSpPr>
      <dsp:spPr>
        <a:xfrm rot="5400000">
          <a:off x="3244355" y="378370"/>
          <a:ext cx="558562" cy="4343336"/>
        </a:xfrm>
        <a:prstGeom prst="round2SameRect">
          <a:avLst/>
        </a:prstGeom>
        <a:solidFill>
          <a:schemeClr val="accent1">
            <a:alpha val="90000"/>
            <a:tint val="40000"/>
            <a:hueOff val="0"/>
            <a:satOff val="0"/>
            <a:lumOff val="0"/>
            <a:alphaOff val="0"/>
          </a:schemeClr>
        </a:solidFill>
        <a:ln w="9525" cap="flat" cmpd="sng" algn="ctr">
          <a:solidFill>
            <a:schemeClr val="accent1">
              <a:alpha val="90000"/>
              <a:tint val="40000"/>
              <a:hueOff val="0"/>
              <a:satOff val="0"/>
              <a:lumOff val="0"/>
              <a:alphaOff val="0"/>
            </a:schemeClr>
          </a:solidFill>
          <a:prstDash val="solid"/>
        </a:ln>
        <a:effectLst/>
        <a:scene3d>
          <a:camera prst="orthographicFront"/>
          <a:lightRig rig="flat" dir="t"/>
        </a:scene3d>
        <a:sp3d extrusionH="12700" prstMaterial="plastic">
          <a:bevelT w="50800" h="50800"/>
        </a:sp3d>
      </dsp:spPr>
      <dsp:style>
        <a:lnRef idx="1">
          <a:scrgbClr r="0" g="0" b="0"/>
        </a:lnRef>
        <a:fillRef idx="1">
          <a:scrgbClr r="0" g="0" b="0"/>
        </a:fillRef>
        <a:effectRef idx="2">
          <a:scrgbClr r="0" g="0" b="0"/>
        </a:effectRef>
        <a:fontRef idx="minor"/>
      </dsp:style>
      <dsp:txBody>
        <a:bodyPr spcFirstLastPara="0" vert="horz" wrap="square" lIns="247650" tIns="123825" rIns="247650" bIns="123825" numCol="1" spcCol="1270" anchor="ctr" anchorCtr="0">
          <a:noAutofit/>
        </a:bodyPr>
        <a:lstStyle/>
        <a:p>
          <a:pPr marL="57150" lvl="1" indent="-57150" algn="l" defTabSz="444500">
            <a:lnSpc>
              <a:spcPct val="90000"/>
            </a:lnSpc>
            <a:spcBef>
              <a:spcPct val="0"/>
            </a:spcBef>
            <a:spcAft>
              <a:spcPct val="15000"/>
            </a:spcAft>
            <a:buChar char="••"/>
          </a:pPr>
          <a:r>
            <a:rPr lang="en-GB" sz="1000" kern="1200" dirty="0" smtClean="0"/>
            <a:t>Pour que la transformation numérique réussisse, elle exige un engagement total de la direction générale dans toutes les fonctions. Il doit donc exister une vision claire et partagée qui dépasse les frontières des départements, avec une structure de parrainage clairement établie pour les initiatives numériques.</a:t>
          </a:r>
          <a:endParaRPr lang="en-GB" sz="1000" kern="1200" dirty="0"/>
        </a:p>
      </dsp:txBody>
      <dsp:txXfrm rot="-5400000">
        <a:off x="1351969" y="2298024"/>
        <a:ext cx="4316069" cy="504028"/>
      </dsp:txXfrm>
    </dsp:sp>
    <dsp:sp modelId="{066EDDCC-CD9C-4833-BABA-D90596DE672F}">
      <dsp:nvSpPr>
        <dsp:cNvPr id="0" name=""/>
        <dsp:cNvSpPr/>
      </dsp:nvSpPr>
      <dsp:spPr>
        <a:xfrm>
          <a:off x="360" y="2200936"/>
          <a:ext cx="1351608" cy="698203"/>
        </a:xfrm>
        <a:prstGeom prst="roundRect">
          <a:avLst/>
        </a:prstGeom>
        <a:solidFill>
          <a:schemeClr val="accent1">
            <a:hueOff val="0"/>
            <a:satOff val="0"/>
            <a:lumOff val="0"/>
            <a:alphaOff val="0"/>
          </a:schemeClr>
        </a:solidFill>
        <a:ln>
          <a:noFill/>
        </a:ln>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41910" tIns="20955" rIns="41910" bIns="20955" numCol="1" spcCol="1270" anchor="ctr" anchorCtr="0">
          <a:noAutofit/>
        </a:bodyPr>
        <a:lstStyle/>
        <a:p>
          <a:pPr lvl="0" algn="ctr" defTabSz="488950">
            <a:lnSpc>
              <a:spcPct val="90000"/>
            </a:lnSpc>
            <a:spcBef>
              <a:spcPct val="0"/>
            </a:spcBef>
            <a:spcAft>
              <a:spcPct val="35000"/>
            </a:spcAft>
          </a:pPr>
          <a:r>
            <a:rPr lang="en-GB" sz="1100" kern="1200" dirty="0" smtClean="0"/>
            <a:t>Notre expérience nous enseigne que la meilleure approche du changement numérique consiste à éviter d'écarter les idées initiales afin de constituer une longue liste d'initiatives numériques, qui peuvent ensuite être évaluées au regard de la vision numérique.</a:t>
          </a:r>
          <a:endParaRPr lang="en-GB" sz="1100" kern="1200" dirty="0"/>
        </a:p>
      </dsp:txBody>
      <dsp:txXfrm>
        <a:off x="34443" y="2235019"/>
        <a:ext cx="1283442" cy="630037"/>
      </dsp:txXfrm>
    </dsp:sp>
    <dsp:sp modelId="{CA7B1EF9-D115-4F3C-92D9-1DAB56AD8AED}">
      <dsp:nvSpPr>
        <dsp:cNvPr id="0" name=""/>
        <dsp:cNvSpPr/>
      </dsp:nvSpPr>
      <dsp:spPr>
        <a:xfrm rot="5400000">
          <a:off x="3244355" y="1111483"/>
          <a:ext cx="558562" cy="4343336"/>
        </a:xfrm>
        <a:prstGeom prst="round2SameRect">
          <a:avLst/>
        </a:prstGeom>
        <a:solidFill>
          <a:schemeClr val="accent1">
            <a:alpha val="90000"/>
            <a:tint val="40000"/>
            <a:hueOff val="0"/>
            <a:satOff val="0"/>
            <a:lumOff val="0"/>
            <a:alphaOff val="0"/>
          </a:schemeClr>
        </a:solidFill>
        <a:ln w="9525" cap="flat" cmpd="sng" algn="ctr">
          <a:solidFill>
            <a:schemeClr val="accent1">
              <a:alpha val="90000"/>
              <a:tint val="40000"/>
              <a:hueOff val="0"/>
              <a:satOff val="0"/>
              <a:lumOff val="0"/>
              <a:alphaOff val="0"/>
            </a:schemeClr>
          </a:solidFill>
          <a:prstDash val="solid"/>
        </a:ln>
        <a:effectLst/>
        <a:scene3d>
          <a:camera prst="orthographicFront"/>
          <a:lightRig rig="flat" dir="t"/>
        </a:scene3d>
        <a:sp3d extrusionH="12700" prstMaterial="plastic">
          <a:bevelT w="50800" h="50800"/>
        </a:sp3d>
      </dsp:spPr>
      <dsp:style>
        <a:lnRef idx="1">
          <a:scrgbClr r="0" g="0" b="0"/>
        </a:lnRef>
        <a:fillRef idx="1">
          <a:scrgbClr r="0" g="0" b="0"/>
        </a:fillRef>
        <a:effectRef idx="2">
          <a:scrgbClr r="0" g="0" b="0"/>
        </a:effectRef>
        <a:fontRef idx="minor"/>
      </dsp:style>
      <dsp:txBody>
        <a:bodyPr spcFirstLastPara="0" vert="horz" wrap="square" lIns="247650" tIns="123825" rIns="247650" bIns="123825" numCol="1" spcCol="1270" anchor="ctr" anchorCtr="0">
          <a:noAutofit/>
        </a:bodyPr>
        <a:lstStyle/>
        <a:p>
          <a:pPr marL="57150" lvl="1" indent="-57150" algn="l" defTabSz="444500">
            <a:lnSpc>
              <a:spcPct val="90000"/>
            </a:lnSpc>
            <a:spcBef>
              <a:spcPct val="0"/>
            </a:spcBef>
            <a:spcAft>
              <a:spcPct val="15000"/>
            </a:spcAft>
            <a:buChar char="••"/>
          </a:pPr>
          <a:r>
            <a:rPr lang="en-GB" sz="1000" kern="1200" dirty="0" smtClean="0"/>
            <a:t>Créer une dynamique</a:t>
          </a:r>
          <a:endParaRPr lang="en-GB" sz="1000" kern="1200" dirty="0"/>
        </a:p>
      </dsp:txBody>
      <dsp:txXfrm rot="-5400000">
        <a:off x="1351969" y="3031137"/>
        <a:ext cx="4316069" cy="504028"/>
      </dsp:txXfrm>
    </dsp:sp>
    <dsp:sp modelId="{4CA54A94-663D-48AE-8BFF-07D33868E71E}">
      <dsp:nvSpPr>
        <dsp:cNvPr id="0" name=""/>
        <dsp:cNvSpPr/>
      </dsp:nvSpPr>
      <dsp:spPr>
        <a:xfrm>
          <a:off x="360" y="2934049"/>
          <a:ext cx="1351608" cy="698203"/>
        </a:xfrm>
        <a:prstGeom prst="roundRect">
          <a:avLst/>
        </a:prstGeom>
        <a:solidFill>
          <a:schemeClr val="accent1">
            <a:hueOff val="0"/>
            <a:satOff val="0"/>
            <a:lumOff val="0"/>
            <a:alphaOff val="0"/>
          </a:schemeClr>
        </a:solidFill>
        <a:ln>
          <a:noFill/>
        </a:ln>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41910" tIns="20955" rIns="41910" bIns="20955" numCol="1" spcCol="1270" anchor="ctr" anchorCtr="0">
          <a:noAutofit/>
        </a:bodyPr>
        <a:lstStyle/>
        <a:p>
          <a:pPr lvl="0" algn="ctr" defTabSz="488950">
            <a:lnSpc>
              <a:spcPct val="90000"/>
            </a:lnSpc>
            <a:spcBef>
              <a:spcPct val="0"/>
            </a:spcBef>
            <a:spcAft>
              <a:spcPct val="35000"/>
            </a:spcAft>
          </a:pPr>
          <a:r>
            <a:rPr lang="en-GB" sz="1100" kern="1200" dirty="0" smtClean="0"/>
            <a:t>Aucune organisation ne peut tout faire à la fois. Il est essentiel de rester réaliste dans la transformation numérique, en commençant par des succès rapides et en bâtissant une dynamique pour faire avancer la transformation.</a:t>
          </a:r>
          <a:endParaRPr lang="en-GB" sz="1100" kern="1200" dirty="0"/>
        </a:p>
      </dsp:txBody>
      <dsp:txXfrm>
        <a:off x="34443" y="2968132"/>
        <a:ext cx="1283442" cy="630037"/>
      </dsp:txXfrm>
    </dsp:sp>
  </dsp:spTree>
</dsp:drawing>
</file>

<file path=ppt/diagrams/layout1.xml><?xml version="1.0" encoding="utf-8"?>
<dgm:layoutDef xmlns:dgm="http://schemas.openxmlformats.org/drawingml/2006/diagram" xmlns:a="http://schemas.openxmlformats.org/drawingml/2006/main" uniqueId="urn:microsoft.com/office/officeart/2011/layout/HexagonRadial#2">
  <dgm:title val="Hexagon Radial"/>
  <dgm:desc val="Use to show a sequential process that relates to a central idea or theme. Limited to six Level 2 shapes. Works best with small amounts of text. Unused text does not appear, but remains available if you switch layouts."/>
  <dgm:catLst>
    <dgm:cat type="cycle" pri="8500"/>
    <dgm:cat type="officeonline" pri="9000"/>
  </dgm:catLst>
  <dgm:sampData>
    <dgm:dataModel>
      <dgm:ptLst>
        <dgm:pt modelId="0" type="doc"/>
        <dgm:pt modelId="10">
          <dgm:prSet phldr="1"/>
        </dgm:pt>
        <dgm:pt modelId="11">
          <dgm:prSet phldr="1"/>
        </dgm:pt>
        <dgm:pt modelId="12">
          <dgm:prSet phldr="1"/>
        </dgm:pt>
        <dgm:pt modelId="13">
          <dgm:prSet phldr="1"/>
        </dgm:pt>
        <dgm:pt modelId="14">
          <dgm:prSet phldr="1"/>
        </dgm:pt>
        <dgm:pt modelId="15">
          <dgm:prSet phldr="1"/>
        </dgm:pt>
        <dgm:pt modelId="16">
          <dgm:prSet phldr="1"/>
        </dgm:pt>
      </dgm:ptLst>
      <dgm:cxnLst>
        <dgm:cxn modelId="40" srcId="0" destId="10" srcOrd="0" destOrd="0"/>
        <dgm:cxn modelId="50" srcId="10" destId="11" srcOrd="0" destOrd="0"/>
        <dgm:cxn modelId="60" srcId="10" destId="12" srcOrd="0" destOrd="0"/>
        <dgm:cxn modelId="70" srcId="10" destId="13" srcOrd="0" destOrd="0"/>
        <dgm:cxn modelId="80" srcId="10" destId="14" srcOrd="0" destOrd="0"/>
        <dgm:cxn modelId="90" srcId="10" destId="15" srcOrd="0" destOrd="0"/>
        <dgm:cxn modelId="100" srcId="10" destId="16" srcOrd="0" destOrd="0"/>
      </dgm:cxnLst>
      <dgm:bg/>
      <dgm:whole/>
    </dgm:dataModel>
  </dgm:sampData>
  <dgm:styleData>
    <dgm:dataModel>
      <dgm:ptLst>
        <dgm:pt modelId="0" type="doc"/>
        <dgm:pt modelId="10">
          <dgm:prSet phldr="1"/>
        </dgm:pt>
        <dgm:pt modelId="11">
          <dgm:prSet phldr="1"/>
        </dgm:pt>
        <dgm:pt modelId="12">
          <dgm:prSet phldr="1"/>
        </dgm:pt>
        <dgm:pt modelId="13">
          <dgm:prSet phldr="1"/>
        </dgm:pt>
      </dgm:ptLst>
      <dgm:cxnLst>
        <dgm:cxn modelId="40" srcId="0" destId="10" srcOrd="0" destOrd="0"/>
        <dgm:cxn modelId="50" srcId="10" destId="11" srcOrd="0" destOrd="0"/>
        <dgm:cxn modelId="60" srcId="10" destId="12" srcOrd="0" destOrd="0"/>
        <dgm:cxn modelId="70" srcId="10" destId="13" srcOrd="0" destOrd="0"/>
      </dgm:cxnLst>
      <dgm:bg/>
      <dgm:whole/>
    </dgm:dataModel>
  </dgm:styleData>
  <dgm:clrData>
    <dgm:dataModel>
      <dgm:ptLst>
        <dgm:pt modelId="0" type="doc"/>
        <dgm:pt modelId="10">
          <dgm:prSet phldr="1"/>
        </dgm:pt>
        <dgm:pt modelId="11">
          <dgm:prSet phldr="1"/>
        </dgm:pt>
        <dgm:pt modelId="12">
          <dgm:prSet phldr="1"/>
        </dgm:pt>
        <dgm:pt modelId="13">
          <dgm:prSet phldr="1"/>
        </dgm:pt>
        <dgm:pt modelId="14">
          <dgm:prSet phldr="1"/>
        </dgm:pt>
        <dgm:pt modelId="15">
          <dgm:prSet phldr="1"/>
        </dgm:pt>
        <dgm:pt modelId="16">
          <dgm:prSet phldr="1"/>
        </dgm:pt>
      </dgm:ptLst>
      <dgm:cxnLst>
        <dgm:cxn modelId="40" srcId="0" destId="10" srcOrd="0" destOrd="0"/>
        <dgm:cxn modelId="50" srcId="10" destId="11" srcOrd="0" destOrd="0"/>
        <dgm:cxn modelId="60" srcId="10" destId="12" srcOrd="0" destOrd="0"/>
        <dgm:cxn modelId="70" srcId="10" destId="13" srcOrd="0" destOrd="0"/>
        <dgm:cxn modelId="80" srcId="10" destId="14" srcOrd="0" destOrd="0"/>
        <dgm:cxn modelId="90" srcId="10" destId="15" srcOrd="0" destOrd="0"/>
        <dgm:cxn modelId="100" srcId="10" destId="16" srcOrd="0" destOrd="0"/>
      </dgm:cxnLst>
      <dgm:bg/>
      <dgm:whole/>
    </dgm:dataModel>
  </dgm:clrData>
  <dgm:layoutNode name="Name0">
    <dgm:varLst>
      <dgm:chMax val="1"/>
      <dgm:chPref val="1"/>
      <dgm:dir/>
      <dgm:animOne val="branch"/>
      <dgm:animLvl val="lvl"/>
    </dgm:varLst>
    <dgm:shape xmlns:r="http://schemas.openxmlformats.org/officeDocument/2006/relationships" r:blip="">
      <dgm:adjLst/>
    </dgm:shape>
    <dgm:choose name="Name1">
      <dgm:if name="Name2" func="var" arg="dir" op="equ" val="norm">
        <dgm:choose name="Name3">
          <dgm:if name="Name4" axis="ch ch" ptType="node node" st="1 1" cnt="1 0" func="cnt" op="equ" val="0">
            <dgm:alg type="composite">
              <dgm:param type="ar" val="1.1561"/>
            </dgm:alg>
            <dgm:constrLst>
              <dgm:constr type="primFontSz" for="des" forName="Parent" val="65"/>
              <dgm:constr type="l" for="ch" forName="Parent" refType="w" fact="0"/>
              <dgm:constr type="t" for="ch" forName="Parent" refType="h" fact="0"/>
              <dgm:constr type="w" for="ch" forName="Parent" refType="w"/>
              <dgm:constr type="h" for="ch" forName="Parent" refType="h"/>
            </dgm:constrLst>
          </dgm:if>
          <dgm:if name="Name5" axis="ch ch" ptType="node node" st="1 1" cnt="1 0" func="cnt" op="lte" val="1">
            <dgm:alg type="composite">
              <dgm:param type="ar" val="1.368"/>
            </dgm:alg>
            <dgm:constrLst>
              <dgm:constr type="primFontSz" for="des" forName="Parent" val="65"/>
              <dgm:constr type="primFontSz" for="des" forName="Child1" val="65"/>
              <dgm:constr type="primFontSz" for="des" forName="Child1" refType="primFontSz" refFor="des" refForName="Parent" op="lte"/>
              <dgm:constr type="l" for="ch" forName="Accent1" refType="w" fact="0.1685"/>
              <dgm:constr type="t" for="ch" forName="Accent1" refType="h" fact="0.2946"/>
              <dgm:constr type="w" for="ch" forName="Accent1" refType="w" fact="0.462"/>
              <dgm:constr type="h" for="ch" forName="Accent1" refType="h" fact="0.5472"/>
              <dgm:constr type="l" for="ch" forName="Parent" refType="w" fact="0"/>
              <dgm:constr type="t" for="ch" forName="Parent" refType="h" fact="0.2885"/>
              <dgm:constr type="w" for="ch" forName="Parent" refType="w" fact="0.6013"/>
              <dgm:constr type="h" for="ch" forName="Parent" refType="h" fact="0.7115"/>
              <dgm:constr type="l" for="ch" forName="Child1" refType="w" fact="0.5073"/>
              <dgm:constr type="t" for="ch" forName="Child1" refType="h" fact="0"/>
              <dgm:constr type="w" for="ch" forName="Child1" refType="w" fact="0.4927"/>
              <dgm:constr type="h" for="ch" forName="Child1" refType="h" fact="0.5831"/>
            </dgm:constrLst>
          </dgm:if>
          <dgm:if name="Name6" axis="ch ch" ptType="node node" st="1 1" cnt="1 0" func="cnt" op="equ" val="2">
            <dgm:alg type="composite">
              <dgm:param type="ar" val="1.0619"/>
            </dgm:alg>
            <dgm:constrLst>
              <dgm:constr type="primFontSz" for="des" forName="Parent" val="65"/>
              <dgm:constr type="primFontSz" for="des" forName="Child1" val="65"/>
              <dgm:constr type="primFontSz" for="des" forName="Child1" refType="primFontSz" refFor="des" refForName="Parent" op="lte"/>
              <dgm:constr type="primFontSz" for="des" forName="Child2" refType="primFontSz" refFor="des" refForName="Parent" op="lte"/>
              <dgm:constr type="primFontSz" for="des" forName="Child2" refType="primFontSz" refFor="des" refForName="Child1" op="equ"/>
              <dgm:constr type="l" for="ch" forName="Accent2" refType="w" fact="0.6413"/>
              <dgm:constr type="t" for="ch" forName="Accent2" refType="h" fact="0.3477"/>
              <dgm:constr type="w" for="ch" forName="Accent2" refType="w" fact="0.2269"/>
              <dgm:constr type="h" for="ch" forName="Accent2" refType="h" fact="0.2076"/>
              <dgm:constr type="l" for="ch" forName="Accent1" refType="w" fact="0"/>
              <dgm:constr type="t" for="ch" forName="Accent1" refType="h" fact="0"/>
              <dgm:constr type="w" for="ch" forName="Accent1" refType="w" fact="0"/>
              <dgm:constr type="h" for="ch" forName="Accent1" refType="h" fact="0"/>
              <dgm:constr type="l" for="ch" forName="Parent" refType="w" fact="0"/>
              <dgm:constr type="t" for="ch" forName="Parent" refType="h" fact="0.2239"/>
              <dgm:constr type="w" for="ch" forName="Parent" refType="w" fact="0.6013"/>
              <dgm:constr type="h" for="ch" forName="Parent" refType="h" fact="0.5523"/>
              <dgm:constr type="l" for="ch" forName="Child1" refType="w" fact="0.5073"/>
              <dgm:constr type="t" for="ch" forName="Child1" refType="h" fact="0"/>
              <dgm:constr type="w" for="ch" forName="Child1" refType="w" fact="0.4927"/>
              <dgm:constr type="h" for="ch" forName="Child1" refType="h" fact="0.4527"/>
              <dgm:constr type="l" for="ch" forName="Child2" refType="w" fact="0.5073"/>
              <dgm:constr type="t" for="ch" forName="Child2" refType="h" fact="0.5473"/>
              <dgm:constr type="w" for="ch" forName="Child2" refType="w" fact="0.4927"/>
              <dgm:constr type="h" for="ch" forName="Child2" refType="h" fact="0.4527"/>
            </dgm:constrLst>
          </dgm:if>
          <dgm:if name="Name7" axis="ch ch" ptType="node node" st="1 1" cnt="1 0" func="cnt" op="equ" val="3">
            <dgm:alg type="composite">
              <dgm:param type="ar" val="0.8305"/>
            </dgm:alg>
            <dgm:constrLst>
              <dgm:constr type="primFontSz" for="des" forName="Parent" val="65"/>
              <dgm:constr type="primFontSz" for="des" forName="Child1" val="65"/>
              <dgm:constr type="primFontSz" for="des" forName="Child1" refType="primFontSz" refFor="des" refForName="Parent" op="lte"/>
              <dgm:constr type="primFontSz" for="des" forName="Child2" refType="primFontSz" refFor="des" refForName="Parent" op="lte"/>
              <dgm:constr type="primFontSz" for="des" forName="Child3" refType="primFontSz" refFor="des" refForName="Parent" op="lte"/>
              <dgm:constr type="primFontSz" for="des" forName="Child2" refType="primFontSz" refFor="des" refForName="Child1" op="equ"/>
              <dgm:constr type="primFontSz" for="des" forName="Child3" refType="primFontSz" refFor="des" refForName="Child1" op="equ"/>
              <dgm:constr type="l" for="ch" forName="Accent3" refType="w" fact="0.4573"/>
              <dgm:constr type="t" for="ch" forName="Accent3" refType="h" fact="0.6145"/>
              <dgm:constr type="w" for="ch" forName="Accent3" refType="w" fact="0.2269"/>
              <dgm:constr type="h" for="ch" forName="Accent3" refType="h" fact="0.1623"/>
              <dgm:constr type="l" for="ch" forName="Accent2" refType="w" fact="0.6413"/>
              <dgm:constr type="t" for="ch" forName="Accent2" refType="h" fact="0.2719"/>
              <dgm:constr type="w" for="ch" forName="Accent2" refType="w" fact="0.2269"/>
              <dgm:constr type="h" for="ch" forName="Accent2" refType="h" fact="0.1623"/>
              <dgm:constr type="l" for="ch" forName="Accent1" refType="w" fact="0"/>
              <dgm:constr type="t" for="ch" forName="Accent1" refType="h" fact="0"/>
              <dgm:constr type="w" for="ch" forName="Accent1" refType="w" fact="0"/>
              <dgm:constr type="h" for="ch" forName="Accent1" refType="h" fact="0"/>
              <dgm:constr type="l" for="ch" forName="Child3" refType="w" fact="0.0554"/>
              <dgm:constr type="t" for="ch" forName="Child3" refType="h" fact="0.646"/>
              <dgm:constr type="w" for="ch" forName="Child3" refType="w" fact="0.4927"/>
              <dgm:constr type="h" for="ch" forName="Child3" refType="h" fact="0.354"/>
              <dgm:constr type="l" for="ch" forName="Parent" refType="w" fact="0"/>
              <dgm:constr type="t" for="ch" forName="Parent" refType="h" fact="0.1751"/>
              <dgm:constr type="w" for="ch" forName="Parent" refType="w" fact="0.6013"/>
              <dgm:constr type="h" for="ch" forName="Parent" refType="h" fact="0.4319"/>
              <dgm:constr type="l" for="ch" forName="Child1" refType="w" fact="0.5073"/>
              <dgm:constr type="t" for="ch" forName="Child1" refType="h" fact="0"/>
              <dgm:constr type="w" for="ch" forName="Child1" refType="w" fact="0.4927"/>
              <dgm:constr type="h" for="ch" forName="Child1" refType="h" fact="0.354"/>
              <dgm:constr type="l" for="ch" forName="Child2" refType="w" fact="0.5073"/>
              <dgm:constr type="t" for="ch" forName="Child2" refType="h" fact="0.428"/>
              <dgm:constr type="w" for="ch" forName="Child2" refType="w" fact="0.4927"/>
              <dgm:constr type="h" for="ch" forName="Child2" refType="h" fact="0.354"/>
            </dgm:constrLst>
          </dgm:if>
          <dgm:if name="Name8" axis="ch ch" ptType="node node" st="1 1" cnt="1 0" func="cnt" op="equ" val="4">
            <dgm:alg type="composite">
              <dgm:param type="ar" val="0.682"/>
            </dgm:alg>
            <dgm:constrLst>
              <dgm:constr type="primFontSz" for="des" forName="Parent" val="65"/>
              <dgm:constr type="primFontSz" for="des" forName="Child1" val="65"/>
              <dgm:constr type="primFontSz" for="des" forName="Child1" refType="primFontSz" refFor="des" refForName="Parent" op="lte"/>
              <dgm:constr type="primFontSz" for="des" forName="Child2" refType="primFontSz" refFor="des" refForName="Parent" op="lte"/>
              <dgm:constr type="primFontSz" for="des" forName="Child3" refType="primFontSz" refFor="des" refForName="Parent" op="lte"/>
              <dgm:constr type="primFontSz" for="des" forName="Child4" refType="primFontSz" refFor="des" refForName="Parent" op="lte"/>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l" for="ch" forName="Accent4" refType="w" fact="0.4573"/>
              <dgm:constr type="t" for="ch" forName="Accent4" refType="h" fact="0.6834"/>
              <dgm:constr type="w" for="ch" forName="Accent4" refType="w" fact="0.2269"/>
              <dgm:constr type="h" for="ch" forName="Accent4" refType="h" fact="0.1333"/>
              <dgm:constr type="l" for="ch" forName="Accent3" refType="w" fact="0.6413"/>
              <dgm:constr type="t" for="ch" forName="Accent3" refType="h" fact="0.4021"/>
              <dgm:constr type="w" for="ch" forName="Accent3" refType="w" fact="0.2269"/>
              <dgm:constr type="h" for="ch" forName="Accent3" refType="h" fact="0.1333"/>
              <dgm:constr type="l" for="ch" forName="Accent2" refType="w" fact="0.3765"/>
              <dgm:constr type="t" for="ch" forName="Accent2" refType="h" fact="0.1529"/>
              <dgm:constr type="w" for="ch" forName="Accent2" refType="w" fact="0.2269"/>
              <dgm:constr type="h" for="ch" forName="Accent2" refType="h" fact="0.1333"/>
              <dgm:constr type="l" for="ch" forName="Accent1" refType="w" fact="0"/>
              <dgm:constr type="t" for="ch" forName="Accent1" refType="h" fact="0"/>
              <dgm:constr type="w" for="ch" forName="Accent1" refType="w" fact="0"/>
              <dgm:constr type="h" for="ch" forName="Accent1" refType="h" fact="0"/>
              <dgm:constr type="l" for="ch" forName="Child4" refType="w" fact="0.0554"/>
              <dgm:constr type="t" for="ch" forName="Child4" refType="h" fact="0.7093"/>
              <dgm:constr type="w" for="ch" forName="Child4" refType="w" fact="0.4927"/>
              <dgm:constr type="h" for="ch" forName="Child4" refType="h" fact="0.2907"/>
              <dgm:constr type="l" for="ch" forName="Parent" refType="w" fact="0"/>
              <dgm:constr type="t" for="ch" forName="Parent" refType="h" fact="0.3226"/>
              <dgm:constr type="w" for="ch" forName="Parent" refType="w" fact="0.6013"/>
              <dgm:constr type="h" for="ch" forName="Parent" refType="h" fact="0.3547"/>
              <dgm:constr type="l" for="ch" forName="Child2" refType="w" fact="0.5073"/>
              <dgm:constr type="t" for="ch" forName="Child2" refType="h" fact="0.1788"/>
              <dgm:constr type="w" for="ch" forName="Child2" refType="w" fact="0.4927"/>
              <dgm:constr type="h" for="ch" forName="Child2" refType="h" fact="0.2907"/>
              <dgm:constr type="l" for="ch" forName="Child3" refType="w" fact="0.5073"/>
              <dgm:constr type="t" for="ch" forName="Child3" refType="h" fact="0.5303"/>
              <dgm:constr type="w" for="ch" forName="Child3" refType="w" fact="0.4927"/>
              <dgm:constr type="h" for="ch" forName="Child3" refType="h" fact="0.2907"/>
              <dgm:constr type="l" for="ch" forName="Child1" refType="w" fact="0.0554"/>
              <dgm:constr type="t" for="ch" forName="Child1" refType="h" fact="0"/>
              <dgm:constr type="w" for="ch" forName="Child1" refType="w" fact="0.4927"/>
              <dgm:constr type="h" for="ch" forName="Child1" refType="h" fact="0.2907"/>
            </dgm:constrLst>
          </dgm:if>
          <dgm:if name="Name9" axis="ch ch" ptType="node node" st="1 1" cnt="1 0" func="cnt" op="equ" val="5">
            <dgm:alg type="composite">
              <dgm:param type="ar" val="0.9538"/>
            </dgm:alg>
            <dgm:constrLst>
              <dgm:constr type="primFontSz" for="des" forName="Parent" val="65"/>
              <dgm:constr type="primFontSz" for="des" forName="Child1" val="65"/>
              <dgm:constr type="primFontSz" for="des" forName="Child1" refType="primFontSz" refFor="des" refForName="Parent" op="lte"/>
              <dgm:constr type="primFontSz" for="des" forName="Child2" refType="primFontSz" refFor="des" refForName="Parent" op="lte"/>
              <dgm:constr type="primFontSz" for="des" forName="Child3" refType="primFontSz" refFor="des" refForName="Parent" op="lte"/>
              <dgm:constr type="primFontSz" for="des" forName="Child4" refType="primFontSz" refFor="des" refForName="Parent" op="lte"/>
              <dgm:constr type="primFontSz" for="des" forName="Child5" refType="primFontSz" refFor="des" refForName="Parent" op="lte"/>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l" for="ch" forName="Accent5" refType="w" fact="0.2858"/>
              <dgm:constr type="t" for="ch" forName="Accent5" refType="h" fact="0.7126"/>
              <dgm:constr type="w" for="ch" forName="Accent5" refType="w" fact="0.1622"/>
              <dgm:constr type="h" for="ch" forName="Accent5" refType="h" fact="0.1333"/>
              <dgm:constr type="l" for="ch" forName="Accent4" refType="w" fact="0.612"/>
              <dgm:constr type="t" for="ch" forName="Accent4" refType="h" fact="0.6834"/>
              <dgm:constr type="w" for="ch" forName="Accent4" refType="w" fact="0.1622"/>
              <dgm:constr type="h" for="ch" forName="Accent4" refType="h" fact="0.1333"/>
              <dgm:constr type="l" for="ch" forName="Accent3" refType="w" fact="0.7435"/>
              <dgm:constr type="t" for="ch" forName="Accent3" refType="h" fact="0.4021"/>
              <dgm:constr type="w" for="ch" forName="Accent3" refType="w" fact="0.1622"/>
              <dgm:constr type="h" for="ch" forName="Accent3" refType="h" fact="0.1333"/>
              <dgm:constr type="l" for="ch" forName="Accent2" refType="w" fact="0.5542"/>
              <dgm:constr type="t" for="ch" forName="Accent2" refType="h" fact="0.1529"/>
              <dgm:constr type="w" for="ch" forName="Accent2" refType="w" fact="0.1622"/>
              <dgm:constr type="h" for="ch" forName="Accent2" refType="h" fact="0.1333"/>
              <dgm:constr type="l" for="ch" forName="Accent1" refType="w" fact="0"/>
              <dgm:constr type="t" for="ch" forName="Accent1" refType="h" fact="0"/>
              <dgm:constr type="w" for="ch" forName="Accent1" refType="w" fact="0"/>
              <dgm:constr type="h" for="ch" forName="Accent1" refType="h" fact="0"/>
              <dgm:constr type="l" for="ch" forName="Child4" refType="w" fact="0.3246"/>
              <dgm:constr type="t" for="ch" forName="Child4" refType="h" fact="0.7093"/>
              <dgm:constr type="w" for="ch" forName="Child4" refType="w" fact="0.3523"/>
              <dgm:constr type="h" for="ch" forName="Child4" refType="h" fact="0.2907"/>
              <dgm:constr type="l" for="ch" forName="Parent" refType="w" fact="0.285"/>
              <dgm:constr type="t" for="ch" forName="Parent" refType="h" fact="0.3226"/>
              <dgm:constr type="w" for="ch" forName="Parent" refType="w" fact="0.4299"/>
              <dgm:constr type="h" for="ch" forName="Parent" refType="h" fact="0.3547"/>
              <dgm:constr type="l" for="ch" forName="Child2" refType="w" fact="0.6477"/>
              <dgm:constr type="t" for="ch" forName="Child2" refType="h" fact="0.1788"/>
              <dgm:constr type="w" for="ch" forName="Child2" refType="w" fact="0.3523"/>
              <dgm:constr type="h" for="ch" forName="Child2" refType="h" fact="0.2907"/>
              <dgm:constr type="l" for="ch" forName="Child3" refType="w" fact="0.6477"/>
              <dgm:constr type="t" for="ch" forName="Child3" refType="h" fact="0.5303"/>
              <dgm:constr type="w" for="ch" forName="Child3" refType="w" fact="0.3523"/>
              <dgm:constr type="h" for="ch" forName="Child3" refType="h" fact="0.2907"/>
              <dgm:constr type="l" for="ch" forName="Child5" refType="w" fact="0"/>
              <dgm:constr type="t" for="ch" forName="Child5" refType="h" fact="0.5305"/>
              <dgm:constr type="w" for="ch" forName="Child5" refType="w" fact="0.3523"/>
              <dgm:constr type="h" for="ch" forName="Child5" refType="h" fact="0.2907"/>
              <dgm:constr type="l" for="ch" forName="Child1" refType="w" fact="0.3246"/>
              <dgm:constr type="t" for="ch" forName="Child1" refType="h" fact="0"/>
              <dgm:constr type="w" for="ch" forName="Child1" refType="w" fact="0.3523"/>
              <dgm:constr type="h" for="ch" forName="Child1" refType="h" fact="0.2907"/>
            </dgm:constrLst>
          </dgm:if>
          <dgm:else name="Name10">
            <dgm:alg type="composite">
              <dgm:param type="ar" val="0.9538"/>
            </dgm:alg>
            <dgm:constrLst>
              <dgm:constr type="primFontSz" for="des" forName="Parent" val="65"/>
              <dgm:constr type="primFontSz" for="des" forName="Child1" val="65"/>
              <dgm:constr type="primFontSz" for="des" forName="Child1" refType="primFontSz" refFor="des" refForName="Parent" op="lte"/>
              <dgm:constr type="primFontSz" for="des" forName="Child2" refType="primFontSz" refFor="des" refForName="Parent" op="lte"/>
              <dgm:constr type="primFontSz" for="des" forName="Child3" refType="primFontSz" refFor="des" refForName="Parent" op="lte"/>
              <dgm:constr type="primFontSz" for="des" forName="Child4" refType="primFontSz" refFor="des" refForName="Parent" op="lte"/>
              <dgm:constr type="primFontSz" for="des" forName="Child5" refType="primFontSz" refFor="des" refForName="Parent" op="lte"/>
              <dgm:constr type="primFontSz" for="des" forName="Child6" refType="primFontSz" refFor="des" refForName="Parent" op="lte"/>
              <dgm:constr type="primFontSz" for="des" forName="Child7" refType="primFontSz" refFor="des" refForName="Parent" op="lte"/>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ptType="node" op="equ" val="65"/>
              <dgm:constr type="l" for="ch" forName="Accent6" refType="w" fact="0.0934"/>
              <dgm:constr type="t" for="ch" forName="Accent6" refType="h" fact="0.4635"/>
              <dgm:constr type="w" for="ch" forName="Accent6" refType="w" fact="0.1622"/>
              <dgm:constr type="h" for="ch" forName="Accent6" refType="h" fact="0.1333"/>
              <dgm:constr type="l" for="ch" forName="Accent5" refType="w" fact="0.2858"/>
              <dgm:constr type="t" for="ch" forName="Accent5" refType="h" fact="0.7126"/>
              <dgm:constr type="w" for="ch" forName="Accent5" refType="w" fact="0.1622"/>
              <dgm:constr type="h" for="ch" forName="Accent5" refType="h" fact="0.1333"/>
              <dgm:constr type="l" for="ch" forName="Accent4" refType="w" fact="0.612"/>
              <dgm:constr type="t" for="ch" forName="Accent4" refType="h" fact="0.6834"/>
              <dgm:constr type="w" for="ch" forName="Accent4" refType="w" fact="0.1622"/>
              <dgm:constr type="h" for="ch" forName="Accent4" refType="h" fact="0.1333"/>
              <dgm:constr type="l" for="ch" forName="Accent3" refType="w" fact="0.7435"/>
              <dgm:constr type="t" for="ch" forName="Accent3" refType="h" fact="0.4021"/>
              <dgm:constr type="w" for="ch" forName="Accent3" refType="w" fact="0.1622"/>
              <dgm:constr type="h" for="ch" forName="Accent3" refType="h" fact="0.1333"/>
              <dgm:constr type="l" for="ch" forName="Accent2" refType="w" fact="0.5542"/>
              <dgm:constr type="t" for="ch" forName="Accent2" refType="h" fact="0.1529"/>
              <dgm:constr type="w" for="ch" forName="Accent2" refType="w" fact="0.1622"/>
              <dgm:constr type="h" for="ch" forName="Accent2" refType="h" fact="0.1333"/>
              <dgm:constr type="l" for="ch" forName="Accent1" refType="w" fact="0"/>
              <dgm:constr type="t" for="ch" forName="Accent1" refType="h" fact="0"/>
              <dgm:constr type="w" for="ch" forName="Accent1" refType="w" fact="0"/>
              <dgm:constr type="h" for="ch" forName="Accent1" refType="h" fact="0"/>
              <dgm:constr type="l" for="ch" forName="Child4" refType="w" fact="0.3246"/>
              <dgm:constr type="t" for="ch" forName="Child4" refType="h" fact="0.7093"/>
              <dgm:constr type="w" for="ch" forName="Child4" refType="w" fact="0.3523"/>
              <dgm:constr type="h" for="ch" forName="Child4" refType="h" fact="0.2907"/>
              <dgm:constr type="l" for="ch" forName="Parent" refType="w" fact="0.285"/>
              <dgm:constr type="t" for="ch" forName="Parent" refType="h" fact="0.3226"/>
              <dgm:constr type="w" for="ch" forName="Parent" refType="w" fact="0.4299"/>
              <dgm:constr type="h" for="ch" forName="Parent" refType="h" fact="0.3547"/>
              <dgm:constr type="l" for="ch" forName="Child2" refType="w" fact="0.6477"/>
              <dgm:constr type="t" for="ch" forName="Child2" refType="h" fact="0.1788"/>
              <dgm:constr type="w" for="ch" forName="Child2" refType="w" fact="0.3523"/>
              <dgm:constr type="h" for="ch" forName="Child2" refType="h" fact="0.2907"/>
              <dgm:constr type="l" for="ch" forName="Child3" refType="w" fact="0.6477"/>
              <dgm:constr type="t" for="ch" forName="Child3" refType="h" fact="0.5303"/>
              <dgm:constr type="w" for="ch" forName="Child3" refType="w" fact="0.3523"/>
              <dgm:constr type="h" for="ch" forName="Child3" refType="h" fact="0.2907"/>
              <dgm:constr type="l" for="ch" forName="Child5" refType="w" fact="0"/>
              <dgm:constr type="t" for="ch" forName="Child5" refType="h" fact="0.5305"/>
              <dgm:constr type="w" for="ch" forName="Child5" refType="w" fact="0.3523"/>
              <dgm:constr type="h" for="ch" forName="Child5" refType="h" fact="0.2907"/>
              <dgm:constr type="l" for="ch" forName="Child6" refType="w" fact="0"/>
              <dgm:constr type="t" for="ch" forName="Child6" refType="h" fact="0.1784"/>
              <dgm:constr type="w" for="ch" forName="Child6" refType="w" fact="0.3523"/>
              <dgm:constr type="h" for="ch" forName="Child6" refType="h" fact="0.2907"/>
              <dgm:constr type="l" for="ch" forName="Child1" refType="w" fact="0.3246"/>
              <dgm:constr type="t" for="ch" forName="Child1" refType="h" fact="0"/>
              <dgm:constr type="w" for="ch" forName="Child1" refType="w" fact="0.3523"/>
              <dgm:constr type="h" for="ch" forName="Child1" refType="h" fact="0.2907"/>
            </dgm:constrLst>
          </dgm:else>
        </dgm:choose>
      </dgm:if>
      <dgm:else name="Name11">
        <dgm:choose name="Name12">
          <dgm:if name="Name13" axis="ch ch" ptType="node node" st="1 1" cnt="1 0" func="cnt" op="equ" val="0">
            <dgm:alg type="composite">
              <dgm:param type="ar" val="1.1561"/>
            </dgm:alg>
            <dgm:constrLst>
              <dgm:constr type="primFontSz" for="des" forName="Parent" val="65"/>
              <dgm:constr type="l" for="ch" forName="Parent" refType="w" fact="0"/>
              <dgm:constr type="t" for="ch" forName="Parent" refType="h" fact="0"/>
              <dgm:constr type="w" for="ch" forName="Parent" refType="w"/>
              <dgm:constr type="h" for="ch" forName="Parent" refType="h"/>
            </dgm:constrLst>
          </dgm:if>
          <dgm:if name="Name14" axis="ch ch" ptType="node node" st="1 1" cnt="1 0" func="cnt" op="lte" val="1">
            <dgm:alg type="composite">
              <dgm:param type="ar" val="1.368"/>
            </dgm:alg>
            <dgm:constrLst>
              <dgm:constr type="primFontSz" for="des" forName="Parent" val="65"/>
              <dgm:constr type="primFontSz" for="des" forName="Child1" val="65"/>
              <dgm:constr type="primFontSz" for="des" forName="Child1" refType="primFontSz" refFor="des" refForName="Parent" op="lte"/>
              <dgm:constr type="r" for="ch" forName="Accent1" refType="w" fact="0.8315"/>
              <dgm:constr type="t" for="ch" forName="Accent1" refType="h" fact="0.2946"/>
              <dgm:constr type="w" for="ch" forName="Accent1" refType="w" fact="0.462"/>
              <dgm:constr type="h" for="ch" forName="Accent1" refType="h" fact="0.5472"/>
              <dgm:constr type="r" for="ch" forName="Parent" refType="w"/>
              <dgm:constr type="t" for="ch" forName="Parent" refType="h" fact="0.2885"/>
              <dgm:constr type="w" for="ch" forName="Parent" refType="w" fact="0.6013"/>
              <dgm:constr type="h" for="ch" forName="Parent" refType="h" fact="0.7115"/>
              <dgm:constr type="r" for="ch" forName="Child1" refType="w" fact="0.4927"/>
              <dgm:constr type="t" for="ch" forName="Child1" refType="h" fact="0"/>
              <dgm:constr type="w" for="ch" forName="Child1" refType="w" fact="0.4927"/>
              <dgm:constr type="h" for="ch" forName="Child1" refType="h" fact="0.5831"/>
            </dgm:constrLst>
          </dgm:if>
          <dgm:if name="Name15" axis="ch ch" ptType="node node" st="1 1" cnt="1 0" func="cnt" op="equ" val="2">
            <dgm:alg type="composite">
              <dgm:param type="ar" val="1.0619"/>
            </dgm:alg>
            <dgm:constrLst>
              <dgm:constr type="primFontSz" for="des" forName="Parent" val="65"/>
              <dgm:constr type="primFontSz" for="des" forName="Child1" val="65"/>
              <dgm:constr type="primFontSz" for="des" forName="Child1" refType="primFontSz" refFor="des" refForName="Parent" op="lte"/>
              <dgm:constr type="primFontSz" for="des" forName="Child2" refType="primFontSz" refFor="des" refForName="Parent" op="lte"/>
              <dgm:constr type="primFontSz" for="des" forName="Child2" refType="primFontSz" refFor="des" refForName="Child1" op="equ"/>
              <dgm:constr type="r" for="ch" forName="Accent2" refType="w" fact="0.3587"/>
              <dgm:constr type="t" for="ch" forName="Accent2" refType="h" fact="0.3477"/>
              <dgm:constr type="w" for="ch" forName="Accent2" refType="w" fact="0.2269"/>
              <dgm:constr type="h" for="ch" forName="Accent2" refType="h" fact="0.2076"/>
              <dgm:constr type="r" for="ch" forName="Accent1" refType="w" fact="0"/>
              <dgm:constr type="t" for="ch" forName="Accent1" refType="h" fact="0"/>
              <dgm:constr type="w" for="ch" forName="Accent1" refType="w" fact="0"/>
              <dgm:constr type="h" for="ch" forName="Accent1" refType="h" fact="0"/>
              <dgm:constr type="r" for="ch" forName="Parent" refType="w"/>
              <dgm:constr type="t" for="ch" forName="Parent" refType="h" fact="0.2239"/>
              <dgm:constr type="w" for="ch" forName="Parent" refType="w" fact="0.6013"/>
              <dgm:constr type="h" for="ch" forName="Parent" refType="h" fact="0.5523"/>
              <dgm:constr type="r" for="ch" forName="Child1" refType="w" fact="0.4927"/>
              <dgm:constr type="t" for="ch" forName="Child1" refType="h" fact="0"/>
              <dgm:constr type="w" for="ch" forName="Child1" refType="w" fact="0.4927"/>
              <dgm:constr type="h" for="ch" forName="Child1" refType="h" fact="0.4527"/>
              <dgm:constr type="r" for="ch" forName="Child2" refType="w" fact="0.5073"/>
              <dgm:constr type="t" for="ch" forName="Child2" refType="h" fact="0.5473"/>
              <dgm:constr type="w" for="ch" forName="Child2" refType="w" fact="0.4927"/>
              <dgm:constr type="h" for="ch" forName="Child2" refType="h" fact="0.4527"/>
            </dgm:constrLst>
          </dgm:if>
          <dgm:if name="Name16" axis="ch ch" ptType="node node" st="1 1" cnt="1 0" func="cnt" op="equ" val="3">
            <dgm:alg type="composite">
              <dgm:param type="ar" val="0.8305"/>
            </dgm:alg>
            <dgm:constrLst>
              <dgm:constr type="primFontSz" for="des" forName="Parent" val="65"/>
              <dgm:constr type="primFontSz" for="des" forName="Child1" val="65"/>
              <dgm:constr type="primFontSz" for="des" forName="Child1" refType="primFontSz" refFor="des" refForName="Parent" op="lte"/>
              <dgm:constr type="primFontSz" for="des" forName="Child2" refType="primFontSz" refFor="des" refForName="Parent" op="lte"/>
              <dgm:constr type="primFontSz" for="des" forName="Child3" refType="primFontSz" refFor="des" refForName="Parent" op="lte"/>
              <dgm:constr type="primFontSz" for="des" forName="Child2" refType="primFontSz" refFor="des" refForName="Child1" op="equ"/>
              <dgm:constr type="primFontSz" for="des" forName="Child3" refType="primFontSz" refFor="des" refForName="Child1" op="equ"/>
              <dgm:constr type="r" for="ch" forName="Accent3" refType="w" fact="0.5427"/>
              <dgm:constr type="t" for="ch" forName="Accent3" refType="h" fact="0.6145"/>
              <dgm:constr type="w" for="ch" forName="Accent3" refType="w" fact="0.2269"/>
              <dgm:constr type="h" for="ch" forName="Accent3" refType="h" fact="0.1623"/>
              <dgm:constr type="r" for="ch" forName="Accent2" refType="w" fact="0.3587"/>
              <dgm:constr type="t" for="ch" forName="Accent2" refType="h" fact="0.2719"/>
              <dgm:constr type="w" for="ch" forName="Accent2" refType="w" fact="0.2269"/>
              <dgm:constr type="h" for="ch" forName="Accent2" refType="h" fact="0.1623"/>
              <dgm:constr type="r" for="ch" forName="Accent1" refType="w" fact="0"/>
              <dgm:constr type="t" for="ch" forName="Accent1" refType="h" fact="0"/>
              <dgm:constr type="w" for="ch" forName="Accent1" refType="w" fact="0"/>
              <dgm:constr type="h" for="ch" forName="Accent1" refType="h" fact="0"/>
              <dgm:constr type="r" for="ch" forName="Child3" refType="w" fact="0.9446"/>
              <dgm:constr type="t" for="ch" forName="Child3" refType="h" fact="0.646"/>
              <dgm:constr type="w" for="ch" forName="Child3" refType="w" fact="0.4927"/>
              <dgm:constr type="h" for="ch" forName="Child3" refType="h" fact="0.354"/>
              <dgm:constr type="r" for="ch" forName="Parent" refType="w"/>
              <dgm:constr type="t" for="ch" forName="Parent" refType="h" fact="0.1751"/>
              <dgm:constr type="w" for="ch" forName="Parent" refType="w" fact="0.6013"/>
              <dgm:constr type="h" for="ch" forName="Parent" refType="h" fact="0.4319"/>
              <dgm:constr type="r" for="ch" forName="Child1" refType="w" fact="0.4927"/>
              <dgm:constr type="t" for="ch" forName="Child1" refType="h" fact="0"/>
              <dgm:constr type="w" for="ch" forName="Child1" refType="w" fact="0.4927"/>
              <dgm:constr type="h" for="ch" forName="Child1" refType="h" fact="0.354"/>
              <dgm:constr type="r" for="ch" forName="Child2" refType="w" fact="0.4927"/>
              <dgm:constr type="t" for="ch" forName="Child2" refType="h" fact="0.428"/>
              <dgm:constr type="w" for="ch" forName="Child2" refType="w" fact="0.4927"/>
              <dgm:constr type="h" for="ch" forName="Child2" refType="h" fact="0.354"/>
            </dgm:constrLst>
          </dgm:if>
          <dgm:if name="Name17" axis="ch ch" ptType="node node" st="1 1" cnt="1 0" func="cnt" op="equ" val="4">
            <dgm:alg type="composite">
              <dgm:param type="ar" val="0.682"/>
            </dgm:alg>
            <dgm:constrLst>
              <dgm:constr type="primFontSz" for="des" forName="Parent" val="65"/>
              <dgm:constr type="primFontSz" for="des" forName="Child1" val="65"/>
              <dgm:constr type="primFontSz" for="des" forName="Child1" refType="primFontSz" refFor="des" refForName="Parent" op="lte"/>
              <dgm:constr type="primFontSz" for="des" forName="Child2" refType="primFontSz" refFor="des" refForName="Parent" op="lte"/>
              <dgm:constr type="primFontSz" for="des" forName="Child3" refType="primFontSz" refFor="des" refForName="Parent" op="lte"/>
              <dgm:constr type="primFontSz" for="des" forName="Child4" refType="primFontSz" refFor="des" refForName="Parent" op="lte"/>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r" for="ch" forName="Accent4" refType="w" fact="0.5427"/>
              <dgm:constr type="t" for="ch" forName="Accent4" refType="h" fact="0.6834"/>
              <dgm:constr type="w" for="ch" forName="Accent4" refType="w" fact="0.2269"/>
              <dgm:constr type="h" for="ch" forName="Accent4" refType="h" fact="0.1333"/>
              <dgm:constr type="r" for="ch" forName="Accent3" refType="w" fact="0.3587"/>
              <dgm:constr type="t" for="ch" forName="Accent3" refType="h" fact="0.4021"/>
              <dgm:constr type="w" for="ch" forName="Accent3" refType="w" fact="0.2269"/>
              <dgm:constr type="h" for="ch" forName="Accent3" refType="h" fact="0.1333"/>
              <dgm:constr type="r" for="ch" forName="Accent2" refType="w" fact="0.6235"/>
              <dgm:constr type="t" for="ch" forName="Accent2" refType="h" fact="0.1529"/>
              <dgm:constr type="w" for="ch" forName="Accent2" refType="w" fact="0.2269"/>
              <dgm:constr type="h" for="ch" forName="Accent2" refType="h" fact="0.1333"/>
              <dgm:constr type="r" for="ch" forName="Accent1" refType="w" fact="0"/>
              <dgm:constr type="t" for="ch" forName="Accent1" refType="h" fact="0"/>
              <dgm:constr type="w" for="ch" forName="Accent1" refType="w" fact="0"/>
              <dgm:constr type="h" for="ch" forName="Accent1" refType="h" fact="0"/>
              <dgm:constr type="r" for="ch" forName="Child4" refType="w" fact="0.9446"/>
              <dgm:constr type="t" for="ch" forName="Child4" refType="h" fact="0.7093"/>
              <dgm:constr type="w" for="ch" forName="Child4" refType="w" fact="0.4927"/>
              <dgm:constr type="h" for="ch" forName="Child4" refType="h" fact="0.2907"/>
              <dgm:constr type="r" for="ch" forName="Parent" refType="w"/>
              <dgm:constr type="t" for="ch" forName="Parent" refType="h" fact="0.3226"/>
              <dgm:constr type="w" for="ch" forName="Parent" refType="w" fact="0.6013"/>
              <dgm:constr type="h" for="ch" forName="Parent" refType="h" fact="0.3547"/>
              <dgm:constr type="r" for="ch" forName="Child2" refType="w" fact="0.4927"/>
              <dgm:constr type="t" for="ch" forName="Child2" refType="h" fact="0.1788"/>
              <dgm:constr type="w" for="ch" forName="Child2" refType="w" fact="0.4927"/>
              <dgm:constr type="h" for="ch" forName="Child2" refType="h" fact="0.2907"/>
              <dgm:constr type="r" for="ch" forName="Child3" refType="w" fact="0.4927"/>
              <dgm:constr type="t" for="ch" forName="Child3" refType="h" fact="0.5303"/>
              <dgm:constr type="w" for="ch" forName="Child3" refType="w" fact="0.4927"/>
              <dgm:constr type="h" for="ch" forName="Child3" refType="h" fact="0.2907"/>
              <dgm:constr type="r" for="ch" forName="Child1" refType="w" fact="0.9446"/>
              <dgm:constr type="t" for="ch" forName="Child1" refType="h" fact="0"/>
              <dgm:constr type="w" for="ch" forName="Child1" refType="w" fact="0.4927"/>
              <dgm:constr type="h" for="ch" forName="Child1" refType="h" fact="0.2907"/>
            </dgm:constrLst>
          </dgm:if>
          <dgm:if name="Name18" axis="ch ch" ptType="node node" st="1 1" cnt="1 0" func="cnt" op="equ" val="5">
            <dgm:alg type="composite">
              <dgm:param type="ar" val="0.9538"/>
            </dgm:alg>
            <dgm:constrLst>
              <dgm:constr type="primFontSz" for="des" forName="Parent" val="65"/>
              <dgm:constr type="primFontSz" for="des" forName="Child1" val="65"/>
              <dgm:constr type="primFontSz" for="des" forName="Child1" refType="primFontSz" refFor="des" refForName="Parent" op="lte"/>
              <dgm:constr type="primFontSz" for="des" forName="Child2" refType="primFontSz" refFor="des" refForName="Parent" op="lte"/>
              <dgm:constr type="primFontSz" for="des" forName="Child3" refType="primFontSz" refFor="des" refForName="Parent" op="lte"/>
              <dgm:constr type="primFontSz" for="des" forName="Child4" refType="primFontSz" refFor="des" refForName="Parent" op="lte"/>
              <dgm:constr type="primFontSz" for="des" forName="Child5" refType="primFontSz" refFor="des" refForName="Parent" op="lte"/>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r" for="ch" forName="Accent5" refType="w" fact="0.7142"/>
              <dgm:constr type="t" for="ch" forName="Accent5" refType="h" fact="0.7126"/>
              <dgm:constr type="w" for="ch" forName="Accent5" refType="w" fact="0.1622"/>
              <dgm:constr type="h" for="ch" forName="Accent5" refType="h" fact="0.1333"/>
              <dgm:constr type="r" for="ch" forName="Accent4" refType="w" fact="0.388"/>
              <dgm:constr type="t" for="ch" forName="Accent4" refType="h" fact="0.6834"/>
              <dgm:constr type="w" for="ch" forName="Accent4" refType="w" fact="0.1622"/>
              <dgm:constr type="h" for="ch" forName="Accent4" refType="h" fact="0.1333"/>
              <dgm:constr type="r" for="ch" forName="Accent3" refType="w" fact="0.2565"/>
              <dgm:constr type="t" for="ch" forName="Accent3" refType="h" fact="0.4021"/>
              <dgm:constr type="w" for="ch" forName="Accent3" refType="w" fact="0.1622"/>
              <dgm:constr type="h" for="ch" forName="Accent3" refType="h" fact="0.1333"/>
              <dgm:constr type="r" for="ch" forName="Accent2" refType="w" fact="0.4458"/>
              <dgm:constr type="t" for="ch" forName="Accent2" refType="h" fact="0.1529"/>
              <dgm:constr type="w" for="ch" forName="Accent2" refType="w" fact="0.1622"/>
              <dgm:constr type="h" for="ch" forName="Accent2" refType="h" fact="0.1333"/>
              <dgm:constr type="r" for="ch" forName="Accent1" refType="w" fact="0"/>
              <dgm:constr type="t" for="ch" forName="Accent1" refType="h" fact="0"/>
              <dgm:constr type="w" for="ch" forName="Accent1" refType="w" fact="0"/>
              <dgm:constr type="h" for="ch" forName="Accent1" refType="h" fact="0"/>
              <dgm:constr type="r" for="ch" forName="Child4" refType="w" fact="0.6754"/>
              <dgm:constr type="t" for="ch" forName="Child4" refType="h" fact="0.7093"/>
              <dgm:constr type="w" for="ch" forName="Child4" refType="w" fact="0.3523"/>
              <dgm:constr type="h" for="ch" forName="Child4" refType="h" fact="0.2907"/>
              <dgm:constr type="r" for="ch" forName="Parent" refType="w" fact="0.715"/>
              <dgm:constr type="t" for="ch" forName="Parent" refType="h" fact="0.3226"/>
              <dgm:constr type="w" for="ch" forName="Parent" refType="w" fact="0.4299"/>
              <dgm:constr type="h" for="ch" forName="Parent" refType="h" fact="0.3547"/>
              <dgm:constr type="r" for="ch" forName="Child2" refType="w" fact="0.3523"/>
              <dgm:constr type="t" for="ch" forName="Child2" refType="h" fact="0.1788"/>
              <dgm:constr type="w" for="ch" forName="Child2" refType="w" fact="0.3523"/>
              <dgm:constr type="h" for="ch" forName="Child2" refType="h" fact="0.2907"/>
              <dgm:constr type="r" for="ch" forName="Child3" refType="w" fact="0.3523"/>
              <dgm:constr type="t" for="ch" forName="Child3" refType="h" fact="0.5303"/>
              <dgm:constr type="w" for="ch" forName="Child3" refType="w" fact="0.3523"/>
              <dgm:constr type="h" for="ch" forName="Child3" refType="h" fact="0.2907"/>
              <dgm:constr type="r" for="ch" forName="Child5" refType="w"/>
              <dgm:constr type="t" for="ch" forName="Child5" refType="h" fact="0.5305"/>
              <dgm:constr type="w" for="ch" forName="Child5" refType="w" fact="0.3523"/>
              <dgm:constr type="h" for="ch" forName="Child5" refType="h" fact="0.2907"/>
              <dgm:constr type="r" for="ch" forName="Child1" refType="w" fact="0.6754"/>
              <dgm:constr type="t" for="ch" forName="Child1" refType="h" fact="0"/>
              <dgm:constr type="w" for="ch" forName="Child1" refType="w" fact="0.3523"/>
              <dgm:constr type="h" for="ch" forName="Child1" refType="h" fact="0.2907"/>
            </dgm:constrLst>
          </dgm:if>
          <dgm:else name="Name19">
            <dgm:alg type="composite">
              <dgm:param type="ar" val="0.9538"/>
            </dgm:alg>
            <dgm:constrLst>
              <dgm:constr type="primFontSz" for="des" forName="Parent" val="65"/>
              <dgm:constr type="primFontSz" for="des" forName="Child1" val="65"/>
              <dgm:constr type="primFontSz" for="des" forName="Child1" refType="primFontSz" refFor="des" refForName="Parent" op="lte"/>
              <dgm:constr type="primFontSz" for="des" forName="Child2" refType="primFontSz" refFor="des" refForName="Parent" op="lte"/>
              <dgm:constr type="primFontSz" for="des" forName="Child3" refType="primFontSz" refFor="des" refForName="Parent" op="lte"/>
              <dgm:constr type="primFontSz" for="des" forName="Child4" refType="primFontSz" refFor="des" refForName="Parent" op="lte"/>
              <dgm:constr type="primFontSz" for="des" forName="Child5" refType="primFontSz" refFor="des" refForName="Parent" op="lte"/>
              <dgm:constr type="primFontSz" for="des" forName="Child6" refType="primFontSz" refFor="des" refForName="Parent" op="lte"/>
              <dgm:constr type="primFontSz" for="des" forName="Child7" refType="primFontSz" refFor="des" refForName="Parent" op="lte"/>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ptType="node" op="equ" val="65"/>
              <dgm:constr type="r" for="ch" forName="Accent6" refType="w" fact="0.9066"/>
              <dgm:constr type="t" for="ch" forName="Accent6" refType="h" fact="0.4635"/>
              <dgm:constr type="w" for="ch" forName="Accent6" refType="w" fact="0.1622"/>
              <dgm:constr type="h" for="ch" forName="Accent6" refType="h" fact="0.1333"/>
              <dgm:constr type="r" for="ch" forName="Accent5" refType="w" fact="0.7142"/>
              <dgm:constr type="t" for="ch" forName="Accent5" refType="h" fact="0.7126"/>
              <dgm:constr type="w" for="ch" forName="Accent5" refType="w" fact="0.1622"/>
              <dgm:constr type="h" for="ch" forName="Accent5" refType="h" fact="0.1333"/>
              <dgm:constr type="r" for="ch" forName="Accent4" refType="w" fact="0.388"/>
              <dgm:constr type="t" for="ch" forName="Accent4" refType="h" fact="0.6834"/>
              <dgm:constr type="w" for="ch" forName="Accent4" refType="w" fact="0.1622"/>
              <dgm:constr type="h" for="ch" forName="Accent4" refType="h" fact="0.1333"/>
              <dgm:constr type="r" for="ch" forName="Accent3" refType="w" fact="0.2565"/>
              <dgm:constr type="t" for="ch" forName="Accent3" refType="h" fact="0.4021"/>
              <dgm:constr type="w" for="ch" forName="Accent3" refType="w" fact="0.1622"/>
              <dgm:constr type="h" for="ch" forName="Accent3" refType="h" fact="0.1333"/>
              <dgm:constr type="r" for="ch" forName="Accent2" refType="w" fact="0.4458"/>
              <dgm:constr type="t" for="ch" forName="Accent2" refType="h" fact="0.1529"/>
              <dgm:constr type="w" for="ch" forName="Accent2" refType="w" fact="0.1622"/>
              <dgm:constr type="h" for="ch" forName="Accent2" refType="h" fact="0.1333"/>
              <dgm:constr type="r" for="ch" forName="Accent1" refType="w" fact="0"/>
              <dgm:constr type="t" for="ch" forName="Accent1" refType="h" fact="0"/>
              <dgm:constr type="w" for="ch" forName="Accent1" refType="w" fact="0"/>
              <dgm:constr type="h" for="ch" forName="Accent1" refType="h" fact="0"/>
              <dgm:constr type="r" for="ch" forName="Child4" refType="w" fact="0.6754"/>
              <dgm:constr type="t" for="ch" forName="Child4" refType="h" fact="0.7093"/>
              <dgm:constr type="w" for="ch" forName="Child4" refType="w" fact="0.3523"/>
              <dgm:constr type="h" for="ch" forName="Child4" refType="h" fact="0.2907"/>
              <dgm:constr type="r" for="ch" forName="Parent" refType="w" fact="0.715"/>
              <dgm:constr type="t" for="ch" forName="Parent" refType="h" fact="0.3226"/>
              <dgm:constr type="w" for="ch" forName="Parent" refType="w" fact="0.4299"/>
              <dgm:constr type="h" for="ch" forName="Parent" refType="h" fact="0.3547"/>
              <dgm:constr type="r" for="ch" forName="Child2" refType="w" fact="0.3523"/>
              <dgm:constr type="t" for="ch" forName="Child2" refType="h" fact="0.1788"/>
              <dgm:constr type="w" for="ch" forName="Child2" refType="w" fact="0.3523"/>
              <dgm:constr type="h" for="ch" forName="Child2" refType="h" fact="0.2907"/>
              <dgm:constr type="r" for="ch" forName="Child3" refType="w" fact="0.3523"/>
              <dgm:constr type="t" for="ch" forName="Child3" refType="h" fact="0.5303"/>
              <dgm:constr type="w" for="ch" forName="Child3" refType="w" fact="0.3523"/>
              <dgm:constr type="h" for="ch" forName="Child3" refType="h" fact="0.2907"/>
              <dgm:constr type="r" for="ch" forName="Child5" refType="w"/>
              <dgm:constr type="t" for="ch" forName="Child5" refType="h" fact="0.5305"/>
              <dgm:constr type="w" for="ch" forName="Child5" refType="w" fact="0.3523"/>
              <dgm:constr type="h" for="ch" forName="Child5" refType="h" fact="0.2907"/>
              <dgm:constr type="r" for="ch" forName="Child6" refType="w"/>
              <dgm:constr type="t" for="ch" forName="Child6" refType="h" fact="0.1784"/>
              <dgm:constr type="w" for="ch" forName="Child6" refType="w" fact="0.3523"/>
              <dgm:constr type="h" for="ch" forName="Child6" refType="h" fact="0.2907"/>
              <dgm:constr type="r" for="ch" forName="Child1" refType="w" fact="0.6754"/>
              <dgm:constr type="t" for="ch" forName="Child1" refType="h" fact="0"/>
              <dgm:constr type="w" for="ch" forName="Child1" refType="w" fact="0.3523"/>
              <dgm:constr type="h" for="ch" forName="Child1" refType="h" fact="0.2907"/>
            </dgm:constrLst>
          </dgm:else>
        </dgm:choose>
      </dgm:else>
    </dgm:choose>
    <dgm:forEach name="wrapper" axis="self" ptType="parTrans">
      <dgm:forEach name="accentRepeat" axis="self">
        <dgm:layoutNode name="Accent" styleLbl="bgShp">
          <dgm:alg type="sp"/>
          <dgm:shape xmlns:r="http://schemas.openxmlformats.org/officeDocument/2006/relationships" type="hexagon" r:blip="" zOrderOff="-2">
            <dgm:adjLst>
              <dgm:adj idx="1" val="0.289"/>
              <dgm:adj idx="2" val="1.1547"/>
            </dgm:adjLst>
          </dgm:shape>
          <dgm:presOf/>
        </dgm:layoutNode>
      </dgm:forEach>
    </dgm:forEach>
    <dgm:forEach name="Name20" axis="ch" ptType="node" cnt="1">
      <dgm:layoutNode name="Parent" styleLbl="node0">
        <dgm:varLst>
          <dgm:chMax val="6"/>
          <dgm:chPref val="6"/>
        </dgm:varLst>
        <dgm:alg type="tx"/>
        <dgm:shape xmlns:r="http://schemas.openxmlformats.org/officeDocument/2006/relationships" type="hexagon" r:blip="">
          <dgm:adjLst>
            <dgm:adj idx="1" val="0.2857"/>
            <dgm:adj idx="2" val="1.1547"/>
          </dgm:adjLst>
        </dgm:shape>
        <dgm:presOf axis="self"/>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21" axis="ch ch" ptType="node node" st="1 1" cnt="1 1">
      <dgm:layoutNode name="Accent1">
        <dgm:alg type="sp"/>
        <dgm:shape xmlns:r="http://schemas.openxmlformats.org/officeDocument/2006/relationships" r:blip="" zOrderOff="-2">
          <dgm:adjLst/>
        </dgm:shape>
        <dgm:presOf/>
        <dgm:constrLst/>
        <dgm:forEach name="Name22" ref="accentRepeat"/>
      </dgm:layoutNode>
      <dgm:layoutNode name="Child1" styleLbl="node1">
        <dgm:varLst>
          <dgm:chMax val="0"/>
          <dgm:chPref val="0"/>
          <dgm:bulletEnabled val="1"/>
        </dgm:varLst>
        <dgm:alg type="tx">
          <dgm:param type="shpTxLTRAlignCh" val="ctr"/>
          <dgm:param type="txAnchorVertCh" val="mid"/>
        </dgm:alg>
        <dgm:shape xmlns:r="http://schemas.openxmlformats.org/officeDocument/2006/relationships" type="hexagon" r:blip="">
          <dgm:adjLst>
            <dgm:adj idx="1" val="0.2857"/>
            <dgm:adj idx="2" val="1.1547"/>
          </dgm:adjLst>
        </dgm:shape>
        <dgm:presOf axis="desOr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23" axis="ch ch" ptType="node node" st="1 2" cnt="1 1">
      <dgm:layoutNode name="Accent2">
        <dgm:alg type="sp"/>
        <dgm:shape xmlns:r="http://schemas.openxmlformats.org/officeDocument/2006/relationships" r:blip="" zOrderOff="-2">
          <dgm:adjLst/>
        </dgm:shape>
        <dgm:presOf/>
        <dgm:constrLst/>
        <dgm:forEach name="Name24" ref="accentRepeat"/>
      </dgm:layoutNode>
      <dgm:layoutNode name="Child2" styleLbl="node1">
        <dgm:varLst>
          <dgm:chMax val="0"/>
          <dgm:chPref val="0"/>
          <dgm:bulletEnabled val="1"/>
        </dgm:varLst>
        <dgm:alg type="tx">
          <dgm:param type="shpTxLTRAlignCh" val="ctr"/>
          <dgm:param type="txAnchorVertCh" val="mid"/>
        </dgm:alg>
        <dgm:shape xmlns:r="http://schemas.openxmlformats.org/officeDocument/2006/relationships" type="hexagon" r:blip="">
          <dgm:adjLst>
            <dgm:adj idx="1" val="0.2857"/>
            <dgm:adj idx="2" val="1.1547"/>
          </dgm:adjLst>
        </dgm:shape>
        <dgm:presOf axis="desOr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25" axis="ch ch" ptType="node node" st="1 3" cnt="1 1">
      <dgm:layoutNode name="Accent3">
        <dgm:alg type="sp"/>
        <dgm:shape xmlns:r="http://schemas.openxmlformats.org/officeDocument/2006/relationships" r:blip="" zOrderOff="-2">
          <dgm:adjLst/>
        </dgm:shape>
        <dgm:presOf/>
        <dgm:constrLst/>
        <dgm:forEach name="Name26" ref="accentRepeat"/>
      </dgm:layoutNode>
      <dgm:layoutNode name="Child3" styleLbl="node1">
        <dgm:varLst>
          <dgm:chMax val="0"/>
          <dgm:chPref val="0"/>
          <dgm:bulletEnabled val="1"/>
        </dgm:varLst>
        <dgm:alg type="tx">
          <dgm:param type="shpTxLTRAlignCh" val="ctr"/>
          <dgm:param type="txAnchorVertCh" val="mid"/>
        </dgm:alg>
        <dgm:shape xmlns:r="http://schemas.openxmlformats.org/officeDocument/2006/relationships" type="hexagon" r:blip="">
          <dgm:adjLst>
            <dgm:adj idx="1" val="0.2857"/>
            <dgm:adj idx="2" val="1.1547"/>
          </dgm:adjLst>
        </dgm:shape>
        <dgm:presOf axis="desOr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27" axis="ch ch" ptType="node node" st="1 4" cnt="1 1">
      <dgm:layoutNode name="Accent4">
        <dgm:alg type="sp"/>
        <dgm:shape xmlns:r="http://schemas.openxmlformats.org/officeDocument/2006/relationships" r:blip="">
          <dgm:adjLst/>
        </dgm:shape>
        <dgm:presOf/>
        <dgm:constrLst/>
        <dgm:forEach name="Name28" ref="accentRepeat"/>
      </dgm:layoutNode>
      <dgm:layoutNode name="Child4" styleLbl="node1">
        <dgm:varLst>
          <dgm:chMax val="0"/>
          <dgm:chPref val="0"/>
          <dgm:bulletEnabled val="1"/>
        </dgm:varLst>
        <dgm:alg type="tx">
          <dgm:param type="shpTxLTRAlignCh" val="ctr"/>
          <dgm:param type="txAnchorVertCh" val="mid"/>
        </dgm:alg>
        <dgm:shape xmlns:r="http://schemas.openxmlformats.org/officeDocument/2006/relationships" type="hexagon" r:blip="">
          <dgm:adjLst>
            <dgm:adj idx="1" val="0.2857"/>
            <dgm:adj idx="2" val="1.1547"/>
          </dgm:adjLst>
        </dgm:shape>
        <dgm:presOf axis="desOr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29" axis="ch ch" ptType="node node" st="1 5" cnt="1 1">
      <dgm:layoutNode name="Accent5">
        <dgm:alg type="sp"/>
        <dgm:shape xmlns:r="http://schemas.openxmlformats.org/officeDocument/2006/relationships" r:blip="">
          <dgm:adjLst/>
        </dgm:shape>
        <dgm:presOf/>
        <dgm:constrLst/>
        <dgm:forEach name="Name30" ref="accentRepeat"/>
      </dgm:layoutNode>
      <dgm:layoutNode name="Child5" styleLbl="node1">
        <dgm:varLst>
          <dgm:chMax val="0"/>
          <dgm:chPref val="0"/>
          <dgm:bulletEnabled val="1"/>
        </dgm:varLst>
        <dgm:alg type="tx">
          <dgm:param type="shpTxLTRAlignCh" val="ctr"/>
          <dgm:param type="txAnchorVertCh" val="mid"/>
        </dgm:alg>
        <dgm:shape xmlns:r="http://schemas.openxmlformats.org/officeDocument/2006/relationships" type="hexagon" r:blip="">
          <dgm:adjLst>
            <dgm:adj idx="1" val="0.2857"/>
            <dgm:adj idx="2" val="1.1547"/>
          </dgm:adjLst>
        </dgm:shape>
        <dgm:presOf axis="desOr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31" axis="ch ch" ptType="node node" st="1 6" cnt="1 1">
      <dgm:layoutNode name="Accent6">
        <dgm:alg type="sp"/>
        <dgm:shape xmlns:r="http://schemas.openxmlformats.org/officeDocument/2006/relationships" r:blip="">
          <dgm:adjLst/>
        </dgm:shape>
        <dgm:presOf/>
        <dgm:constrLst/>
        <dgm:forEach name="Name32" ref="accentRepeat"/>
      </dgm:layoutNode>
      <dgm:layoutNode name="Child6" styleLbl="node1">
        <dgm:varLst>
          <dgm:chMax val="0"/>
          <dgm:chPref val="0"/>
          <dgm:bulletEnabled val="1"/>
        </dgm:varLst>
        <dgm:alg type="tx">
          <dgm:param type="shpTxLTRAlignCh" val="ctr"/>
          <dgm:param type="txAnchorVertCh" val="mid"/>
        </dgm:alg>
        <dgm:shape xmlns:r="http://schemas.openxmlformats.org/officeDocument/2006/relationships" type="hexagon" r:blip="">
          <dgm:adjLst>
            <dgm:adj idx="1" val="0.2857"/>
            <dgm:adj idx="2" val="1.1547"/>
          </dgm:adjLst>
        </dgm:shape>
        <dgm:presOf axis="desOr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layoutNode>
</dgm:layoutDef>
</file>

<file path=ppt/diagrams/layout2.xml><?xml version="1.0" encoding="utf-8"?>
<dgm:layoutDef xmlns:dgm="http://schemas.openxmlformats.org/drawingml/2006/diagram" xmlns:a="http://schemas.openxmlformats.org/drawingml/2006/main" uniqueId="urn:microsoft.com/office/officeart/2005/8/layout/vList5">
  <dgm:title val=""/>
  <dgm:desc val=""/>
  <dgm:catLst>
    <dgm:cat type="list" pri="15000"/>
    <dgm:cat type="convert" pri="2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T"/>
          <dgm:param type="nodeHorzAlign" val="l"/>
        </dgm:alg>
      </dgm:if>
      <dgm:else name="Name3">
        <dgm:alg type="lin">
          <dgm:param type="linDir" val="fromT"/>
          <dgm:param type="nodeHorzAlign" val="r"/>
        </dgm:alg>
      </dgm:else>
    </dgm:choose>
    <dgm:shape xmlns:r="http://schemas.openxmlformats.org/officeDocument/2006/relationships" r:blip="">
      <dgm:adjLst/>
    </dgm:shape>
    <dgm:presOf/>
    <dgm:constrLst>
      <dgm:constr type="h" for="ch" forName="linNode" refType="h"/>
      <dgm:constr type="w" for="ch" forName="linNode" refType="w"/>
      <dgm:constr type="h" for="ch" forName="sp" refType="h" fact="0.05"/>
      <dgm:constr type="primFontSz" for="des" forName="parentText" op="equ" val="65"/>
      <dgm:constr type="secFontSz" for="des" forName="descendantText" op="equ"/>
    </dgm:constrLst>
    <dgm:ruleLst/>
    <dgm:forEach name="Name4" axis="ch" ptType="node">
      <dgm:layoutNode name="linNode">
        <dgm:choose name="Name5">
          <dgm:if name="Name6" func="var" arg="dir" op="equ" val="norm">
            <dgm:alg type="lin">
              <dgm:param type="linDir" val="fromL"/>
            </dgm:alg>
          </dgm:if>
          <dgm:else name="Name7">
            <dgm:alg type="lin">
              <dgm:param type="linDir" val="fromR"/>
            </dgm:alg>
          </dgm:else>
        </dgm:choose>
        <dgm:shape xmlns:r="http://schemas.openxmlformats.org/officeDocument/2006/relationships" r:blip="">
          <dgm:adjLst/>
        </dgm:shape>
        <dgm:presOf/>
        <dgm:constrLst>
          <dgm:constr type="w" for="ch" forName="parentText" refType="w" fact="0.36"/>
          <dgm:constr type="w" for="ch" forName="descendantText" refType="w" fact="0.64"/>
          <dgm:constr type="h" for="ch" forName="parentText" refType="h"/>
          <dgm:constr type="h" for="ch" forName="descendantText" refType="h" refFor="ch" refForName="parentText" fact="0.8"/>
        </dgm:constrLst>
        <dgm:ruleLst/>
        <dgm:layoutNode name="parentText">
          <dgm:varLst>
            <dgm:chMax val="1"/>
            <dgm:bulletEnabled val="1"/>
          </dgm:varLst>
          <dgm:alg type="tx"/>
          <dgm:shape xmlns:r="http://schemas.openxmlformats.org/officeDocument/2006/relationships" type="roundRect" r:blip="" zOrderOff="3">
            <dgm:adjLst/>
          </dgm:shape>
          <dgm:presOf axis="self" ptType="node"/>
          <dgm:constrLst>
            <dgm:constr type="tMarg" refType="primFontSz" fact="0.15"/>
            <dgm:constr type="bMarg" refType="primFontSz" fact="0.15"/>
            <dgm:constr type="lMarg" refType="primFontSz" fact="0.3"/>
            <dgm:constr type="rMarg" refType="primFontSz" fact="0.3"/>
          </dgm:constrLst>
          <dgm:ruleLst>
            <dgm:rule type="primFontSz" val="5" fact="NaN" max="NaN"/>
          </dgm:ruleLst>
        </dgm:layoutNode>
        <dgm:choose name="Name8">
          <dgm:if name="Name9" axis="ch" ptType="node" func="cnt" op="gte" val="1">
            <dgm:layoutNode name="descendantText" styleLbl="alignAccFollowNode1">
              <dgm:varLst>
                <dgm:bulletEnabled val="1"/>
              </dgm:varLst>
              <dgm:alg type="tx">
                <dgm:param type="stBulletLvl" val="1"/>
                <dgm:param type="txAnchorVertCh" val="mid"/>
              </dgm:alg>
              <dgm:choose name="Name10">
                <dgm:if name="Name11" func="var" arg="dir" op="equ" val="norm">
                  <dgm:shape xmlns:r="http://schemas.openxmlformats.org/officeDocument/2006/relationships" rot="90" type="round2SameRect" r:blip="">
                    <dgm:adjLst/>
                  </dgm:shape>
                </dgm:if>
                <dgm:else name="Name12">
                  <dgm:shape xmlns:r="http://schemas.openxmlformats.org/officeDocument/2006/relationships" rot="-90" type="round2SameRect" r:blip="">
                    <dgm:adjLst/>
                  </dgm:shape>
                </dgm:else>
              </dgm:choose>
              <dgm:presOf axis="des" ptType="node"/>
              <dgm:constrLst>
                <dgm:constr type="secFontSz" val="65"/>
                <dgm:constr type="primFontSz" refType="secFontSz"/>
                <dgm:constr type="lMarg" refType="secFontSz" fact="0.3"/>
                <dgm:constr type="rMarg" refType="secFontSz" fact="0.3"/>
                <dgm:constr type="tMarg" refType="secFontSz" fact="0.15"/>
                <dgm:constr type="bMarg" refType="secFontSz" fact="0.15"/>
              </dgm:constrLst>
              <dgm:ruleLst>
                <dgm:rule type="secFontSz" val="5" fact="NaN" max="NaN"/>
              </dgm:ruleLst>
            </dgm:layoutNode>
          </dgm:if>
          <dgm:else name="Name13"/>
        </dgm:choose>
      </dgm:layoutNode>
      <dgm:forEach name="Name14" axis="followSib" ptType="sibTrans" cnt="1">
        <dgm:layoutNode name="sp">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3d1">
  <dgm:title val=""/>
  <dgm:desc val=""/>
  <dgm:catLst>
    <dgm:cat type="3D" pri="11100"/>
  </dgm:catLst>
  <dgm:scene3d>
    <a:camera prst="orthographicFront"/>
    <a:lightRig rig="threePt" dir="t"/>
  </dgm:scene3d>
  <dgm:styleLbl name="node0">
    <dgm:scene3d>
      <a:camera prst="orthographicFront"/>
      <a:lightRig rig="flat" dir="t"/>
    </dgm:scene3d>
    <dgm:sp3d prstMaterial="plastic">
      <a:bevelT w="120900" h="88900"/>
      <a:bevelB w="88900" h="31750" prst="angle"/>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vennNode1">
    <dgm:scene3d>
      <a:camera prst="orthographicFront"/>
      <a:lightRig rig="flat" dir="t"/>
    </dgm:scene3d>
    <dgm:sp3d prstMaterial="plastic">
      <a:bevelT w="120900" h="88900"/>
      <a:bevelB w="88900" h="31750" prst="angle"/>
    </dgm:sp3d>
    <dgm:txPr/>
    <dgm:style>
      <a:lnRef idx="0">
        <a:scrgbClr r="0" g="0" b="0"/>
      </a:lnRef>
      <a:fillRef idx="1">
        <a:scrgbClr r="0" g="0" b="0"/>
      </a:fillRef>
      <a:effectRef idx="1">
        <a:scrgbClr r="0" g="0" b="0"/>
      </a:effectRef>
      <a:fontRef idx="minor">
        <a:schemeClr val="tx1"/>
      </a:fontRef>
    </dgm:style>
  </dgm:styleLbl>
  <dgm:styleLbl name="alignNode1">
    <dgm:scene3d>
      <a:camera prst="orthographicFront"/>
      <a:lightRig rig="flat" dir="t"/>
    </dgm:scene3d>
    <dgm:sp3d prstMaterial="plastic">
      <a:bevelT w="120900" h="88900"/>
      <a:bevelB w="88900" h="31750" prst="angle"/>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flat" dir="t"/>
    </dgm:scene3d>
    <dgm:sp3d prstMaterial="plastic">
      <a:bevelT w="120900" h="88900"/>
      <a:bevelB w="88900" h="31750" prst="angle"/>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node3">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node4">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fgImgPlace1">
    <dgm:scene3d>
      <a:camera prst="orthographicFront"/>
      <a:lightRig rig="flat" dir="t"/>
    </dgm:scene3d>
    <dgm:sp3d z="127000"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alignImgPlace1">
    <dgm:scene3d>
      <a:camera prst="orthographicFront"/>
      <a:lightRig rig="flat" dir="t"/>
    </dgm:scene3d>
    <dgm:sp3d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bgImgPlace1">
    <dgm:scene3d>
      <a:camera prst="orthographicFront"/>
      <a:lightRig rig="flat" dir="t"/>
    </dgm:scene3d>
    <dgm:sp3d z="-190500"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sibTrans2D1">
    <dgm:scene3d>
      <a:camera prst="orthographicFront"/>
      <a:lightRig rig="flat" dir="t"/>
    </dgm:scene3d>
    <dgm:sp3d z="-800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flat" dir="t"/>
    </dgm:scene3d>
    <dgm:sp3d z="1270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flat" dir="t"/>
    </dgm:scene3d>
    <dgm:sp3d z="-1905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flat" dir="t"/>
    </dgm:scene3d>
    <dgm:sp3d z="-40000" prstMaterial="matte"/>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z="127000" prstMaterial="matte"/>
    <dgm:txPr/>
    <dgm:style>
      <a:lnRef idx="2">
        <a:scrgbClr r="0" g="0" b="0"/>
      </a:lnRef>
      <a:fillRef idx="1">
        <a:scrgbClr r="0" g="0" b="0"/>
      </a:fillRef>
      <a:effectRef idx="0">
        <a:scrgbClr r="0" g="0" b="0"/>
      </a:effectRef>
      <a:fontRef idx="minor"/>
    </dgm:style>
  </dgm:styleLbl>
  <dgm:styleLbl name="asst0">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1">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2">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3">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1">
    <dgm:scene3d>
      <a:camera prst="orthographicFront"/>
      <a:lightRig rig="flat" dir="t"/>
    </dgm:scene3d>
    <dgm:sp3d z="-10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2">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3">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4">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1D1">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2">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3">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4">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con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tr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b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solid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solid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solidB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FollowNode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bgAccFollowNode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0">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2">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3">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4">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bgShp">
    <dgm:scene3d>
      <a:camera prst="orthographicFront"/>
      <a:lightRig rig="flat" dir="t"/>
    </dgm:scene3d>
    <dgm:sp3d z="-190500" extrusionH="12700" prstMaterial="plastic">
      <a:bevelT w="50800" h="50800"/>
    </dgm:sp3d>
    <dgm:txPr/>
    <dgm:style>
      <a:lnRef idx="0">
        <a:scrgbClr r="0" g="0" b="0"/>
      </a:lnRef>
      <a:fillRef idx="3">
        <a:scrgbClr r="0" g="0" b="0"/>
      </a:fillRef>
      <a:effectRef idx="0">
        <a:scrgbClr r="0" g="0" b="0"/>
      </a:effectRef>
      <a:fontRef idx="minor"/>
    </dgm:style>
  </dgm:styleLbl>
  <dgm:styleLbl name="dkBgShp">
    <dgm:scene3d>
      <a:camera prst="orthographicFront"/>
      <a:lightRig rig="flat" dir="t"/>
    </dgm:scene3d>
    <dgm:sp3d z="-190500" extrusionH="12700" prstMaterial="plastic">
      <a:bevelT w="50800" h="50800"/>
    </dgm:sp3d>
    <dgm:txPr/>
    <dgm:style>
      <a:lnRef idx="0">
        <a:scrgbClr r="0" g="0" b="0"/>
      </a:lnRef>
      <a:fillRef idx="2">
        <a:scrgbClr r="0" g="0" b="0"/>
      </a:fillRef>
      <a:effectRef idx="0">
        <a:scrgbClr r="0" g="0" b="0"/>
      </a:effectRef>
      <a:fontRef idx="minor"/>
    </dgm:style>
  </dgm:styleLbl>
  <dgm:styleLbl name="trBgShp">
    <dgm:scene3d>
      <a:camera prst="orthographicFront"/>
      <a:lightRig rig="flat" dir="t"/>
    </dgm:scene3d>
    <dgm:sp3d z="-190500" extrusionH="12700" prstMaterial="matte"/>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z="190500" prstMaterial="plastic">
      <a:bevelT w="120900" h="88900"/>
      <a:bevelB w="88900" h="31750" prst="angle"/>
    </dgm:sp3d>
    <dgm:txPr/>
    <dgm:style>
      <a:lnRef idx="0">
        <a:scrgbClr r="0" g="0" b="0"/>
      </a:lnRef>
      <a:fillRef idx="1">
        <a:scrgbClr r="0" g="0" b="0"/>
      </a:fillRef>
      <a:effectRef idx="3">
        <a:scrgbClr r="0" g="0" b="0"/>
      </a:effectRef>
      <a:fontRef idx="minor">
        <a:schemeClr val="lt1"/>
      </a:fontRef>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3d1">
  <dgm:title val=""/>
  <dgm:desc val=""/>
  <dgm:catLst>
    <dgm:cat type="3D" pri="11100"/>
  </dgm:catLst>
  <dgm:scene3d>
    <a:camera prst="orthographicFront"/>
    <a:lightRig rig="threePt" dir="t"/>
  </dgm:scene3d>
  <dgm:styleLbl name="node0">
    <dgm:scene3d>
      <a:camera prst="orthographicFront"/>
      <a:lightRig rig="flat" dir="t"/>
    </dgm:scene3d>
    <dgm:sp3d prstMaterial="plastic">
      <a:bevelT w="120900" h="88900"/>
      <a:bevelB w="88900" h="31750" prst="angle"/>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vennNode1">
    <dgm:scene3d>
      <a:camera prst="orthographicFront"/>
      <a:lightRig rig="flat" dir="t"/>
    </dgm:scene3d>
    <dgm:sp3d prstMaterial="plastic">
      <a:bevelT w="120900" h="88900"/>
      <a:bevelB w="88900" h="31750" prst="angle"/>
    </dgm:sp3d>
    <dgm:txPr/>
    <dgm:style>
      <a:lnRef idx="0">
        <a:scrgbClr r="0" g="0" b="0"/>
      </a:lnRef>
      <a:fillRef idx="1">
        <a:scrgbClr r="0" g="0" b="0"/>
      </a:fillRef>
      <a:effectRef idx="1">
        <a:scrgbClr r="0" g="0" b="0"/>
      </a:effectRef>
      <a:fontRef idx="minor">
        <a:schemeClr val="tx1"/>
      </a:fontRef>
    </dgm:style>
  </dgm:styleLbl>
  <dgm:styleLbl name="alignNode1">
    <dgm:scene3d>
      <a:camera prst="orthographicFront"/>
      <a:lightRig rig="flat" dir="t"/>
    </dgm:scene3d>
    <dgm:sp3d prstMaterial="plastic">
      <a:bevelT w="120900" h="88900"/>
      <a:bevelB w="88900" h="31750" prst="angle"/>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flat" dir="t"/>
    </dgm:scene3d>
    <dgm:sp3d prstMaterial="plastic">
      <a:bevelT w="120900" h="88900"/>
      <a:bevelB w="88900" h="31750" prst="angle"/>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node3">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node4">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fgImgPlace1">
    <dgm:scene3d>
      <a:camera prst="orthographicFront"/>
      <a:lightRig rig="flat" dir="t"/>
    </dgm:scene3d>
    <dgm:sp3d z="127000"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alignImgPlace1">
    <dgm:scene3d>
      <a:camera prst="orthographicFront"/>
      <a:lightRig rig="flat" dir="t"/>
    </dgm:scene3d>
    <dgm:sp3d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bgImgPlace1">
    <dgm:scene3d>
      <a:camera prst="orthographicFront"/>
      <a:lightRig rig="flat" dir="t"/>
    </dgm:scene3d>
    <dgm:sp3d z="-190500"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sibTrans2D1">
    <dgm:scene3d>
      <a:camera prst="orthographicFront"/>
      <a:lightRig rig="flat" dir="t"/>
    </dgm:scene3d>
    <dgm:sp3d z="-800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flat" dir="t"/>
    </dgm:scene3d>
    <dgm:sp3d z="1270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flat" dir="t"/>
    </dgm:scene3d>
    <dgm:sp3d z="-1905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flat" dir="t"/>
    </dgm:scene3d>
    <dgm:sp3d z="-40000" prstMaterial="matte"/>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z="127000" prstMaterial="matte"/>
    <dgm:txPr/>
    <dgm:style>
      <a:lnRef idx="2">
        <a:scrgbClr r="0" g="0" b="0"/>
      </a:lnRef>
      <a:fillRef idx="1">
        <a:scrgbClr r="0" g="0" b="0"/>
      </a:fillRef>
      <a:effectRef idx="0">
        <a:scrgbClr r="0" g="0" b="0"/>
      </a:effectRef>
      <a:fontRef idx="minor"/>
    </dgm:style>
  </dgm:styleLbl>
  <dgm:styleLbl name="asst0">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1">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2">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3">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1">
    <dgm:scene3d>
      <a:camera prst="orthographicFront"/>
      <a:lightRig rig="flat" dir="t"/>
    </dgm:scene3d>
    <dgm:sp3d z="-10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2">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3">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4">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1D1">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2">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3">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4">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con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tr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b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solid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solid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solidB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FollowNode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bgAccFollowNode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0">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2">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3">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4">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bgShp">
    <dgm:scene3d>
      <a:camera prst="orthographicFront"/>
      <a:lightRig rig="flat" dir="t"/>
    </dgm:scene3d>
    <dgm:sp3d z="-190500" extrusionH="12700" prstMaterial="plastic">
      <a:bevelT w="50800" h="50800"/>
    </dgm:sp3d>
    <dgm:txPr/>
    <dgm:style>
      <a:lnRef idx="0">
        <a:scrgbClr r="0" g="0" b="0"/>
      </a:lnRef>
      <a:fillRef idx="3">
        <a:scrgbClr r="0" g="0" b="0"/>
      </a:fillRef>
      <a:effectRef idx="0">
        <a:scrgbClr r="0" g="0" b="0"/>
      </a:effectRef>
      <a:fontRef idx="minor"/>
    </dgm:style>
  </dgm:styleLbl>
  <dgm:styleLbl name="dkBgShp">
    <dgm:scene3d>
      <a:camera prst="orthographicFront"/>
      <a:lightRig rig="flat" dir="t"/>
    </dgm:scene3d>
    <dgm:sp3d z="-190500" extrusionH="12700" prstMaterial="plastic">
      <a:bevelT w="50800" h="50800"/>
    </dgm:sp3d>
    <dgm:txPr/>
    <dgm:style>
      <a:lnRef idx="0">
        <a:scrgbClr r="0" g="0" b="0"/>
      </a:lnRef>
      <a:fillRef idx="2">
        <a:scrgbClr r="0" g="0" b="0"/>
      </a:fillRef>
      <a:effectRef idx="0">
        <a:scrgbClr r="0" g="0" b="0"/>
      </a:effectRef>
      <a:fontRef idx="minor"/>
    </dgm:style>
  </dgm:styleLbl>
  <dgm:styleLbl name="trBgShp">
    <dgm:scene3d>
      <a:camera prst="orthographicFront"/>
      <a:lightRig rig="flat" dir="t"/>
    </dgm:scene3d>
    <dgm:sp3d z="-190500" extrusionH="12700" prstMaterial="matte"/>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z="190500" prstMaterial="plastic">
      <a:bevelT w="120900" h="88900"/>
      <a:bevelB w="88900" h="31750" prst="angle"/>
    </dgm:sp3d>
    <dgm:txPr/>
    <dgm:style>
      <a:lnRef idx="0">
        <a:scrgbClr r="0" g="0" b="0"/>
      </a:lnRef>
      <a:fillRef idx="1">
        <a:scrgbClr r="0" g="0" b="0"/>
      </a:fillRef>
      <a:effectRef idx="3">
        <a:scrgbClr r="0" g="0" b="0"/>
      </a:effectRef>
      <a:fontRef idx="minor">
        <a:schemeClr val="lt1"/>
      </a:fontRef>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889938" cy="493633"/>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sz="quarter" idx="1"/>
          </p:nvPr>
        </p:nvSpPr>
        <p:spPr>
          <a:xfrm>
            <a:off x="3777607" y="0"/>
            <a:ext cx="2889938" cy="493633"/>
          </a:xfrm>
          <a:prstGeom prst="rect">
            <a:avLst/>
          </a:prstGeom>
        </p:spPr>
        <p:txBody>
          <a:bodyPr vert="horz" lIns="91440" tIns="45720" rIns="91440" bIns="45720" rtlCol="0"/>
          <a:lstStyle>
            <a:lvl1pPr algn="r">
              <a:defRPr sz="1200"/>
            </a:lvl1pPr>
          </a:lstStyle>
          <a:p>
            <a:fld id="{1E473AF6-2FAB-4713-B6C6-E0386261291F}" type="datetimeFigureOut">
              <a:rPr lang="en-GB" smtClean="0"/>
              <a:t>01/07/2016</a:t>
            </a:fld>
            <a:endParaRPr lang="en-GB"/>
          </a:p>
        </p:txBody>
      </p:sp>
      <p:sp>
        <p:nvSpPr>
          <p:cNvPr id="4" name="Footer Placeholder 3"/>
          <p:cNvSpPr>
            <a:spLocks noGrp="1"/>
          </p:cNvSpPr>
          <p:nvPr>
            <p:ph type="ftr" sz="quarter" idx="2"/>
          </p:nvPr>
        </p:nvSpPr>
        <p:spPr>
          <a:xfrm>
            <a:off x="0" y="9377316"/>
            <a:ext cx="2889938" cy="493633"/>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p:cNvSpPr>
            <a:spLocks noGrp="1"/>
          </p:cNvSpPr>
          <p:nvPr>
            <p:ph type="sldNum" sz="quarter" idx="3"/>
          </p:nvPr>
        </p:nvSpPr>
        <p:spPr>
          <a:xfrm>
            <a:off x="3777607" y="9377316"/>
            <a:ext cx="2889938" cy="493633"/>
          </a:xfrm>
          <a:prstGeom prst="rect">
            <a:avLst/>
          </a:prstGeom>
        </p:spPr>
        <p:txBody>
          <a:bodyPr vert="horz" lIns="91440" tIns="45720" rIns="91440" bIns="45720" rtlCol="0" anchor="b"/>
          <a:lstStyle>
            <a:lvl1pPr algn="r">
              <a:defRPr sz="1200"/>
            </a:lvl1pPr>
          </a:lstStyle>
          <a:p>
            <a:fld id="{6898E0F9-4544-4B83-BE12-483232559C3B}" type="slidenum">
              <a:rPr lang="en-GB" smtClean="0"/>
              <a:t>‹#›</a:t>
            </a:fld>
            <a:endParaRPr lang="en-GB"/>
          </a:p>
        </p:txBody>
      </p:sp>
    </p:spTree>
    <p:extLst>
      <p:ext uri="{BB962C8B-B14F-4D97-AF65-F5344CB8AC3E}">
        <p14:creationId xmlns:p14="http://schemas.microsoft.com/office/powerpoint/2010/main" val="84576329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889938" cy="493633"/>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777607" y="0"/>
            <a:ext cx="2889938" cy="493633"/>
          </a:xfrm>
          <a:prstGeom prst="rect">
            <a:avLst/>
          </a:prstGeom>
        </p:spPr>
        <p:txBody>
          <a:bodyPr vert="horz" lIns="91440" tIns="45720" rIns="91440" bIns="45720" rtlCol="0"/>
          <a:lstStyle>
            <a:lvl1pPr algn="r">
              <a:defRPr sz="1200"/>
            </a:lvl1pPr>
          </a:lstStyle>
          <a:p>
            <a:fld id="{72339265-ADFC-4563-A924-76225813E49E}" type="datetimeFigureOut">
              <a:rPr lang="en-GB" smtClean="0"/>
              <a:t>01/07/2016</a:t>
            </a:fld>
            <a:endParaRPr lang="en-GB"/>
          </a:p>
        </p:txBody>
      </p:sp>
      <p:sp>
        <p:nvSpPr>
          <p:cNvPr id="4" name="Slide Image Placeholder 3"/>
          <p:cNvSpPr>
            <a:spLocks noGrp="1" noRot="1" noChangeAspect="1"/>
          </p:cNvSpPr>
          <p:nvPr>
            <p:ph type="sldImg" idx="2"/>
          </p:nvPr>
        </p:nvSpPr>
        <p:spPr>
          <a:xfrm>
            <a:off x="42863" y="739775"/>
            <a:ext cx="6583362" cy="3703638"/>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66909" y="4689515"/>
            <a:ext cx="5335270" cy="4442698"/>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6" name="Footer Placeholder 5"/>
          <p:cNvSpPr>
            <a:spLocks noGrp="1"/>
          </p:cNvSpPr>
          <p:nvPr>
            <p:ph type="ftr" sz="quarter" idx="4"/>
          </p:nvPr>
        </p:nvSpPr>
        <p:spPr>
          <a:xfrm>
            <a:off x="0" y="9377316"/>
            <a:ext cx="2889938" cy="493633"/>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777607" y="9377316"/>
            <a:ext cx="2889938" cy="493633"/>
          </a:xfrm>
          <a:prstGeom prst="rect">
            <a:avLst/>
          </a:prstGeom>
        </p:spPr>
        <p:txBody>
          <a:bodyPr vert="horz" lIns="91440" tIns="45720" rIns="91440" bIns="45720" rtlCol="0" anchor="b"/>
          <a:lstStyle>
            <a:lvl1pPr algn="r">
              <a:defRPr sz="1200"/>
            </a:lvl1pPr>
          </a:lstStyle>
          <a:p>
            <a:fld id="{F7D8859B-D7B2-4524-A914-23A343B7401F}" type="slidenum">
              <a:rPr lang="en-GB" smtClean="0"/>
              <a:t>‹#›</a:t>
            </a:fld>
            <a:endParaRPr lang="en-GB"/>
          </a:p>
        </p:txBody>
      </p:sp>
    </p:spTree>
    <p:extLst>
      <p:ext uri="{BB962C8B-B14F-4D97-AF65-F5344CB8AC3E}">
        <p14:creationId xmlns:p14="http://schemas.microsoft.com/office/powerpoint/2010/main" val="229596086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F7D8859B-D7B2-4524-A914-23A343B7401F}" type="slidenum">
              <a:rPr lang="en-GB" smtClean="0"/>
              <a:t>1</a:t>
            </a:fld>
            <a:endParaRPr lang="en-GB"/>
          </a:p>
        </p:txBody>
      </p:sp>
    </p:spTree>
    <p:extLst>
      <p:ext uri="{BB962C8B-B14F-4D97-AF65-F5344CB8AC3E}">
        <p14:creationId xmlns:p14="http://schemas.microsoft.com/office/powerpoint/2010/main" val="162704096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F7D8859B-D7B2-4524-A914-23A343B7401F}" type="slidenum">
              <a:rPr lang="en-GB" smtClean="0"/>
              <a:t>4</a:t>
            </a:fld>
            <a:endParaRPr lang="en-GB"/>
          </a:p>
        </p:txBody>
      </p:sp>
    </p:spTree>
    <p:extLst>
      <p:ext uri="{BB962C8B-B14F-4D97-AF65-F5344CB8AC3E}">
        <p14:creationId xmlns:p14="http://schemas.microsoft.com/office/powerpoint/2010/main" val="121607685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F7D8859B-D7B2-4524-A914-23A343B7401F}" type="slidenum">
              <a:rPr lang="en-GB" smtClean="0"/>
              <a:t>5</a:t>
            </a:fld>
            <a:endParaRPr lang="en-GB"/>
          </a:p>
        </p:txBody>
      </p:sp>
    </p:spTree>
    <p:extLst>
      <p:ext uri="{BB962C8B-B14F-4D97-AF65-F5344CB8AC3E}">
        <p14:creationId xmlns:p14="http://schemas.microsoft.com/office/powerpoint/2010/main" val="182992132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GB" dirty="0" smtClean="0"/>
              <a:t>Broader than just ERP…fits with global</a:t>
            </a:r>
            <a:r>
              <a:rPr lang="en-GB" baseline="0" dirty="0" smtClean="0"/>
              <a:t> vision &amp; market positioning.</a:t>
            </a:r>
            <a:endParaRPr lang="en-GB" dirty="0" smtClean="0"/>
          </a:p>
          <a:p>
            <a:endParaRPr lang="en-GB" dirty="0"/>
          </a:p>
        </p:txBody>
      </p:sp>
      <p:sp>
        <p:nvSpPr>
          <p:cNvPr id="4" name="Slide Number Placeholder 3"/>
          <p:cNvSpPr>
            <a:spLocks noGrp="1"/>
          </p:cNvSpPr>
          <p:nvPr>
            <p:ph type="sldNum" sz="quarter" idx="10"/>
          </p:nvPr>
        </p:nvSpPr>
        <p:spPr/>
        <p:txBody>
          <a:bodyPr/>
          <a:lstStyle/>
          <a:p>
            <a:fld id="{F7D8859B-D7B2-4524-A914-23A343B7401F}" type="slidenum">
              <a:rPr lang="en-GB" smtClean="0"/>
              <a:t>6</a:t>
            </a:fld>
            <a:endParaRPr lang="en-GB"/>
          </a:p>
        </p:txBody>
      </p:sp>
    </p:spTree>
    <p:extLst>
      <p:ext uri="{BB962C8B-B14F-4D97-AF65-F5344CB8AC3E}">
        <p14:creationId xmlns:p14="http://schemas.microsoft.com/office/powerpoint/2010/main" val="253550085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F7D8859B-D7B2-4524-A914-23A343B7401F}" type="slidenum">
              <a:rPr lang="en-GB" smtClean="0"/>
              <a:t>7</a:t>
            </a:fld>
            <a:endParaRPr lang="en-GB"/>
          </a:p>
        </p:txBody>
      </p:sp>
    </p:spTree>
    <p:extLst>
      <p:ext uri="{BB962C8B-B14F-4D97-AF65-F5344CB8AC3E}">
        <p14:creationId xmlns:p14="http://schemas.microsoft.com/office/powerpoint/2010/main" val="182992132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smtClean="0"/>
              <a:t>Strategy is worth little if it cannot be operationalised …</a:t>
            </a:r>
          </a:p>
          <a:p>
            <a:r>
              <a:rPr lang="en-GB" dirty="0" smtClean="0"/>
              <a:t>Strategy horizons have shortened considerably</a:t>
            </a:r>
          </a:p>
          <a:p>
            <a:r>
              <a:rPr lang="en-GB" dirty="0" smtClean="0"/>
              <a:t>Agility</a:t>
            </a:r>
          </a:p>
          <a:p>
            <a:r>
              <a:rPr lang="en-GB" dirty="0" smtClean="0"/>
              <a:t>Collaboration</a:t>
            </a:r>
          </a:p>
          <a:p>
            <a:r>
              <a:rPr lang="en-GB" dirty="0" smtClean="0"/>
              <a:t>Don’t forget the soft side of strategy (skills, culture, </a:t>
            </a:r>
            <a:r>
              <a:rPr lang="en-GB" dirty="0" err="1" smtClean="0"/>
              <a:t>etc</a:t>
            </a:r>
            <a:r>
              <a:rPr lang="en-GB" dirty="0" smtClean="0"/>
              <a:t>)</a:t>
            </a:r>
          </a:p>
          <a:p>
            <a:endParaRPr lang="en-GB" dirty="0"/>
          </a:p>
        </p:txBody>
      </p:sp>
      <p:sp>
        <p:nvSpPr>
          <p:cNvPr id="4" name="Slide Number Placeholder 3"/>
          <p:cNvSpPr>
            <a:spLocks noGrp="1"/>
          </p:cNvSpPr>
          <p:nvPr>
            <p:ph type="sldNum" sz="quarter" idx="10"/>
          </p:nvPr>
        </p:nvSpPr>
        <p:spPr/>
        <p:txBody>
          <a:bodyPr/>
          <a:lstStyle/>
          <a:p>
            <a:fld id="{F7D8859B-D7B2-4524-A914-23A343B7401F}" type="slidenum">
              <a:rPr lang="en-GB" smtClean="0"/>
              <a:t>9</a:t>
            </a:fld>
            <a:endParaRPr lang="en-GB"/>
          </a:p>
        </p:txBody>
      </p:sp>
    </p:spTree>
    <p:extLst>
      <p:ext uri="{BB962C8B-B14F-4D97-AF65-F5344CB8AC3E}">
        <p14:creationId xmlns:p14="http://schemas.microsoft.com/office/powerpoint/2010/main" val="150054391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F7D8859B-D7B2-4524-A914-23A343B7401F}" type="slidenum">
              <a:rPr lang="en-GB" smtClean="0"/>
              <a:t>10</a:t>
            </a:fld>
            <a:endParaRPr lang="en-GB"/>
          </a:p>
        </p:txBody>
      </p:sp>
    </p:spTree>
    <p:extLst>
      <p:ext uri="{BB962C8B-B14F-4D97-AF65-F5344CB8AC3E}">
        <p14:creationId xmlns:p14="http://schemas.microsoft.com/office/powerpoint/2010/main" val="4281164326"/>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Opening Slide">
    <p:spTree>
      <p:nvGrpSpPr>
        <p:cNvPr id="1" name=""/>
        <p:cNvGrpSpPr/>
        <p:nvPr/>
      </p:nvGrpSpPr>
      <p:grpSpPr>
        <a:xfrm>
          <a:off x="0" y="0"/>
          <a:ext cx="0" cy="0"/>
          <a:chOff x="0" y="0"/>
          <a:chExt cx="0" cy="0"/>
        </a:xfrm>
      </p:grpSpPr>
      <p:sp>
        <p:nvSpPr>
          <p:cNvPr id="4" name="Rectangle 3"/>
          <p:cNvSpPr/>
          <p:nvPr userDrawn="1"/>
        </p:nvSpPr>
        <p:spPr>
          <a:xfrm>
            <a:off x="0" y="180000"/>
            <a:ext cx="8964000" cy="401193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smtClean="0"/>
              <a:t> </a:t>
            </a:r>
            <a:endParaRPr lang="en-GB" dirty="0"/>
          </a:p>
        </p:txBody>
      </p:sp>
      <p:sp>
        <p:nvSpPr>
          <p:cNvPr id="3" name="TextBox 2"/>
          <p:cNvSpPr txBox="1"/>
          <p:nvPr userDrawn="1"/>
        </p:nvSpPr>
        <p:spPr>
          <a:xfrm>
            <a:off x="1058236" y="987573"/>
            <a:ext cx="5760640" cy="2123658"/>
          </a:xfrm>
          <a:prstGeom prst="rect">
            <a:avLst/>
          </a:prstGeom>
          <a:noFill/>
        </p:spPr>
        <p:txBody>
          <a:bodyPr wrap="square" rtlCol="0">
            <a:spAutoFit/>
          </a:bodyPr>
          <a:lstStyle/>
          <a:p>
            <a:r>
              <a:rPr kumimoji="0" lang="en-US" sz="4400" b="0" i="0" u="none" strike="noStrike" kern="1200" cap="none" spc="0" normalizeH="0" baseline="0" noProof="0" dirty="0" smtClean="0">
                <a:ln>
                  <a:noFill/>
                </a:ln>
                <a:solidFill>
                  <a:schemeClr val="bg1"/>
                </a:solidFill>
                <a:effectLst/>
                <a:uLnTx/>
                <a:uFillTx/>
                <a:latin typeface="+mn-lt"/>
              </a:rPr>
              <a:t>THE POWER </a:t>
            </a:r>
            <a:br>
              <a:rPr kumimoji="0" lang="en-US" sz="4400" b="0" i="0" u="none" strike="noStrike" kern="1200" cap="none" spc="0" normalizeH="0" baseline="0" noProof="0" dirty="0" smtClean="0">
                <a:ln>
                  <a:noFill/>
                </a:ln>
                <a:solidFill>
                  <a:schemeClr val="bg1"/>
                </a:solidFill>
                <a:effectLst/>
                <a:uLnTx/>
                <a:uFillTx/>
                <a:latin typeface="+mn-lt"/>
              </a:rPr>
            </a:br>
            <a:r>
              <a:rPr kumimoji="0" lang="en-US" sz="4400" b="0" i="0" u="none" strike="noStrike" kern="1200" cap="none" spc="0" normalizeH="0" baseline="0" noProof="0" dirty="0" smtClean="0">
                <a:ln>
                  <a:noFill/>
                </a:ln>
                <a:solidFill>
                  <a:schemeClr val="bg1"/>
                </a:solidFill>
                <a:effectLst/>
                <a:uLnTx/>
                <a:uFillTx/>
                <a:latin typeface="+mn-lt"/>
              </a:rPr>
              <a:t>OF BEING UNDERSTOOD</a:t>
            </a:r>
            <a:endParaRPr lang="en-GB" dirty="0">
              <a:solidFill>
                <a:schemeClr val="bg1"/>
              </a:solidFill>
            </a:endParaRPr>
          </a:p>
        </p:txBody>
      </p:sp>
      <p:sp>
        <p:nvSpPr>
          <p:cNvPr id="5" name="TextBox 4"/>
          <p:cNvSpPr txBox="1"/>
          <p:nvPr userDrawn="1"/>
        </p:nvSpPr>
        <p:spPr>
          <a:xfrm>
            <a:off x="1115616" y="3363838"/>
            <a:ext cx="4320480" cy="40011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000" dirty="0" smtClean="0">
                <a:solidFill>
                  <a:schemeClr val="bg1"/>
                </a:solidFill>
              </a:rPr>
              <a:t>AUDIT | TAX | CONSULTING</a:t>
            </a:r>
          </a:p>
        </p:txBody>
      </p:sp>
      <p:sp>
        <p:nvSpPr>
          <p:cNvPr id="9" name="Rounded Rectangle 8"/>
          <p:cNvSpPr/>
          <p:nvPr userDrawn="1"/>
        </p:nvSpPr>
        <p:spPr>
          <a:xfrm>
            <a:off x="6156176" y="3651871"/>
            <a:ext cx="1296144" cy="354305"/>
          </a:xfrm>
          <a:prstGeom prst="roundRect">
            <a:avLst/>
          </a:prstGeom>
          <a:no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Rounded Rectangle 11"/>
          <p:cNvSpPr/>
          <p:nvPr userDrawn="1"/>
        </p:nvSpPr>
        <p:spPr>
          <a:xfrm>
            <a:off x="539552" y="514231"/>
            <a:ext cx="5904656" cy="3326660"/>
          </a:xfrm>
          <a:prstGeom prst="roundRect">
            <a:avLst>
              <a:gd name="adj" fmla="val 2780"/>
            </a:avLst>
          </a:prstGeom>
          <a:noFill/>
          <a:ln w="1270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Rounded Rectangle 12"/>
          <p:cNvSpPr/>
          <p:nvPr userDrawn="1"/>
        </p:nvSpPr>
        <p:spPr>
          <a:xfrm>
            <a:off x="858961" y="385763"/>
            <a:ext cx="7385449" cy="2906067"/>
          </a:xfrm>
          <a:prstGeom prst="roundRect">
            <a:avLst>
              <a:gd name="adj" fmla="val 3903"/>
            </a:avLst>
          </a:prstGeom>
          <a:no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11" name="Picture 10"/>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7526164" y="4261757"/>
            <a:ext cx="1567120" cy="815342"/>
          </a:xfrm>
          <a:prstGeom prst="rect">
            <a:avLst/>
          </a:prstGeom>
        </p:spPr>
      </p:pic>
    </p:spTree>
    <p:extLst>
      <p:ext uri="{BB962C8B-B14F-4D97-AF65-F5344CB8AC3E}">
        <p14:creationId xmlns:p14="http://schemas.microsoft.com/office/powerpoint/2010/main" val="4138209743"/>
      </p:ext>
    </p:extLst>
  </p:cSld>
  <p:clrMapOvr>
    <a:masterClrMapping/>
  </p:clrMapOvr>
  <p:timing>
    <p:tnLst>
      <p:par>
        <p:cTn id="1" dur="indefinite" restart="never" nodeType="tmRoot"/>
      </p:par>
    </p:tnLst>
  </p:timing>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RSM Title Slide">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457200" y="2571750"/>
            <a:ext cx="8229600" cy="540060"/>
          </a:xfrm>
          <a:prstGeom prst="rect">
            <a:avLst/>
          </a:prstGeom>
        </p:spPr>
        <p:txBody>
          <a:bodyPr>
            <a:noAutofit/>
          </a:bodyPr>
          <a:lstStyle>
            <a:lvl1pPr algn="l">
              <a:defRPr sz="3200" b="0" i="0" cap="all" baseline="0">
                <a:solidFill>
                  <a:schemeClr val="accent2"/>
                </a:solidFill>
              </a:defRPr>
            </a:lvl1pPr>
          </a:lstStyle>
          <a:p>
            <a:r>
              <a:rPr lang="en-US" dirty="0" smtClean="0"/>
              <a:t>Click to edit heading – 32pt</a:t>
            </a:r>
            <a:endParaRPr lang="en-GB" dirty="0"/>
          </a:p>
        </p:txBody>
      </p:sp>
      <p:sp>
        <p:nvSpPr>
          <p:cNvPr id="8" name="Text Placeholder 7"/>
          <p:cNvSpPr>
            <a:spLocks noGrp="1"/>
          </p:cNvSpPr>
          <p:nvPr>
            <p:ph type="body" sz="quarter" idx="10" hasCustomPrompt="1"/>
          </p:nvPr>
        </p:nvSpPr>
        <p:spPr>
          <a:xfrm>
            <a:off x="468313" y="3165650"/>
            <a:ext cx="5543550" cy="342205"/>
          </a:xfrm>
          <a:prstGeom prst="rect">
            <a:avLst/>
          </a:prstGeom>
        </p:spPr>
        <p:txBody>
          <a:bodyPr>
            <a:noAutofit/>
          </a:bodyPr>
          <a:lstStyle>
            <a:lvl1pPr marL="0" indent="0">
              <a:buNone/>
              <a:defRPr sz="2400" baseline="0"/>
            </a:lvl1pPr>
          </a:lstStyle>
          <a:p>
            <a:pPr lvl="0"/>
            <a:r>
              <a:rPr lang="en-US" dirty="0" smtClean="0"/>
              <a:t>Click to edit subheading – 24pt</a:t>
            </a:r>
          </a:p>
        </p:txBody>
      </p:sp>
      <p:sp>
        <p:nvSpPr>
          <p:cNvPr id="3" name="Rectangle 2"/>
          <p:cNvSpPr/>
          <p:nvPr userDrawn="1"/>
        </p:nvSpPr>
        <p:spPr>
          <a:xfrm>
            <a:off x="1691682" y="771550"/>
            <a:ext cx="7277695" cy="1439862"/>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Rectangle 6"/>
          <p:cNvSpPr/>
          <p:nvPr userDrawn="1"/>
        </p:nvSpPr>
        <p:spPr>
          <a:xfrm>
            <a:off x="395537" y="771550"/>
            <a:ext cx="1224135" cy="1439862"/>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Rectangle 8"/>
          <p:cNvSpPr/>
          <p:nvPr userDrawn="1"/>
        </p:nvSpPr>
        <p:spPr>
          <a:xfrm>
            <a:off x="1" y="771550"/>
            <a:ext cx="323528" cy="1439862"/>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Text Placeholder 7"/>
          <p:cNvSpPr>
            <a:spLocks noGrp="1"/>
          </p:cNvSpPr>
          <p:nvPr>
            <p:ph type="body" sz="quarter" idx="11" hasCustomPrompt="1"/>
          </p:nvPr>
        </p:nvSpPr>
        <p:spPr>
          <a:xfrm>
            <a:off x="458313" y="367470"/>
            <a:ext cx="5543550" cy="404080"/>
          </a:xfrm>
          <a:prstGeom prst="rect">
            <a:avLst/>
          </a:prstGeom>
        </p:spPr>
        <p:txBody>
          <a:bodyPr anchor="ctr">
            <a:noAutofit/>
          </a:bodyPr>
          <a:lstStyle>
            <a:lvl1pPr marL="0" indent="0">
              <a:buNone/>
              <a:defRPr sz="1000" baseline="0">
                <a:solidFill>
                  <a:schemeClr val="tx2"/>
                </a:solidFill>
              </a:defRPr>
            </a:lvl1pPr>
          </a:lstStyle>
          <a:p>
            <a:pPr lvl="0"/>
            <a:r>
              <a:rPr lang="en-US" dirty="0" smtClean="0"/>
              <a:t>SERVICE LINE | DESCRIPTOR – 10PT (OPTIONAL)</a:t>
            </a:r>
          </a:p>
        </p:txBody>
      </p:sp>
      <p:pic>
        <p:nvPicPr>
          <p:cNvPr id="11" name="Picture 10"/>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037275" y="4512129"/>
            <a:ext cx="1014197" cy="527667"/>
          </a:xfrm>
          <a:prstGeom prst="rect">
            <a:avLst/>
          </a:prstGeom>
        </p:spPr>
      </p:pic>
    </p:spTree>
    <p:extLst>
      <p:ext uri="{BB962C8B-B14F-4D97-AF65-F5344CB8AC3E}">
        <p14:creationId xmlns:p14="http://schemas.microsoft.com/office/powerpoint/2010/main" val="711814349"/>
      </p:ext>
    </p:extLst>
  </p:cSld>
  <p:clrMapOvr>
    <a:masterClrMapping/>
  </p:clrMapOvr>
  <p:timing>
    <p:tnLst>
      <p:par>
        <p:cTn id="1" dur="indefinite" restart="never" nodeType="tmRoot"/>
      </p:par>
    </p:tnLst>
  </p:timing>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_RSM Title Slide">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457200" y="3114875"/>
            <a:ext cx="8229600" cy="540060"/>
          </a:xfrm>
          <a:prstGeom prst="rect">
            <a:avLst/>
          </a:prstGeom>
        </p:spPr>
        <p:txBody>
          <a:bodyPr>
            <a:noAutofit/>
          </a:bodyPr>
          <a:lstStyle>
            <a:lvl1pPr algn="l">
              <a:defRPr sz="3200" b="0" i="0" cap="all" baseline="0">
                <a:solidFill>
                  <a:schemeClr val="accent2"/>
                </a:solidFill>
              </a:defRPr>
            </a:lvl1pPr>
          </a:lstStyle>
          <a:p>
            <a:r>
              <a:rPr lang="en-US" dirty="0" smtClean="0"/>
              <a:t>Click to edit heading – 32pt</a:t>
            </a:r>
            <a:endParaRPr lang="en-GB" dirty="0"/>
          </a:p>
        </p:txBody>
      </p:sp>
      <p:sp>
        <p:nvSpPr>
          <p:cNvPr id="8" name="Text Placeholder 7"/>
          <p:cNvSpPr>
            <a:spLocks noGrp="1"/>
          </p:cNvSpPr>
          <p:nvPr>
            <p:ph type="body" sz="quarter" idx="10" hasCustomPrompt="1"/>
          </p:nvPr>
        </p:nvSpPr>
        <p:spPr>
          <a:xfrm>
            <a:off x="468313" y="3708775"/>
            <a:ext cx="5543550" cy="342205"/>
          </a:xfrm>
          <a:prstGeom prst="rect">
            <a:avLst/>
          </a:prstGeom>
        </p:spPr>
        <p:txBody>
          <a:bodyPr>
            <a:noAutofit/>
          </a:bodyPr>
          <a:lstStyle>
            <a:lvl1pPr marL="0" indent="0">
              <a:buNone/>
              <a:defRPr sz="2400" baseline="0"/>
            </a:lvl1pPr>
          </a:lstStyle>
          <a:p>
            <a:pPr lvl="0"/>
            <a:r>
              <a:rPr lang="en-US" dirty="0" smtClean="0"/>
              <a:t>Click to edit subheading – 24pt</a:t>
            </a:r>
          </a:p>
        </p:txBody>
      </p:sp>
      <p:sp>
        <p:nvSpPr>
          <p:cNvPr id="3" name="Rectangle 2"/>
          <p:cNvSpPr/>
          <p:nvPr userDrawn="1"/>
        </p:nvSpPr>
        <p:spPr>
          <a:xfrm>
            <a:off x="1691682" y="771550"/>
            <a:ext cx="7277695" cy="2160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Rectangle 6"/>
          <p:cNvSpPr/>
          <p:nvPr userDrawn="1"/>
        </p:nvSpPr>
        <p:spPr>
          <a:xfrm>
            <a:off x="395537" y="771550"/>
            <a:ext cx="1224135" cy="2160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Rectangle 8"/>
          <p:cNvSpPr/>
          <p:nvPr userDrawn="1"/>
        </p:nvSpPr>
        <p:spPr>
          <a:xfrm>
            <a:off x="1" y="771550"/>
            <a:ext cx="323528" cy="2160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Text Placeholder 7"/>
          <p:cNvSpPr>
            <a:spLocks noGrp="1"/>
          </p:cNvSpPr>
          <p:nvPr>
            <p:ph type="body" sz="quarter" idx="11" hasCustomPrompt="1"/>
          </p:nvPr>
        </p:nvSpPr>
        <p:spPr>
          <a:xfrm>
            <a:off x="458313" y="367470"/>
            <a:ext cx="5543550" cy="404080"/>
          </a:xfrm>
          <a:prstGeom prst="rect">
            <a:avLst/>
          </a:prstGeom>
        </p:spPr>
        <p:txBody>
          <a:bodyPr anchor="ctr">
            <a:noAutofit/>
          </a:bodyPr>
          <a:lstStyle>
            <a:lvl1pPr marL="0" indent="0">
              <a:buNone/>
              <a:defRPr sz="1000" baseline="0">
                <a:solidFill>
                  <a:schemeClr val="tx2"/>
                </a:solidFill>
              </a:defRPr>
            </a:lvl1pPr>
          </a:lstStyle>
          <a:p>
            <a:pPr lvl="0"/>
            <a:r>
              <a:rPr lang="en-US" dirty="0" smtClean="0"/>
              <a:t>SERVICE LINE | DESCRIPTOR – 10PT (OPTIONAL)</a:t>
            </a:r>
          </a:p>
        </p:txBody>
      </p:sp>
      <p:pic>
        <p:nvPicPr>
          <p:cNvPr id="11" name="Picture 10"/>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037275" y="4512129"/>
            <a:ext cx="1014197" cy="527667"/>
          </a:xfrm>
          <a:prstGeom prst="rect">
            <a:avLst/>
          </a:prstGeom>
        </p:spPr>
      </p:pic>
    </p:spTree>
    <p:extLst>
      <p:ext uri="{BB962C8B-B14F-4D97-AF65-F5344CB8AC3E}">
        <p14:creationId xmlns:p14="http://schemas.microsoft.com/office/powerpoint/2010/main" val="3115880249"/>
      </p:ext>
    </p:extLst>
  </p:cSld>
  <p:clrMapOvr>
    <a:masterClrMapping/>
  </p:clrMapOvr>
  <p:timing>
    <p:tnLst>
      <p:par>
        <p:cTn id="1" dur="indefinite" restart="never" nodeType="tmRoot"/>
      </p:par>
    </p:tnLst>
  </p:timing>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RSM Title Slide 2">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457200" y="3486870"/>
            <a:ext cx="8229600" cy="540060"/>
          </a:xfrm>
          <a:prstGeom prst="rect">
            <a:avLst/>
          </a:prstGeom>
        </p:spPr>
        <p:txBody>
          <a:bodyPr>
            <a:noAutofit/>
          </a:bodyPr>
          <a:lstStyle>
            <a:lvl1pPr algn="l">
              <a:defRPr sz="3200" b="0" i="0" cap="all" baseline="0">
                <a:solidFill>
                  <a:schemeClr val="accent2"/>
                </a:solidFill>
              </a:defRPr>
            </a:lvl1pPr>
          </a:lstStyle>
          <a:p>
            <a:r>
              <a:rPr lang="en-US" dirty="0" smtClean="0"/>
              <a:t>Click to edit heading – 32pt</a:t>
            </a:r>
            <a:endParaRPr lang="en-GB" dirty="0"/>
          </a:p>
        </p:txBody>
      </p:sp>
      <p:sp>
        <p:nvSpPr>
          <p:cNvPr id="3" name="Rectangle 2"/>
          <p:cNvSpPr/>
          <p:nvPr userDrawn="1"/>
        </p:nvSpPr>
        <p:spPr>
          <a:xfrm>
            <a:off x="1691680" y="184736"/>
            <a:ext cx="7272808" cy="3097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Rectangle 6"/>
          <p:cNvSpPr/>
          <p:nvPr userDrawn="1"/>
        </p:nvSpPr>
        <p:spPr>
          <a:xfrm>
            <a:off x="1" y="184736"/>
            <a:ext cx="323529" cy="3097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Rectangle 8"/>
          <p:cNvSpPr/>
          <p:nvPr userDrawn="1"/>
        </p:nvSpPr>
        <p:spPr>
          <a:xfrm>
            <a:off x="395538" y="185739"/>
            <a:ext cx="1224134" cy="3097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Text Placeholder 7"/>
          <p:cNvSpPr>
            <a:spLocks noGrp="1"/>
          </p:cNvSpPr>
          <p:nvPr>
            <p:ph type="body" sz="quarter" idx="10" hasCustomPrompt="1"/>
          </p:nvPr>
        </p:nvSpPr>
        <p:spPr>
          <a:xfrm>
            <a:off x="468313" y="4080770"/>
            <a:ext cx="5543550" cy="342205"/>
          </a:xfrm>
          <a:prstGeom prst="rect">
            <a:avLst/>
          </a:prstGeom>
        </p:spPr>
        <p:txBody>
          <a:bodyPr>
            <a:noAutofit/>
          </a:bodyPr>
          <a:lstStyle>
            <a:lvl1pPr marL="0" indent="0">
              <a:buNone/>
              <a:defRPr sz="2400" baseline="0"/>
            </a:lvl1pPr>
          </a:lstStyle>
          <a:p>
            <a:pPr lvl="0"/>
            <a:r>
              <a:rPr lang="en-US" dirty="0" smtClean="0"/>
              <a:t>Click to edit subheading – 20pt</a:t>
            </a:r>
          </a:p>
        </p:txBody>
      </p:sp>
      <p:pic>
        <p:nvPicPr>
          <p:cNvPr id="10" name="Picture 9"/>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037275" y="4512129"/>
            <a:ext cx="1014197" cy="527667"/>
          </a:xfrm>
          <a:prstGeom prst="rect">
            <a:avLst/>
          </a:prstGeom>
        </p:spPr>
      </p:pic>
    </p:spTree>
    <p:extLst>
      <p:ext uri="{BB962C8B-B14F-4D97-AF65-F5344CB8AC3E}">
        <p14:creationId xmlns:p14="http://schemas.microsoft.com/office/powerpoint/2010/main" val="2431765629"/>
      </p:ext>
    </p:extLst>
  </p:cSld>
  <p:clrMapOvr>
    <a:masterClrMapping/>
  </p:clrMapOvr>
  <p:timing>
    <p:tnLst>
      <p:par>
        <p:cTn id="1" dur="indefinite" restart="never" nodeType="tmRoot"/>
      </p:par>
    </p:tnLst>
  </p:timing>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1_RSM Title Slide 2">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457200" y="3486870"/>
            <a:ext cx="8229600" cy="540060"/>
          </a:xfrm>
          <a:prstGeom prst="rect">
            <a:avLst/>
          </a:prstGeom>
        </p:spPr>
        <p:txBody>
          <a:bodyPr>
            <a:noAutofit/>
          </a:bodyPr>
          <a:lstStyle>
            <a:lvl1pPr algn="l">
              <a:defRPr sz="3200" b="0" i="0" cap="all" baseline="0">
                <a:solidFill>
                  <a:schemeClr val="accent2"/>
                </a:solidFill>
              </a:defRPr>
            </a:lvl1pPr>
          </a:lstStyle>
          <a:p>
            <a:r>
              <a:rPr lang="en-US" dirty="0" smtClean="0"/>
              <a:t>Click to edit heading – 32pt</a:t>
            </a:r>
            <a:endParaRPr lang="en-GB" dirty="0"/>
          </a:p>
        </p:txBody>
      </p:sp>
      <p:sp>
        <p:nvSpPr>
          <p:cNvPr id="3" name="Rectangle 2"/>
          <p:cNvSpPr/>
          <p:nvPr userDrawn="1"/>
        </p:nvSpPr>
        <p:spPr>
          <a:xfrm>
            <a:off x="3851920" y="184736"/>
            <a:ext cx="5112568" cy="3097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Rectangle 6"/>
          <p:cNvSpPr/>
          <p:nvPr userDrawn="1"/>
        </p:nvSpPr>
        <p:spPr>
          <a:xfrm>
            <a:off x="0" y="184736"/>
            <a:ext cx="971600" cy="3097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Rectangle 8"/>
          <p:cNvSpPr/>
          <p:nvPr userDrawn="1"/>
        </p:nvSpPr>
        <p:spPr>
          <a:xfrm>
            <a:off x="1082156" y="185739"/>
            <a:ext cx="2664822" cy="3097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Text Placeholder 7"/>
          <p:cNvSpPr>
            <a:spLocks noGrp="1"/>
          </p:cNvSpPr>
          <p:nvPr>
            <p:ph type="body" sz="quarter" idx="10" hasCustomPrompt="1"/>
          </p:nvPr>
        </p:nvSpPr>
        <p:spPr>
          <a:xfrm>
            <a:off x="468313" y="4080770"/>
            <a:ext cx="5543550" cy="342205"/>
          </a:xfrm>
          <a:prstGeom prst="rect">
            <a:avLst/>
          </a:prstGeom>
        </p:spPr>
        <p:txBody>
          <a:bodyPr>
            <a:noAutofit/>
          </a:bodyPr>
          <a:lstStyle>
            <a:lvl1pPr marL="0" indent="0">
              <a:buNone/>
              <a:defRPr sz="2400" baseline="0"/>
            </a:lvl1pPr>
          </a:lstStyle>
          <a:p>
            <a:pPr lvl="0"/>
            <a:r>
              <a:rPr lang="en-US" dirty="0" smtClean="0"/>
              <a:t>Click to edit subheading – 20pt</a:t>
            </a:r>
          </a:p>
        </p:txBody>
      </p:sp>
      <p:pic>
        <p:nvPicPr>
          <p:cNvPr id="10" name="Picture 9"/>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037275" y="4512129"/>
            <a:ext cx="1014197" cy="527667"/>
          </a:xfrm>
          <a:prstGeom prst="rect">
            <a:avLst/>
          </a:prstGeom>
        </p:spPr>
      </p:pic>
    </p:spTree>
    <p:extLst>
      <p:ext uri="{BB962C8B-B14F-4D97-AF65-F5344CB8AC3E}">
        <p14:creationId xmlns:p14="http://schemas.microsoft.com/office/powerpoint/2010/main" val="2216752862"/>
      </p:ext>
    </p:extLst>
  </p:cSld>
  <p:clrMapOvr>
    <a:masterClrMapping/>
  </p:clrMapOvr>
  <p:timing>
    <p:tnLst>
      <p:par>
        <p:cTn id="1" dur="indefinite" restart="never" nodeType="tmRoot"/>
      </p:par>
    </p:tnLst>
  </p:timing>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RSM Image Slide 2">
    <p:spTree>
      <p:nvGrpSpPr>
        <p:cNvPr id="1" name=""/>
        <p:cNvGrpSpPr/>
        <p:nvPr/>
      </p:nvGrpSpPr>
      <p:grpSpPr>
        <a:xfrm>
          <a:off x="0" y="0"/>
          <a:ext cx="0" cy="0"/>
          <a:chOff x="0" y="0"/>
          <a:chExt cx="0" cy="0"/>
        </a:xfrm>
      </p:grpSpPr>
      <p:sp>
        <p:nvSpPr>
          <p:cNvPr id="2" name="Rectangle 1"/>
          <p:cNvSpPr/>
          <p:nvPr userDrawn="1"/>
        </p:nvSpPr>
        <p:spPr>
          <a:xfrm>
            <a:off x="3851919" y="185737"/>
            <a:ext cx="5117455" cy="424815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Rectangle 7"/>
          <p:cNvSpPr/>
          <p:nvPr userDrawn="1"/>
        </p:nvSpPr>
        <p:spPr>
          <a:xfrm>
            <a:off x="0" y="184736"/>
            <a:ext cx="971600" cy="4244975"/>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Rectangle 8"/>
          <p:cNvSpPr/>
          <p:nvPr userDrawn="1"/>
        </p:nvSpPr>
        <p:spPr>
          <a:xfrm>
            <a:off x="1082156" y="185738"/>
            <a:ext cx="2664822" cy="4244975"/>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6" name="Picture 5"/>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037275" y="4512129"/>
            <a:ext cx="1014197" cy="527667"/>
          </a:xfrm>
          <a:prstGeom prst="rect">
            <a:avLst/>
          </a:prstGeom>
        </p:spPr>
      </p:pic>
    </p:spTree>
    <p:extLst>
      <p:ext uri="{BB962C8B-B14F-4D97-AF65-F5344CB8AC3E}">
        <p14:creationId xmlns:p14="http://schemas.microsoft.com/office/powerpoint/2010/main" val="3278041406"/>
      </p:ext>
    </p:extLst>
  </p:cSld>
  <p:clrMapOvr>
    <a:masterClrMapping/>
  </p:clrMapOvr>
  <p:timing>
    <p:tnLst>
      <p:par>
        <p:cTn id="1" dur="indefinite" restart="never" nodeType="tmRoot"/>
      </p:par>
    </p:tnLst>
  </p:timing>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RSM Image Slide">
    <p:spTree>
      <p:nvGrpSpPr>
        <p:cNvPr id="1" name=""/>
        <p:cNvGrpSpPr/>
        <p:nvPr/>
      </p:nvGrpSpPr>
      <p:grpSpPr>
        <a:xfrm>
          <a:off x="0" y="0"/>
          <a:ext cx="0" cy="0"/>
          <a:chOff x="0" y="0"/>
          <a:chExt cx="0" cy="0"/>
        </a:xfrm>
      </p:grpSpPr>
      <p:sp>
        <p:nvSpPr>
          <p:cNvPr id="2" name="Rectangle 1"/>
          <p:cNvSpPr/>
          <p:nvPr userDrawn="1"/>
        </p:nvSpPr>
        <p:spPr>
          <a:xfrm>
            <a:off x="0" y="182563"/>
            <a:ext cx="8969375" cy="424815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5" name="Picture 4"/>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037275" y="4512129"/>
            <a:ext cx="1014197" cy="527667"/>
          </a:xfrm>
          <a:prstGeom prst="rect">
            <a:avLst/>
          </a:prstGeom>
        </p:spPr>
      </p:pic>
    </p:spTree>
    <p:extLst>
      <p:ext uri="{BB962C8B-B14F-4D97-AF65-F5344CB8AC3E}">
        <p14:creationId xmlns:p14="http://schemas.microsoft.com/office/powerpoint/2010/main" val="2827603556"/>
      </p:ext>
    </p:extLst>
  </p:cSld>
  <p:clrMapOvr>
    <a:masterClrMapping/>
  </p:clrMapOvr>
  <p:timing>
    <p:tnLst>
      <p:par>
        <p:cTn id="1" dur="indefinite" restart="never" nodeType="tmRoot"/>
      </p:par>
    </p:tnLst>
  </p:timing>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Quotation Slide">
    <p:spTree>
      <p:nvGrpSpPr>
        <p:cNvPr id="1" name=""/>
        <p:cNvGrpSpPr/>
        <p:nvPr/>
      </p:nvGrpSpPr>
      <p:grpSpPr>
        <a:xfrm>
          <a:off x="0" y="0"/>
          <a:ext cx="0" cy="0"/>
          <a:chOff x="0" y="0"/>
          <a:chExt cx="0" cy="0"/>
        </a:xfrm>
      </p:grpSpPr>
      <p:sp>
        <p:nvSpPr>
          <p:cNvPr id="2" name="Rectangle 1"/>
          <p:cNvSpPr/>
          <p:nvPr userDrawn="1"/>
        </p:nvSpPr>
        <p:spPr>
          <a:xfrm>
            <a:off x="0" y="182241"/>
            <a:ext cx="8969375" cy="4248472"/>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1026" name="Picture 2" descr="Z:\RSM International\1 Design\2015\Brand\powerpoints\Quotation marks-09.png"/>
          <p:cNvPicPr>
            <a:picLocks noChangeAspect="1" noChangeArrowheads="1"/>
          </p:cNvPicPr>
          <p:nvPr userDrawn="1"/>
        </p:nvPicPr>
        <p:blipFill>
          <a:blip r:embed="rId2" cstate="print">
            <a:extLst>
              <a:ext uri="{28A0092B-C50C-407E-A947-70E740481C1C}">
                <a14:useLocalDpi xmlns:a14="http://schemas.microsoft.com/office/drawing/2010/main" val="0"/>
              </a:ext>
            </a:extLst>
          </a:blip>
          <a:stretch>
            <a:fillRect/>
          </a:stretch>
        </p:blipFill>
        <p:spPr bwMode="auto">
          <a:xfrm>
            <a:off x="3225614" y="0"/>
            <a:ext cx="2356772" cy="1857984"/>
          </a:xfrm>
          <a:prstGeom prst="rect">
            <a:avLst/>
          </a:prstGeom>
          <a:noFill/>
          <a:extLst>
            <a:ext uri="{909E8E84-426E-40DD-AFC4-6F175D3DCCD1}">
              <a14:hiddenFill xmlns:a14="http://schemas.microsoft.com/office/drawing/2010/main">
                <a:solidFill>
                  <a:srgbClr val="FFFFFF"/>
                </a:solidFill>
              </a14:hiddenFill>
            </a:ext>
          </a:extLst>
        </p:spPr>
      </p:pic>
      <p:sp>
        <p:nvSpPr>
          <p:cNvPr id="5" name="Text Placeholder 4"/>
          <p:cNvSpPr>
            <a:spLocks noGrp="1"/>
          </p:cNvSpPr>
          <p:nvPr>
            <p:ph type="body" sz="quarter" idx="10" hasCustomPrompt="1"/>
          </p:nvPr>
        </p:nvSpPr>
        <p:spPr>
          <a:xfrm>
            <a:off x="1547664" y="1563639"/>
            <a:ext cx="5976938" cy="1764196"/>
          </a:xfrm>
          <a:prstGeom prst="rect">
            <a:avLst/>
          </a:prstGeom>
        </p:spPr>
        <p:txBody>
          <a:bodyPr>
            <a:normAutofit/>
          </a:bodyPr>
          <a:lstStyle>
            <a:lvl1pPr marL="0" indent="0" algn="ctr">
              <a:buNone/>
              <a:defRPr sz="2400" b="0">
                <a:solidFill>
                  <a:schemeClr val="bg1"/>
                </a:solidFill>
              </a:defRPr>
            </a:lvl1pPr>
            <a:lvl2pPr marL="457200" indent="0">
              <a:buNone/>
              <a:defRPr sz="1600">
                <a:solidFill>
                  <a:schemeClr val="bg1"/>
                </a:solidFill>
              </a:defRPr>
            </a:lvl2pPr>
            <a:lvl3pPr marL="914400" indent="0">
              <a:buNone/>
              <a:defRPr sz="1600">
                <a:solidFill>
                  <a:schemeClr val="bg1"/>
                </a:solidFill>
              </a:defRPr>
            </a:lvl3pPr>
            <a:lvl4pPr marL="1371600" indent="0">
              <a:buNone/>
              <a:defRPr sz="1600">
                <a:solidFill>
                  <a:schemeClr val="bg1"/>
                </a:solidFill>
              </a:defRPr>
            </a:lvl4pPr>
            <a:lvl5pPr marL="1828800" indent="0">
              <a:buNone/>
              <a:defRPr sz="1600">
                <a:solidFill>
                  <a:schemeClr val="bg1"/>
                </a:solidFill>
              </a:defRPr>
            </a:lvl5pPr>
          </a:lstStyle>
          <a:p>
            <a:pPr lvl="0"/>
            <a:r>
              <a:rPr lang="en-US" dirty="0" smtClean="0"/>
              <a:t>Quotation here – 24pt</a:t>
            </a:r>
          </a:p>
        </p:txBody>
      </p:sp>
      <p:sp>
        <p:nvSpPr>
          <p:cNvPr id="7" name="Text Placeholder 6"/>
          <p:cNvSpPr>
            <a:spLocks noGrp="1"/>
          </p:cNvSpPr>
          <p:nvPr>
            <p:ph type="body" sz="quarter" idx="11" hasCustomPrompt="1"/>
          </p:nvPr>
        </p:nvSpPr>
        <p:spPr>
          <a:xfrm>
            <a:off x="2915816" y="3489723"/>
            <a:ext cx="3313112" cy="306163"/>
          </a:xfrm>
          <a:prstGeom prst="rect">
            <a:avLst/>
          </a:prstGeom>
        </p:spPr>
        <p:txBody>
          <a:bodyPr>
            <a:noAutofit/>
          </a:bodyPr>
          <a:lstStyle>
            <a:lvl1pPr marL="0" indent="0" algn="ctr">
              <a:buNone/>
              <a:defRPr sz="1800" b="1">
                <a:solidFill>
                  <a:schemeClr val="bg1"/>
                </a:solidFill>
              </a:defRPr>
            </a:lvl1pPr>
            <a:lvl2pPr marL="457200" indent="0" algn="ctr">
              <a:buNone/>
              <a:defRPr sz="1100"/>
            </a:lvl2pPr>
            <a:lvl3pPr marL="914400" indent="0" algn="ctr">
              <a:buNone/>
              <a:defRPr sz="1050"/>
            </a:lvl3pPr>
            <a:lvl4pPr marL="1371600" indent="0" algn="ctr">
              <a:buNone/>
              <a:defRPr sz="1000"/>
            </a:lvl4pPr>
            <a:lvl5pPr marL="1828800" indent="0" algn="ctr">
              <a:buNone/>
              <a:defRPr sz="1000"/>
            </a:lvl5pPr>
          </a:lstStyle>
          <a:p>
            <a:pPr lvl="0"/>
            <a:r>
              <a:rPr lang="en-US" dirty="0" smtClean="0"/>
              <a:t>Author of quote – 18pt</a:t>
            </a:r>
            <a:endParaRPr lang="en-GB" dirty="0"/>
          </a:p>
        </p:txBody>
      </p:sp>
      <p:sp>
        <p:nvSpPr>
          <p:cNvPr id="12" name="Text Placeholder 6"/>
          <p:cNvSpPr>
            <a:spLocks noGrp="1"/>
          </p:cNvSpPr>
          <p:nvPr>
            <p:ph type="body" sz="quarter" idx="12" hasCustomPrompt="1"/>
          </p:nvPr>
        </p:nvSpPr>
        <p:spPr>
          <a:xfrm>
            <a:off x="2915816" y="3795886"/>
            <a:ext cx="3313112" cy="288032"/>
          </a:xfrm>
          <a:prstGeom prst="rect">
            <a:avLst/>
          </a:prstGeom>
        </p:spPr>
        <p:txBody>
          <a:bodyPr>
            <a:noAutofit/>
          </a:bodyPr>
          <a:lstStyle>
            <a:lvl1pPr marL="0" indent="0" algn="ctr">
              <a:buNone/>
              <a:defRPr sz="1800" b="0">
                <a:solidFill>
                  <a:schemeClr val="bg1"/>
                </a:solidFill>
              </a:defRPr>
            </a:lvl1pPr>
            <a:lvl2pPr marL="457200" indent="0" algn="ctr">
              <a:buNone/>
              <a:defRPr sz="1100"/>
            </a:lvl2pPr>
            <a:lvl3pPr marL="914400" indent="0" algn="ctr">
              <a:buNone/>
              <a:defRPr sz="1050"/>
            </a:lvl3pPr>
            <a:lvl4pPr marL="1371600" indent="0" algn="ctr">
              <a:buNone/>
              <a:defRPr sz="1000"/>
            </a:lvl4pPr>
            <a:lvl5pPr marL="1828800" indent="0" algn="ctr">
              <a:buNone/>
              <a:defRPr sz="1000"/>
            </a:lvl5pPr>
          </a:lstStyle>
          <a:p>
            <a:pPr lvl="0"/>
            <a:r>
              <a:rPr lang="en-US" dirty="0" smtClean="0"/>
              <a:t>Title – 18pt</a:t>
            </a:r>
            <a:endParaRPr lang="en-GB" dirty="0"/>
          </a:p>
        </p:txBody>
      </p:sp>
      <p:pic>
        <p:nvPicPr>
          <p:cNvPr id="9" name="Picture 8"/>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8037275" y="4512129"/>
            <a:ext cx="1014197" cy="527667"/>
          </a:xfrm>
          <a:prstGeom prst="rect">
            <a:avLst/>
          </a:prstGeom>
        </p:spPr>
      </p:pic>
    </p:spTree>
    <p:extLst>
      <p:ext uri="{BB962C8B-B14F-4D97-AF65-F5344CB8AC3E}">
        <p14:creationId xmlns:p14="http://schemas.microsoft.com/office/powerpoint/2010/main" val="3101539942"/>
      </p:ext>
    </p:extLst>
  </p:cSld>
  <p:clrMapOvr>
    <a:masterClrMapping/>
  </p:clrMapOvr>
  <p:timing>
    <p:tnLst>
      <p:par>
        <p:cTn id="1" dur="indefinite" restart="never" nodeType="tmRoot"/>
      </p:par>
    </p:tnLst>
  </p:timing>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ent Slide 1">
    <p:spTree>
      <p:nvGrpSpPr>
        <p:cNvPr id="1" name=""/>
        <p:cNvGrpSpPr/>
        <p:nvPr/>
      </p:nvGrpSpPr>
      <p:grpSpPr>
        <a:xfrm>
          <a:off x="0" y="0"/>
          <a:ext cx="0" cy="0"/>
          <a:chOff x="0" y="0"/>
          <a:chExt cx="0" cy="0"/>
        </a:xfrm>
      </p:grpSpPr>
      <p:sp>
        <p:nvSpPr>
          <p:cNvPr id="8" name="Rectangle 7"/>
          <p:cNvSpPr/>
          <p:nvPr userDrawn="1"/>
        </p:nvSpPr>
        <p:spPr>
          <a:xfrm>
            <a:off x="0" y="915989"/>
            <a:ext cx="3635896" cy="3527969"/>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Content Placeholder 33"/>
          <p:cNvSpPr>
            <a:spLocks noGrp="1"/>
          </p:cNvSpPr>
          <p:nvPr>
            <p:ph sz="quarter" idx="14" hasCustomPrompt="1"/>
          </p:nvPr>
        </p:nvSpPr>
        <p:spPr>
          <a:xfrm>
            <a:off x="314524" y="1096434"/>
            <a:ext cx="3033340" cy="3161426"/>
          </a:xfrm>
          <a:prstGeom prst="rect">
            <a:avLst/>
          </a:prstGeom>
        </p:spPr>
        <p:txBody>
          <a:bodyPr anchor="ctr">
            <a:normAutofit/>
          </a:bodyPr>
          <a:lstStyle>
            <a:lvl1pPr marL="0" indent="0" algn="ctr">
              <a:buNone/>
              <a:defRPr sz="3200" b="0" i="0" cap="none" baseline="0">
                <a:solidFill>
                  <a:schemeClr val="accent1"/>
                </a:solidFill>
              </a:defRPr>
            </a:lvl1pPr>
            <a:lvl2pPr>
              <a:defRPr sz="2000" b="1" i="0" cap="all" baseline="0">
                <a:solidFill>
                  <a:schemeClr val="accent1"/>
                </a:solidFill>
              </a:defRPr>
            </a:lvl2pPr>
            <a:lvl3pPr>
              <a:defRPr sz="2000" b="1" i="0" cap="all" baseline="0">
                <a:solidFill>
                  <a:schemeClr val="accent1"/>
                </a:solidFill>
              </a:defRPr>
            </a:lvl3pPr>
            <a:lvl4pPr>
              <a:defRPr sz="2000" b="1" i="0" cap="all" baseline="0">
                <a:solidFill>
                  <a:schemeClr val="accent1"/>
                </a:solidFill>
              </a:defRPr>
            </a:lvl4pPr>
            <a:lvl5pPr>
              <a:defRPr sz="2000" b="1" i="0" cap="all" baseline="0">
                <a:solidFill>
                  <a:schemeClr val="accent1"/>
                </a:solidFill>
              </a:defRPr>
            </a:lvl5pPr>
          </a:lstStyle>
          <a:p>
            <a:pPr lvl="0"/>
            <a:r>
              <a:rPr lang="en-US" dirty="0" smtClean="0"/>
              <a:t>Stand out fact/figure/chart</a:t>
            </a:r>
          </a:p>
        </p:txBody>
      </p:sp>
      <p:sp>
        <p:nvSpPr>
          <p:cNvPr id="21" name="Text Placeholder 16"/>
          <p:cNvSpPr>
            <a:spLocks noGrp="1"/>
          </p:cNvSpPr>
          <p:nvPr>
            <p:ph type="body" sz="quarter" idx="13" hasCustomPrompt="1"/>
          </p:nvPr>
        </p:nvSpPr>
        <p:spPr>
          <a:xfrm>
            <a:off x="251520" y="339502"/>
            <a:ext cx="8712968" cy="270272"/>
          </a:xfrm>
          <a:prstGeom prst="rect">
            <a:avLst/>
          </a:prstGeom>
          <a:noFill/>
        </p:spPr>
        <p:txBody>
          <a:bodyPr anchor="ctr">
            <a:noAutofit/>
          </a:bodyPr>
          <a:lstStyle>
            <a:lvl1pPr marL="0" indent="0">
              <a:buNone/>
              <a:defRPr sz="2800" b="0" i="0" cap="none" baseline="0">
                <a:solidFill>
                  <a:schemeClr val="accent2"/>
                </a:solidFill>
                <a:latin typeface="+mj-lt"/>
              </a:defRPr>
            </a:lvl1pPr>
            <a:lvl2pPr>
              <a:defRPr sz="800" cap="all" baseline="0"/>
            </a:lvl2pPr>
            <a:lvl3pPr>
              <a:defRPr sz="800" cap="all" baseline="0"/>
            </a:lvl3pPr>
            <a:lvl4pPr>
              <a:defRPr sz="800" cap="all" baseline="0"/>
            </a:lvl4pPr>
            <a:lvl5pPr>
              <a:defRPr sz="800" cap="all" baseline="0"/>
            </a:lvl5pPr>
          </a:lstStyle>
          <a:p>
            <a:pPr lvl="0"/>
            <a:r>
              <a:rPr lang="en-GB" dirty="0" smtClean="0"/>
              <a:t>Click to edit title – 28pt</a:t>
            </a:r>
          </a:p>
        </p:txBody>
      </p:sp>
      <p:cxnSp>
        <p:nvCxnSpPr>
          <p:cNvPr id="22" name="Straight Connector 21"/>
          <p:cNvCxnSpPr/>
          <p:nvPr userDrawn="1"/>
        </p:nvCxnSpPr>
        <p:spPr>
          <a:xfrm>
            <a:off x="251520" y="771550"/>
            <a:ext cx="1440160"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cxnSp>
        <p:nvCxnSpPr>
          <p:cNvPr id="23" name="Straight Connector 22"/>
          <p:cNvCxnSpPr/>
          <p:nvPr userDrawn="1"/>
        </p:nvCxnSpPr>
        <p:spPr>
          <a:xfrm>
            <a:off x="1844080" y="771550"/>
            <a:ext cx="2007840" cy="0"/>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24" name="Straight Connector 23"/>
          <p:cNvCxnSpPr/>
          <p:nvPr userDrawn="1"/>
        </p:nvCxnSpPr>
        <p:spPr>
          <a:xfrm>
            <a:off x="3995936" y="771550"/>
            <a:ext cx="4968552" cy="0"/>
          </a:xfrm>
          <a:prstGeom prst="line">
            <a:avLst/>
          </a:prstGeom>
          <a:ln/>
        </p:spPr>
        <p:style>
          <a:lnRef idx="1">
            <a:schemeClr val="accent1"/>
          </a:lnRef>
          <a:fillRef idx="0">
            <a:schemeClr val="accent1"/>
          </a:fillRef>
          <a:effectRef idx="0">
            <a:schemeClr val="accent1"/>
          </a:effectRef>
          <a:fontRef idx="minor">
            <a:schemeClr val="tx1"/>
          </a:fontRef>
        </p:style>
      </p:cxnSp>
      <p:sp>
        <p:nvSpPr>
          <p:cNvPr id="25" name="Content Placeholder 2"/>
          <p:cNvSpPr>
            <a:spLocks noGrp="1"/>
          </p:cNvSpPr>
          <p:nvPr>
            <p:ph sz="quarter" idx="16"/>
          </p:nvPr>
        </p:nvSpPr>
        <p:spPr>
          <a:xfrm>
            <a:off x="3851920" y="915989"/>
            <a:ext cx="5112568" cy="3527425"/>
          </a:xfrm>
          <a:prstGeom prst="rect">
            <a:avLst/>
          </a:prstGeom>
        </p:spPr>
        <p:txBody>
          <a:bodyPr>
            <a:normAutofit/>
          </a:bodyPr>
          <a:lstStyle>
            <a:lvl1pPr>
              <a:defRPr sz="1600"/>
            </a:lvl1pPr>
            <a:lvl2pPr>
              <a:defRPr sz="1600"/>
            </a:lvl2pPr>
            <a:lvl3pPr>
              <a:defRPr sz="1600"/>
            </a:lvl3pPr>
            <a:lvl4pPr>
              <a:defRPr sz="1600"/>
            </a:lvl4pPr>
            <a:lvl5pPr>
              <a:defRPr sz="1600"/>
            </a:lvl5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dirty="0"/>
          </a:p>
        </p:txBody>
      </p:sp>
      <p:pic>
        <p:nvPicPr>
          <p:cNvPr id="11" name="Picture 10"/>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037275" y="4512129"/>
            <a:ext cx="1014197" cy="527667"/>
          </a:xfrm>
          <a:prstGeom prst="rect">
            <a:avLst/>
          </a:prstGeom>
        </p:spPr>
      </p:pic>
    </p:spTree>
    <p:extLst>
      <p:ext uri="{BB962C8B-B14F-4D97-AF65-F5344CB8AC3E}">
        <p14:creationId xmlns:p14="http://schemas.microsoft.com/office/powerpoint/2010/main" val="1140048198"/>
      </p:ext>
    </p:extLst>
  </p:cSld>
  <p:clrMapOvr>
    <a:masterClrMapping/>
  </p:clrMapOvr>
  <p:timing>
    <p:tnLst>
      <p:par>
        <p:cTn id="1" dur="indefinite" restart="never" nodeType="tmRoot"/>
      </p:par>
    </p:tnLst>
  </p:timing>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Content Slide 2">
    <p:spTree>
      <p:nvGrpSpPr>
        <p:cNvPr id="1" name=""/>
        <p:cNvGrpSpPr/>
        <p:nvPr/>
      </p:nvGrpSpPr>
      <p:grpSpPr>
        <a:xfrm>
          <a:off x="0" y="0"/>
          <a:ext cx="0" cy="0"/>
          <a:chOff x="0" y="0"/>
          <a:chExt cx="0" cy="0"/>
        </a:xfrm>
      </p:grpSpPr>
      <p:sp>
        <p:nvSpPr>
          <p:cNvPr id="8" name="Rectangle 7"/>
          <p:cNvSpPr/>
          <p:nvPr userDrawn="1"/>
        </p:nvSpPr>
        <p:spPr>
          <a:xfrm>
            <a:off x="0" y="915988"/>
            <a:ext cx="8892480" cy="352797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Rectangle 1"/>
          <p:cNvSpPr/>
          <p:nvPr userDrawn="1"/>
        </p:nvSpPr>
        <p:spPr>
          <a:xfrm>
            <a:off x="5652120" y="915988"/>
            <a:ext cx="3312368" cy="352797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Content Placeholder 33"/>
          <p:cNvSpPr>
            <a:spLocks noGrp="1"/>
          </p:cNvSpPr>
          <p:nvPr>
            <p:ph sz="quarter" idx="14"/>
          </p:nvPr>
        </p:nvSpPr>
        <p:spPr>
          <a:xfrm>
            <a:off x="251520" y="1059582"/>
            <a:ext cx="5040560" cy="2376264"/>
          </a:xfrm>
          <a:prstGeom prst="rect">
            <a:avLst/>
          </a:prstGeom>
        </p:spPr>
        <p:txBody>
          <a:bodyPr anchor="ctr">
            <a:normAutofit/>
          </a:bodyPr>
          <a:lstStyle>
            <a:lvl1pPr marL="0" indent="0" algn="ctr">
              <a:buNone/>
              <a:defRPr sz="2000" b="0" i="0" cap="all" baseline="0">
                <a:solidFill>
                  <a:schemeClr val="accent1"/>
                </a:solidFill>
              </a:defRPr>
            </a:lvl1pPr>
            <a:lvl2pPr>
              <a:defRPr sz="2000" b="1" i="0" cap="all" baseline="0">
                <a:solidFill>
                  <a:schemeClr val="accent1"/>
                </a:solidFill>
              </a:defRPr>
            </a:lvl2pPr>
            <a:lvl3pPr>
              <a:defRPr sz="2000" b="1" i="0" cap="all" baseline="0">
                <a:solidFill>
                  <a:schemeClr val="accent1"/>
                </a:solidFill>
              </a:defRPr>
            </a:lvl3pPr>
            <a:lvl4pPr>
              <a:defRPr sz="2000" b="1" i="0" cap="all" baseline="0">
                <a:solidFill>
                  <a:schemeClr val="accent1"/>
                </a:solidFill>
              </a:defRPr>
            </a:lvl4pPr>
            <a:lvl5pPr>
              <a:defRPr sz="2000" b="1" i="0" cap="all" baseline="0">
                <a:solidFill>
                  <a:schemeClr val="accent1"/>
                </a:solidFill>
              </a:defRPr>
            </a:lvl5pPr>
          </a:lstStyle>
          <a:p>
            <a:pPr lvl="0"/>
            <a:r>
              <a:rPr lang="en-US" smtClean="0"/>
              <a:t>Click to edit Master text styles</a:t>
            </a:r>
          </a:p>
        </p:txBody>
      </p:sp>
      <p:sp>
        <p:nvSpPr>
          <p:cNvPr id="4" name="Text Placeholder 3"/>
          <p:cNvSpPr>
            <a:spLocks noGrp="1"/>
          </p:cNvSpPr>
          <p:nvPr>
            <p:ph type="body" sz="quarter" idx="15"/>
          </p:nvPr>
        </p:nvSpPr>
        <p:spPr>
          <a:xfrm>
            <a:off x="5796137" y="1059583"/>
            <a:ext cx="3038480" cy="3198277"/>
          </a:xfrm>
          <a:prstGeom prst="rect">
            <a:avLst/>
          </a:prstGeom>
          <a:ln>
            <a:noFill/>
          </a:ln>
        </p:spPr>
        <p:txBody>
          <a:bodyPr>
            <a:normAutofit/>
          </a:bodyPr>
          <a:lstStyle>
            <a:lvl1pPr>
              <a:spcAft>
                <a:spcPts val="600"/>
              </a:spcAft>
              <a:defRPr sz="1800" baseline="0">
                <a:solidFill>
                  <a:schemeClr val="bg1"/>
                </a:solidFill>
              </a:defRPr>
            </a:lvl1pPr>
            <a:lvl2pPr>
              <a:defRPr sz="1800" baseline="0">
                <a:solidFill>
                  <a:schemeClr val="bg1"/>
                </a:solidFill>
              </a:defRPr>
            </a:lvl2pPr>
            <a:lvl3pPr>
              <a:defRPr sz="1600" baseline="0">
                <a:solidFill>
                  <a:schemeClr val="bg1"/>
                </a:solidFill>
              </a:defRPr>
            </a:lvl3pPr>
            <a:lvl4pPr>
              <a:defRPr sz="1400" baseline="0">
                <a:solidFill>
                  <a:schemeClr val="bg1"/>
                </a:solidFill>
              </a:defRPr>
            </a:lvl4pPr>
            <a:lvl5pPr>
              <a:defRPr sz="1200" baseline="0">
                <a:solidFill>
                  <a:schemeClr val="bg1"/>
                </a:solidFill>
              </a:defRPr>
            </a:lvl5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dirty="0"/>
          </a:p>
        </p:txBody>
      </p:sp>
      <p:sp>
        <p:nvSpPr>
          <p:cNvPr id="6" name="Text Placeholder 5"/>
          <p:cNvSpPr>
            <a:spLocks noGrp="1"/>
          </p:cNvSpPr>
          <p:nvPr>
            <p:ph type="body" sz="quarter" idx="17" hasCustomPrompt="1"/>
          </p:nvPr>
        </p:nvSpPr>
        <p:spPr>
          <a:xfrm>
            <a:off x="250825" y="3579863"/>
            <a:ext cx="5041900" cy="673859"/>
          </a:xfrm>
          <a:prstGeom prst="rect">
            <a:avLst/>
          </a:prstGeom>
        </p:spPr>
        <p:txBody>
          <a:bodyPr>
            <a:normAutofit/>
          </a:bodyPr>
          <a:lstStyle>
            <a:lvl1pPr marL="0" indent="0">
              <a:spcAft>
                <a:spcPts val="1200"/>
              </a:spcAft>
              <a:buNone/>
              <a:defRPr sz="1600" baseline="0"/>
            </a:lvl1pPr>
            <a:lvl2pPr>
              <a:defRPr sz="1400" baseline="0"/>
            </a:lvl2pPr>
            <a:lvl3pPr>
              <a:defRPr sz="1400" baseline="0"/>
            </a:lvl3pPr>
            <a:lvl4pPr>
              <a:defRPr sz="1400" baseline="0"/>
            </a:lvl4pPr>
            <a:lvl5pPr>
              <a:defRPr sz="1400" baseline="0"/>
            </a:lvl5pPr>
          </a:lstStyle>
          <a:p>
            <a:pPr lvl="0"/>
            <a:r>
              <a:rPr lang="en-US" dirty="0" smtClean="0"/>
              <a:t>Paragraph/caption for object above</a:t>
            </a:r>
          </a:p>
        </p:txBody>
      </p:sp>
      <p:sp>
        <p:nvSpPr>
          <p:cNvPr id="13" name="Text Placeholder 16"/>
          <p:cNvSpPr>
            <a:spLocks noGrp="1"/>
          </p:cNvSpPr>
          <p:nvPr>
            <p:ph type="body" sz="quarter" idx="13" hasCustomPrompt="1"/>
          </p:nvPr>
        </p:nvSpPr>
        <p:spPr>
          <a:xfrm>
            <a:off x="251520" y="339502"/>
            <a:ext cx="8712968" cy="270272"/>
          </a:xfrm>
          <a:prstGeom prst="rect">
            <a:avLst/>
          </a:prstGeom>
          <a:noFill/>
        </p:spPr>
        <p:txBody>
          <a:bodyPr anchor="ctr">
            <a:noAutofit/>
          </a:bodyPr>
          <a:lstStyle>
            <a:lvl1pPr marL="0" indent="0">
              <a:buNone/>
              <a:defRPr sz="2800" b="0" i="0" cap="none" baseline="0">
                <a:solidFill>
                  <a:schemeClr val="accent1"/>
                </a:solidFill>
                <a:latin typeface="+mj-lt"/>
              </a:defRPr>
            </a:lvl1pPr>
            <a:lvl2pPr>
              <a:defRPr sz="800" cap="all" baseline="0"/>
            </a:lvl2pPr>
            <a:lvl3pPr>
              <a:defRPr sz="800" cap="all" baseline="0"/>
            </a:lvl3pPr>
            <a:lvl4pPr>
              <a:defRPr sz="800" cap="all" baseline="0"/>
            </a:lvl4pPr>
            <a:lvl5pPr>
              <a:defRPr sz="800" cap="all" baseline="0"/>
            </a:lvl5pPr>
          </a:lstStyle>
          <a:p>
            <a:pPr lvl="0"/>
            <a:r>
              <a:rPr lang="en-GB" dirty="0" smtClean="0"/>
              <a:t>Click to edit title – 28pt</a:t>
            </a:r>
          </a:p>
        </p:txBody>
      </p:sp>
      <p:cxnSp>
        <p:nvCxnSpPr>
          <p:cNvPr id="14" name="Straight Connector 13"/>
          <p:cNvCxnSpPr/>
          <p:nvPr userDrawn="1"/>
        </p:nvCxnSpPr>
        <p:spPr>
          <a:xfrm>
            <a:off x="251520" y="771550"/>
            <a:ext cx="1440160"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6" name="Straight Connector 15"/>
          <p:cNvCxnSpPr/>
          <p:nvPr userDrawn="1"/>
        </p:nvCxnSpPr>
        <p:spPr>
          <a:xfrm>
            <a:off x="1844080" y="771550"/>
            <a:ext cx="2007840" cy="0"/>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17" name="Straight Connector 16"/>
          <p:cNvCxnSpPr/>
          <p:nvPr userDrawn="1"/>
        </p:nvCxnSpPr>
        <p:spPr>
          <a:xfrm>
            <a:off x="3995937" y="771550"/>
            <a:ext cx="4973439" cy="0"/>
          </a:xfrm>
          <a:prstGeom prst="line">
            <a:avLst/>
          </a:prstGeom>
          <a:ln/>
        </p:spPr>
        <p:style>
          <a:lnRef idx="1">
            <a:schemeClr val="accent1"/>
          </a:lnRef>
          <a:fillRef idx="0">
            <a:schemeClr val="accent1"/>
          </a:fillRef>
          <a:effectRef idx="0">
            <a:schemeClr val="accent1"/>
          </a:effectRef>
          <a:fontRef idx="minor">
            <a:schemeClr val="tx1"/>
          </a:fontRef>
        </p:style>
      </p:cxnSp>
      <p:pic>
        <p:nvPicPr>
          <p:cNvPr id="15" name="Picture 14"/>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037275" y="4512129"/>
            <a:ext cx="1014197" cy="527667"/>
          </a:xfrm>
          <a:prstGeom prst="rect">
            <a:avLst/>
          </a:prstGeom>
        </p:spPr>
      </p:pic>
    </p:spTree>
    <p:extLst>
      <p:ext uri="{BB962C8B-B14F-4D97-AF65-F5344CB8AC3E}">
        <p14:creationId xmlns:p14="http://schemas.microsoft.com/office/powerpoint/2010/main" val="2083264159"/>
      </p:ext>
    </p:extLst>
  </p:cSld>
  <p:clrMapOvr>
    <a:masterClrMapping/>
  </p:clrMapOvr>
  <p:timing>
    <p:tnLst>
      <p:par>
        <p:cTn id="1" dur="indefinite" restart="never" nodeType="tmRoot"/>
      </p:par>
    </p:tnLst>
  </p:timing>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ext Slide 1">
    <p:spTree>
      <p:nvGrpSpPr>
        <p:cNvPr id="1" name=""/>
        <p:cNvGrpSpPr/>
        <p:nvPr/>
      </p:nvGrpSpPr>
      <p:grpSpPr>
        <a:xfrm>
          <a:off x="0" y="0"/>
          <a:ext cx="0" cy="0"/>
          <a:chOff x="0" y="0"/>
          <a:chExt cx="0" cy="0"/>
        </a:xfrm>
      </p:grpSpPr>
      <p:sp>
        <p:nvSpPr>
          <p:cNvPr id="21" name="Rectangle 20"/>
          <p:cNvSpPr/>
          <p:nvPr userDrawn="1"/>
        </p:nvSpPr>
        <p:spPr>
          <a:xfrm>
            <a:off x="0" y="915988"/>
            <a:ext cx="503040" cy="352797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2" name="Rectangle 21"/>
          <p:cNvSpPr/>
          <p:nvPr userDrawn="1"/>
        </p:nvSpPr>
        <p:spPr>
          <a:xfrm>
            <a:off x="611560" y="915988"/>
            <a:ext cx="1080120" cy="352797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Text Placeholder 5"/>
          <p:cNvSpPr>
            <a:spLocks noGrp="1"/>
          </p:cNvSpPr>
          <p:nvPr>
            <p:ph type="body" sz="quarter" idx="14" hasCustomPrompt="1"/>
          </p:nvPr>
        </p:nvSpPr>
        <p:spPr>
          <a:xfrm>
            <a:off x="1844080" y="915989"/>
            <a:ext cx="7120408" cy="503237"/>
          </a:xfrm>
          <a:prstGeom prst="rect">
            <a:avLst/>
          </a:prstGeom>
        </p:spPr>
        <p:txBody>
          <a:bodyPr>
            <a:noAutofit/>
          </a:bodyPr>
          <a:lstStyle>
            <a:lvl1pPr marL="0" indent="0">
              <a:buNone/>
              <a:defRPr sz="2400"/>
            </a:lvl1pPr>
          </a:lstStyle>
          <a:p>
            <a:pPr lvl="0"/>
            <a:r>
              <a:rPr lang="en-US" dirty="0" smtClean="0"/>
              <a:t>Click to edit subheading – 24pt</a:t>
            </a:r>
            <a:endParaRPr lang="en-GB" dirty="0"/>
          </a:p>
        </p:txBody>
      </p:sp>
      <p:sp>
        <p:nvSpPr>
          <p:cNvPr id="30" name="Text Placeholder 16"/>
          <p:cNvSpPr>
            <a:spLocks noGrp="1"/>
          </p:cNvSpPr>
          <p:nvPr>
            <p:ph type="body" sz="quarter" idx="13" hasCustomPrompt="1"/>
          </p:nvPr>
        </p:nvSpPr>
        <p:spPr>
          <a:xfrm>
            <a:off x="251520" y="339502"/>
            <a:ext cx="8712968" cy="270272"/>
          </a:xfrm>
          <a:prstGeom prst="rect">
            <a:avLst/>
          </a:prstGeom>
          <a:noFill/>
        </p:spPr>
        <p:txBody>
          <a:bodyPr anchor="ctr">
            <a:noAutofit/>
          </a:bodyPr>
          <a:lstStyle>
            <a:lvl1pPr marL="0" indent="0">
              <a:buNone/>
              <a:defRPr sz="2800" b="0" i="0" cap="none" baseline="0">
                <a:solidFill>
                  <a:schemeClr val="accent2"/>
                </a:solidFill>
                <a:latin typeface="+mj-lt"/>
              </a:defRPr>
            </a:lvl1pPr>
            <a:lvl2pPr>
              <a:defRPr sz="800" cap="all" baseline="0"/>
            </a:lvl2pPr>
            <a:lvl3pPr>
              <a:defRPr sz="800" cap="all" baseline="0"/>
            </a:lvl3pPr>
            <a:lvl4pPr>
              <a:defRPr sz="800" cap="all" baseline="0"/>
            </a:lvl4pPr>
            <a:lvl5pPr>
              <a:defRPr sz="800" cap="all" baseline="0"/>
            </a:lvl5pPr>
          </a:lstStyle>
          <a:p>
            <a:pPr lvl="0"/>
            <a:r>
              <a:rPr lang="en-GB" dirty="0" smtClean="0"/>
              <a:t>Click to edit title – 28pt</a:t>
            </a:r>
          </a:p>
        </p:txBody>
      </p:sp>
      <p:cxnSp>
        <p:nvCxnSpPr>
          <p:cNvPr id="31" name="Straight Connector 30"/>
          <p:cNvCxnSpPr/>
          <p:nvPr userDrawn="1"/>
        </p:nvCxnSpPr>
        <p:spPr>
          <a:xfrm>
            <a:off x="251520" y="771550"/>
            <a:ext cx="1440160"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cxnSp>
        <p:nvCxnSpPr>
          <p:cNvPr id="32" name="Straight Connector 31"/>
          <p:cNvCxnSpPr/>
          <p:nvPr userDrawn="1"/>
        </p:nvCxnSpPr>
        <p:spPr>
          <a:xfrm>
            <a:off x="1844080" y="771550"/>
            <a:ext cx="2007840" cy="0"/>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33" name="Straight Connector 32"/>
          <p:cNvCxnSpPr/>
          <p:nvPr userDrawn="1"/>
        </p:nvCxnSpPr>
        <p:spPr>
          <a:xfrm>
            <a:off x="3995936" y="771550"/>
            <a:ext cx="4968552" cy="0"/>
          </a:xfrm>
          <a:prstGeom prst="line">
            <a:avLst/>
          </a:prstGeom>
          <a:ln/>
        </p:spPr>
        <p:style>
          <a:lnRef idx="1">
            <a:schemeClr val="accent1"/>
          </a:lnRef>
          <a:fillRef idx="0">
            <a:schemeClr val="accent1"/>
          </a:fillRef>
          <a:effectRef idx="0">
            <a:schemeClr val="accent1"/>
          </a:effectRef>
          <a:fontRef idx="minor">
            <a:schemeClr val="tx1"/>
          </a:fontRef>
        </p:style>
      </p:cxnSp>
      <p:sp>
        <p:nvSpPr>
          <p:cNvPr id="34" name="Content Placeholder 2"/>
          <p:cNvSpPr>
            <a:spLocks noGrp="1"/>
          </p:cNvSpPr>
          <p:nvPr>
            <p:ph sz="quarter" idx="16"/>
          </p:nvPr>
        </p:nvSpPr>
        <p:spPr>
          <a:xfrm>
            <a:off x="1844080" y="1484314"/>
            <a:ext cx="7120408" cy="2959100"/>
          </a:xfrm>
          <a:prstGeom prst="rect">
            <a:avLst/>
          </a:prstGeom>
        </p:spPr>
        <p:txBody>
          <a:bodyPr>
            <a:normAutofit/>
          </a:bodyPr>
          <a:lstStyle>
            <a:lvl1pPr>
              <a:defRPr sz="1600"/>
            </a:lvl1pPr>
            <a:lvl2pPr>
              <a:defRPr sz="1600"/>
            </a:lvl2pPr>
            <a:lvl3pPr>
              <a:defRPr sz="1600"/>
            </a:lvl3pPr>
            <a:lvl4pPr>
              <a:defRPr sz="1600"/>
            </a:lvl4pPr>
            <a:lvl5pPr>
              <a:defRPr sz="1600"/>
            </a:lvl5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dirty="0"/>
          </a:p>
        </p:txBody>
      </p:sp>
      <p:pic>
        <p:nvPicPr>
          <p:cNvPr id="12" name="Picture 11"/>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037275" y="4512129"/>
            <a:ext cx="1014197" cy="527667"/>
          </a:xfrm>
          <a:prstGeom prst="rect">
            <a:avLst/>
          </a:prstGeom>
        </p:spPr>
      </p:pic>
    </p:spTree>
    <p:extLst>
      <p:ext uri="{BB962C8B-B14F-4D97-AF65-F5344CB8AC3E}">
        <p14:creationId xmlns:p14="http://schemas.microsoft.com/office/powerpoint/2010/main" val="3832550714"/>
      </p:ext>
    </p:extLst>
  </p:cSld>
  <p:clrMapOvr>
    <a:masterClrMapping/>
  </p:clrMapOvr>
  <p:timing>
    <p:tnLst>
      <p:par>
        <p:cTn id="1" dur="indefinite" restart="never" nodeType="tmRoot"/>
      </p:par>
    </p:tnLst>
  </p:timing>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ext Slide 2">
    <p:spTree>
      <p:nvGrpSpPr>
        <p:cNvPr id="1" name=""/>
        <p:cNvGrpSpPr/>
        <p:nvPr/>
      </p:nvGrpSpPr>
      <p:grpSpPr>
        <a:xfrm>
          <a:off x="0" y="0"/>
          <a:ext cx="0" cy="0"/>
          <a:chOff x="0" y="0"/>
          <a:chExt cx="0" cy="0"/>
        </a:xfrm>
      </p:grpSpPr>
      <p:sp>
        <p:nvSpPr>
          <p:cNvPr id="30" name="Text Placeholder 16"/>
          <p:cNvSpPr>
            <a:spLocks noGrp="1"/>
          </p:cNvSpPr>
          <p:nvPr>
            <p:ph type="body" sz="quarter" idx="13" hasCustomPrompt="1"/>
          </p:nvPr>
        </p:nvSpPr>
        <p:spPr>
          <a:xfrm>
            <a:off x="251520" y="339502"/>
            <a:ext cx="8712968" cy="270272"/>
          </a:xfrm>
          <a:prstGeom prst="rect">
            <a:avLst/>
          </a:prstGeom>
          <a:noFill/>
        </p:spPr>
        <p:txBody>
          <a:bodyPr anchor="ctr">
            <a:noAutofit/>
          </a:bodyPr>
          <a:lstStyle>
            <a:lvl1pPr marL="0" indent="0">
              <a:buNone/>
              <a:defRPr sz="2800" b="0" i="0" cap="none" baseline="0">
                <a:solidFill>
                  <a:schemeClr val="accent2"/>
                </a:solidFill>
                <a:latin typeface="+mj-lt"/>
              </a:defRPr>
            </a:lvl1pPr>
            <a:lvl2pPr>
              <a:defRPr sz="800" cap="all" baseline="0"/>
            </a:lvl2pPr>
            <a:lvl3pPr>
              <a:defRPr sz="800" cap="all" baseline="0"/>
            </a:lvl3pPr>
            <a:lvl4pPr>
              <a:defRPr sz="800" cap="all" baseline="0"/>
            </a:lvl4pPr>
            <a:lvl5pPr>
              <a:defRPr sz="800" cap="all" baseline="0"/>
            </a:lvl5pPr>
          </a:lstStyle>
          <a:p>
            <a:pPr lvl="0"/>
            <a:r>
              <a:rPr lang="en-GB" dirty="0" smtClean="0"/>
              <a:t>Click to edit title – 28pt</a:t>
            </a:r>
          </a:p>
        </p:txBody>
      </p:sp>
      <p:cxnSp>
        <p:nvCxnSpPr>
          <p:cNvPr id="31" name="Straight Connector 30"/>
          <p:cNvCxnSpPr/>
          <p:nvPr userDrawn="1"/>
        </p:nvCxnSpPr>
        <p:spPr>
          <a:xfrm>
            <a:off x="251520" y="771550"/>
            <a:ext cx="1440160"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cxnSp>
        <p:nvCxnSpPr>
          <p:cNvPr id="32" name="Straight Connector 31"/>
          <p:cNvCxnSpPr/>
          <p:nvPr userDrawn="1"/>
        </p:nvCxnSpPr>
        <p:spPr>
          <a:xfrm>
            <a:off x="1844080" y="771550"/>
            <a:ext cx="2007840" cy="0"/>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33" name="Straight Connector 32"/>
          <p:cNvCxnSpPr/>
          <p:nvPr userDrawn="1"/>
        </p:nvCxnSpPr>
        <p:spPr>
          <a:xfrm>
            <a:off x="3995937" y="771550"/>
            <a:ext cx="4973439" cy="0"/>
          </a:xfrm>
          <a:prstGeom prst="line">
            <a:avLst/>
          </a:prstGeom>
          <a:ln/>
        </p:spPr>
        <p:style>
          <a:lnRef idx="1">
            <a:schemeClr val="accent1"/>
          </a:lnRef>
          <a:fillRef idx="0">
            <a:schemeClr val="accent1"/>
          </a:fillRef>
          <a:effectRef idx="0">
            <a:schemeClr val="accent1"/>
          </a:effectRef>
          <a:fontRef idx="minor">
            <a:schemeClr val="tx1"/>
          </a:fontRef>
        </p:style>
      </p:cxnSp>
      <p:sp>
        <p:nvSpPr>
          <p:cNvPr id="34" name="Content Placeholder 2"/>
          <p:cNvSpPr>
            <a:spLocks noGrp="1"/>
          </p:cNvSpPr>
          <p:nvPr>
            <p:ph sz="quarter" idx="16"/>
          </p:nvPr>
        </p:nvSpPr>
        <p:spPr>
          <a:xfrm>
            <a:off x="251520" y="915989"/>
            <a:ext cx="8712968" cy="3527425"/>
          </a:xfrm>
          <a:prstGeom prst="rect">
            <a:avLst/>
          </a:prstGeom>
        </p:spPr>
        <p:txBody>
          <a:bodyPr>
            <a:normAutofit/>
          </a:bodyPr>
          <a:lstStyle>
            <a:lvl1pPr>
              <a:defRPr sz="1600"/>
            </a:lvl1pPr>
            <a:lvl2pPr>
              <a:defRPr sz="1600"/>
            </a:lvl2pPr>
            <a:lvl3pPr>
              <a:defRPr sz="1600"/>
            </a:lvl3pPr>
            <a:lvl4pPr>
              <a:defRPr sz="1600"/>
            </a:lvl4pPr>
            <a:lvl5pPr>
              <a:defRPr sz="1600"/>
            </a:lvl5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dirty="0"/>
          </a:p>
        </p:txBody>
      </p:sp>
      <p:pic>
        <p:nvPicPr>
          <p:cNvPr id="9" name="Picture 8"/>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037275" y="4512129"/>
            <a:ext cx="1014197" cy="527667"/>
          </a:xfrm>
          <a:prstGeom prst="rect">
            <a:avLst/>
          </a:prstGeom>
        </p:spPr>
      </p:pic>
    </p:spTree>
    <p:extLst>
      <p:ext uri="{BB962C8B-B14F-4D97-AF65-F5344CB8AC3E}">
        <p14:creationId xmlns:p14="http://schemas.microsoft.com/office/powerpoint/2010/main" val="1833193661"/>
      </p:ext>
    </p:extLst>
  </p:cSld>
  <p:clrMapOvr>
    <a:masterClrMapping/>
  </p:clrMapOvr>
  <p:timing>
    <p:tnLst>
      <p:par>
        <p:cTn id="1" dur="indefinite" restart="never" nodeType="tmRoot"/>
      </p:par>
    </p:tnLst>
  </p:timing>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ext Slide 3">
    <p:spTree>
      <p:nvGrpSpPr>
        <p:cNvPr id="1" name=""/>
        <p:cNvGrpSpPr/>
        <p:nvPr/>
      </p:nvGrpSpPr>
      <p:grpSpPr>
        <a:xfrm>
          <a:off x="0" y="0"/>
          <a:ext cx="0" cy="0"/>
          <a:chOff x="0" y="0"/>
          <a:chExt cx="0" cy="0"/>
        </a:xfrm>
      </p:grpSpPr>
      <p:sp>
        <p:nvSpPr>
          <p:cNvPr id="22" name="Text Placeholder 16"/>
          <p:cNvSpPr>
            <a:spLocks noGrp="1"/>
          </p:cNvSpPr>
          <p:nvPr>
            <p:ph type="body" sz="quarter" idx="13" hasCustomPrompt="1"/>
          </p:nvPr>
        </p:nvSpPr>
        <p:spPr>
          <a:xfrm>
            <a:off x="251520" y="339502"/>
            <a:ext cx="8712968" cy="270272"/>
          </a:xfrm>
          <a:prstGeom prst="rect">
            <a:avLst/>
          </a:prstGeom>
          <a:noFill/>
        </p:spPr>
        <p:txBody>
          <a:bodyPr anchor="ctr">
            <a:noAutofit/>
          </a:bodyPr>
          <a:lstStyle>
            <a:lvl1pPr marL="0" indent="0">
              <a:buNone/>
              <a:defRPr sz="2800" b="0" i="0" cap="none" baseline="0">
                <a:solidFill>
                  <a:schemeClr val="accent1"/>
                </a:solidFill>
                <a:latin typeface="+mj-lt"/>
              </a:defRPr>
            </a:lvl1pPr>
            <a:lvl2pPr>
              <a:defRPr sz="800" cap="all" baseline="0"/>
            </a:lvl2pPr>
            <a:lvl3pPr>
              <a:defRPr sz="800" cap="all" baseline="0"/>
            </a:lvl3pPr>
            <a:lvl4pPr>
              <a:defRPr sz="800" cap="all" baseline="0"/>
            </a:lvl4pPr>
            <a:lvl5pPr>
              <a:defRPr sz="800" cap="all" baseline="0"/>
            </a:lvl5pPr>
          </a:lstStyle>
          <a:p>
            <a:pPr lvl="0"/>
            <a:r>
              <a:rPr lang="en-GB" dirty="0" smtClean="0"/>
              <a:t>Click to edit title – 28pt</a:t>
            </a:r>
          </a:p>
        </p:txBody>
      </p:sp>
      <p:cxnSp>
        <p:nvCxnSpPr>
          <p:cNvPr id="23" name="Straight Connector 22"/>
          <p:cNvCxnSpPr/>
          <p:nvPr userDrawn="1"/>
        </p:nvCxnSpPr>
        <p:spPr>
          <a:xfrm>
            <a:off x="251520" y="771550"/>
            <a:ext cx="1440160"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cxnSp>
        <p:nvCxnSpPr>
          <p:cNvPr id="24" name="Straight Connector 23"/>
          <p:cNvCxnSpPr/>
          <p:nvPr userDrawn="1"/>
        </p:nvCxnSpPr>
        <p:spPr>
          <a:xfrm>
            <a:off x="1844080" y="771550"/>
            <a:ext cx="2007840" cy="0"/>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25" name="Straight Connector 24"/>
          <p:cNvCxnSpPr/>
          <p:nvPr userDrawn="1"/>
        </p:nvCxnSpPr>
        <p:spPr>
          <a:xfrm>
            <a:off x="3995937" y="771550"/>
            <a:ext cx="4973439" cy="0"/>
          </a:xfrm>
          <a:prstGeom prst="line">
            <a:avLst/>
          </a:prstGeom>
          <a:ln/>
        </p:spPr>
        <p:style>
          <a:lnRef idx="1">
            <a:schemeClr val="accent1"/>
          </a:lnRef>
          <a:fillRef idx="0">
            <a:schemeClr val="accent1"/>
          </a:fillRef>
          <a:effectRef idx="0">
            <a:schemeClr val="accent1"/>
          </a:effectRef>
          <a:fontRef idx="minor">
            <a:schemeClr val="tx1"/>
          </a:fontRef>
        </p:style>
      </p:cxnSp>
      <p:sp>
        <p:nvSpPr>
          <p:cNvPr id="26" name="Text Placeholder 5"/>
          <p:cNvSpPr>
            <a:spLocks noGrp="1"/>
          </p:cNvSpPr>
          <p:nvPr>
            <p:ph type="body" sz="quarter" idx="14" hasCustomPrompt="1"/>
          </p:nvPr>
        </p:nvSpPr>
        <p:spPr>
          <a:xfrm>
            <a:off x="1024485" y="915989"/>
            <a:ext cx="7944178" cy="503237"/>
          </a:xfrm>
          <a:prstGeom prst="rect">
            <a:avLst/>
          </a:prstGeom>
        </p:spPr>
        <p:txBody>
          <a:bodyPr>
            <a:noAutofit/>
          </a:bodyPr>
          <a:lstStyle>
            <a:lvl1pPr marL="0" indent="0">
              <a:buNone/>
              <a:defRPr sz="2400"/>
            </a:lvl1pPr>
          </a:lstStyle>
          <a:p>
            <a:pPr lvl="0"/>
            <a:r>
              <a:rPr lang="en-US" dirty="0" smtClean="0"/>
              <a:t>Click to edit subheading – 24pt</a:t>
            </a:r>
            <a:endParaRPr lang="en-GB" dirty="0"/>
          </a:p>
        </p:txBody>
      </p:sp>
      <p:sp>
        <p:nvSpPr>
          <p:cNvPr id="27" name="Content Placeholder 2"/>
          <p:cNvSpPr>
            <a:spLocks noGrp="1"/>
          </p:cNvSpPr>
          <p:nvPr>
            <p:ph sz="quarter" idx="16"/>
          </p:nvPr>
        </p:nvSpPr>
        <p:spPr>
          <a:xfrm>
            <a:off x="1024403" y="1484314"/>
            <a:ext cx="7944972" cy="2959100"/>
          </a:xfrm>
          <a:prstGeom prst="rect">
            <a:avLst/>
          </a:prstGeom>
        </p:spPr>
        <p:txBody>
          <a:bodyPr>
            <a:normAutofit/>
          </a:bodyPr>
          <a:lstStyle>
            <a:lvl1pPr>
              <a:defRPr sz="1600"/>
            </a:lvl1pPr>
            <a:lvl2pPr>
              <a:defRPr sz="1600"/>
            </a:lvl2pPr>
            <a:lvl3pPr>
              <a:defRPr sz="1600"/>
            </a:lvl3pPr>
            <a:lvl4pPr>
              <a:defRPr sz="1600"/>
            </a:lvl4pPr>
            <a:lvl5pPr>
              <a:defRPr sz="1600"/>
            </a:lvl5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dirty="0"/>
          </a:p>
        </p:txBody>
      </p:sp>
      <p:sp>
        <p:nvSpPr>
          <p:cNvPr id="11" name="Rectangle 10"/>
          <p:cNvSpPr/>
          <p:nvPr userDrawn="1"/>
        </p:nvSpPr>
        <p:spPr>
          <a:xfrm>
            <a:off x="0" y="915988"/>
            <a:ext cx="251520" cy="352797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Rectangle 11"/>
          <p:cNvSpPr/>
          <p:nvPr userDrawn="1"/>
        </p:nvSpPr>
        <p:spPr>
          <a:xfrm>
            <a:off x="316280" y="915988"/>
            <a:ext cx="626027" cy="352797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14" name="Picture 13"/>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037275" y="4512129"/>
            <a:ext cx="1014197" cy="527667"/>
          </a:xfrm>
          <a:prstGeom prst="rect">
            <a:avLst/>
          </a:prstGeom>
        </p:spPr>
      </p:pic>
    </p:spTree>
    <p:extLst>
      <p:ext uri="{BB962C8B-B14F-4D97-AF65-F5344CB8AC3E}">
        <p14:creationId xmlns:p14="http://schemas.microsoft.com/office/powerpoint/2010/main" val="2981275833"/>
      </p:ext>
    </p:extLst>
  </p:cSld>
  <p:clrMapOvr>
    <a:masterClrMapping/>
  </p:clrMapOvr>
  <p:timing>
    <p:tnLst>
      <p:par>
        <p:cTn id="1" dur="indefinite" restart="never" nodeType="tmRoot"/>
      </p:par>
    </p:tnLst>
  </p:timing>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ext Slide 4 - with columns">
    <p:spTree>
      <p:nvGrpSpPr>
        <p:cNvPr id="1" name=""/>
        <p:cNvGrpSpPr/>
        <p:nvPr/>
      </p:nvGrpSpPr>
      <p:grpSpPr>
        <a:xfrm>
          <a:off x="0" y="0"/>
          <a:ext cx="0" cy="0"/>
          <a:chOff x="0" y="0"/>
          <a:chExt cx="0" cy="0"/>
        </a:xfrm>
      </p:grpSpPr>
      <p:sp>
        <p:nvSpPr>
          <p:cNvPr id="6" name="Rectangle 5"/>
          <p:cNvSpPr/>
          <p:nvPr userDrawn="1"/>
        </p:nvSpPr>
        <p:spPr>
          <a:xfrm>
            <a:off x="251520" y="267494"/>
            <a:ext cx="8712968" cy="50403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Text Placeholder 16"/>
          <p:cNvSpPr>
            <a:spLocks noGrp="1"/>
          </p:cNvSpPr>
          <p:nvPr>
            <p:ph type="body" sz="quarter" idx="13" hasCustomPrompt="1"/>
          </p:nvPr>
        </p:nvSpPr>
        <p:spPr>
          <a:xfrm>
            <a:off x="251520" y="357262"/>
            <a:ext cx="8640772" cy="270272"/>
          </a:xfrm>
          <a:prstGeom prst="rect">
            <a:avLst/>
          </a:prstGeom>
          <a:noFill/>
        </p:spPr>
        <p:txBody>
          <a:bodyPr anchor="ctr">
            <a:noAutofit/>
          </a:bodyPr>
          <a:lstStyle>
            <a:lvl1pPr marL="0" indent="0">
              <a:buNone/>
              <a:defRPr sz="2800" b="0" i="0" cap="none" baseline="0">
                <a:solidFill>
                  <a:schemeClr val="bg1"/>
                </a:solidFill>
                <a:latin typeface="+mj-lt"/>
              </a:defRPr>
            </a:lvl1pPr>
            <a:lvl2pPr>
              <a:defRPr sz="800" cap="all" baseline="0"/>
            </a:lvl2pPr>
            <a:lvl3pPr>
              <a:defRPr sz="800" cap="all" baseline="0"/>
            </a:lvl3pPr>
            <a:lvl4pPr>
              <a:defRPr sz="800" cap="all" baseline="0"/>
            </a:lvl4pPr>
            <a:lvl5pPr>
              <a:defRPr sz="800" cap="all" baseline="0"/>
            </a:lvl5pPr>
          </a:lstStyle>
          <a:p>
            <a:pPr lvl="0"/>
            <a:r>
              <a:rPr lang="en-GB" dirty="0" smtClean="0"/>
              <a:t>Click to edit Title – 28pt</a:t>
            </a:r>
            <a:endParaRPr lang="en-GB" dirty="0"/>
          </a:p>
        </p:txBody>
      </p:sp>
      <p:sp>
        <p:nvSpPr>
          <p:cNvPr id="12" name="Text Placeholder 5"/>
          <p:cNvSpPr>
            <a:spLocks noGrp="1"/>
          </p:cNvSpPr>
          <p:nvPr>
            <p:ph type="body" sz="quarter" idx="14" hasCustomPrompt="1"/>
          </p:nvPr>
        </p:nvSpPr>
        <p:spPr>
          <a:xfrm>
            <a:off x="251520" y="915566"/>
            <a:ext cx="8712258" cy="485775"/>
          </a:xfrm>
          <a:prstGeom prst="rect">
            <a:avLst/>
          </a:prstGeom>
        </p:spPr>
        <p:txBody>
          <a:bodyPr>
            <a:noAutofit/>
          </a:bodyPr>
          <a:lstStyle>
            <a:lvl1pPr marL="0" indent="0">
              <a:buNone/>
              <a:defRPr sz="2400">
                <a:solidFill>
                  <a:schemeClr val="accent2"/>
                </a:solidFill>
              </a:defRPr>
            </a:lvl1pPr>
          </a:lstStyle>
          <a:p>
            <a:pPr lvl="0"/>
            <a:r>
              <a:rPr lang="en-US" dirty="0" smtClean="0"/>
              <a:t>Click to edit subheading – 24pt</a:t>
            </a:r>
            <a:endParaRPr lang="en-GB" dirty="0"/>
          </a:p>
        </p:txBody>
      </p:sp>
      <p:sp>
        <p:nvSpPr>
          <p:cNvPr id="23" name="Rectangle 22"/>
          <p:cNvSpPr/>
          <p:nvPr userDrawn="1"/>
        </p:nvSpPr>
        <p:spPr>
          <a:xfrm>
            <a:off x="1141" y="267494"/>
            <a:ext cx="178371" cy="504031"/>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4" name="Content Placeholder 2"/>
          <p:cNvSpPr>
            <a:spLocks noGrp="1"/>
          </p:cNvSpPr>
          <p:nvPr>
            <p:ph sz="quarter" idx="16"/>
          </p:nvPr>
        </p:nvSpPr>
        <p:spPr>
          <a:xfrm>
            <a:off x="251520" y="1484314"/>
            <a:ext cx="8712968" cy="2959100"/>
          </a:xfrm>
          <a:prstGeom prst="rect">
            <a:avLst/>
          </a:prstGeom>
        </p:spPr>
        <p:txBody>
          <a:bodyPr numCol="2">
            <a:noAutofit/>
          </a:bodyPr>
          <a:lstStyle>
            <a:lvl1pPr>
              <a:defRPr sz="1600"/>
            </a:lvl1pPr>
            <a:lvl2pPr>
              <a:defRPr sz="1600"/>
            </a:lvl2pPr>
            <a:lvl3pPr>
              <a:defRPr sz="1600"/>
            </a:lvl3pPr>
            <a:lvl4pPr>
              <a:defRPr sz="1600"/>
            </a:lvl4pPr>
            <a:lvl5pPr>
              <a:defRPr sz="1600"/>
            </a:lvl5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dirty="0"/>
          </a:p>
        </p:txBody>
      </p:sp>
      <p:pic>
        <p:nvPicPr>
          <p:cNvPr id="9" name="Picture 8"/>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037275" y="4512129"/>
            <a:ext cx="1014197" cy="527667"/>
          </a:xfrm>
          <a:prstGeom prst="rect">
            <a:avLst/>
          </a:prstGeom>
        </p:spPr>
      </p:pic>
    </p:spTree>
    <p:extLst>
      <p:ext uri="{BB962C8B-B14F-4D97-AF65-F5344CB8AC3E}">
        <p14:creationId xmlns:p14="http://schemas.microsoft.com/office/powerpoint/2010/main" val="399403055"/>
      </p:ext>
    </p:extLst>
  </p:cSld>
  <p:clrMapOvr>
    <a:masterClrMapping/>
  </p:clrMapOvr>
  <p:timing>
    <p:tnLst>
      <p:par>
        <p:cTn id="1" dur="indefinite" restart="never" nodeType="tmRoot"/>
      </p:par>
    </p:tnLst>
  </p:timing>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ext Slide 5">
    <p:spTree>
      <p:nvGrpSpPr>
        <p:cNvPr id="1" name=""/>
        <p:cNvGrpSpPr/>
        <p:nvPr/>
      </p:nvGrpSpPr>
      <p:grpSpPr>
        <a:xfrm>
          <a:off x="0" y="0"/>
          <a:ext cx="0" cy="0"/>
          <a:chOff x="0" y="0"/>
          <a:chExt cx="0" cy="0"/>
        </a:xfrm>
      </p:grpSpPr>
      <p:sp>
        <p:nvSpPr>
          <p:cNvPr id="6" name="Rectangle 5"/>
          <p:cNvSpPr/>
          <p:nvPr userDrawn="1"/>
        </p:nvSpPr>
        <p:spPr>
          <a:xfrm>
            <a:off x="251520" y="267494"/>
            <a:ext cx="8712968" cy="50403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Text Placeholder 16"/>
          <p:cNvSpPr>
            <a:spLocks noGrp="1"/>
          </p:cNvSpPr>
          <p:nvPr>
            <p:ph type="body" sz="quarter" idx="13" hasCustomPrompt="1"/>
          </p:nvPr>
        </p:nvSpPr>
        <p:spPr>
          <a:xfrm>
            <a:off x="251520" y="357262"/>
            <a:ext cx="8640772" cy="270272"/>
          </a:xfrm>
          <a:prstGeom prst="rect">
            <a:avLst/>
          </a:prstGeom>
          <a:noFill/>
        </p:spPr>
        <p:txBody>
          <a:bodyPr anchor="ctr">
            <a:noAutofit/>
          </a:bodyPr>
          <a:lstStyle>
            <a:lvl1pPr marL="0" indent="0">
              <a:buNone/>
              <a:defRPr sz="2800" b="0" i="0" cap="none" baseline="0">
                <a:solidFill>
                  <a:schemeClr val="bg1"/>
                </a:solidFill>
                <a:latin typeface="+mj-lt"/>
              </a:defRPr>
            </a:lvl1pPr>
            <a:lvl2pPr>
              <a:defRPr sz="800" cap="all" baseline="0"/>
            </a:lvl2pPr>
            <a:lvl3pPr>
              <a:defRPr sz="800" cap="all" baseline="0"/>
            </a:lvl3pPr>
            <a:lvl4pPr>
              <a:defRPr sz="800" cap="all" baseline="0"/>
            </a:lvl4pPr>
            <a:lvl5pPr>
              <a:defRPr sz="800" cap="all" baseline="0"/>
            </a:lvl5pPr>
          </a:lstStyle>
          <a:p>
            <a:pPr lvl="0"/>
            <a:r>
              <a:rPr lang="en-GB" dirty="0" smtClean="0"/>
              <a:t>Click to edit Title – 28pt</a:t>
            </a:r>
            <a:endParaRPr lang="en-GB" dirty="0"/>
          </a:p>
        </p:txBody>
      </p:sp>
      <p:sp>
        <p:nvSpPr>
          <p:cNvPr id="12" name="Text Placeholder 5"/>
          <p:cNvSpPr>
            <a:spLocks noGrp="1"/>
          </p:cNvSpPr>
          <p:nvPr>
            <p:ph type="body" sz="quarter" idx="14" hasCustomPrompt="1"/>
          </p:nvPr>
        </p:nvSpPr>
        <p:spPr>
          <a:xfrm>
            <a:off x="251520" y="915566"/>
            <a:ext cx="8712968" cy="485775"/>
          </a:xfrm>
          <a:prstGeom prst="rect">
            <a:avLst/>
          </a:prstGeom>
        </p:spPr>
        <p:txBody>
          <a:bodyPr>
            <a:noAutofit/>
          </a:bodyPr>
          <a:lstStyle>
            <a:lvl1pPr marL="0" indent="0">
              <a:buNone/>
              <a:defRPr sz="2400">
                <a:solidFill>
                  <a:schemeClr val="accent2"/>
                </a:solidFill>
              </a:defRPr>
            </a:lvl1pPr>
          </a:lstStyle>
          <a:p>
            <a:pPr lvl="0"/>
            <a:r>
              <a:rPr lang="en-US" dirty="0" smtClean="0"/>
              <a:t>Click to edit subheading – 24pt</a:t>
            </a:r>
            <a:endParaRPr lang="en-GB" dirty="0"/>
          </a:p>
        </p:txBody>
      </p:sp>
      <p:sp>
        <p:nvSpPr>
          <p:cNvPr id="23" name="Rectangle 22"/>
          <p:cNvSpPr/>
          <p:nvPr userDrawn="1"/>
        </p:nvSpPr>
        <p:spPr>
          <a:xfrm>
            <a:off x="1141" y="267494"/>
            <a:ext cx="178371" cy="504031"/>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 name="Content Placeholder 2"/>
          <p:cNvSpPr>
            <a:spLocks noGrp="1"/>
          </p:cNvSpPr>
          <p:nvPr>
            <p:ph sz="quarter" idx="15"/>
          </p:nvPr>
        </p:nvSpPr>
        <p:spPr>
          <a:xfrm>
            <a:off x="4679952" y="1479551"/>
            <a:ext cx="4289425" cy="2951163"/>
          </a:xfrm>
          <a:prstGeom prst="rect">
            <a:avLst/>
          </a:prstGeom>
        </p:spPr>
        <p:txBody>
          <a:bodyPr>
            <a:normAutofit/>
          </a:bodyPr>
          <a:lstStyle>
            <a:lvl1pPr>
              <a:defRPr sz="1600"/>
            </a:lvl1pPr>
            <a:lvl2pPr>
              <a:defRPr sz="1600"/>
            </a:lvl2pPr>
            <a:lvl3pPr>
              <a:defRPr sz="1600"/>
            </a:lvl3pPr>
            <a:lvl4pPr>
              <a:defRPr sz="1600"/>
            </a:lvl4pPr>
            <a:lvl5pPr>
              <a:defRPr sz="1600"/>
            </a:lvl5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dirty="0"/>
          </a:p>
        </p:txBody>
      </p:sp>
      <p:sp>
        <p:nvSpPr>
          <p:cNvPr id="14" name="Content Placeholder 2"/>
          <p:cNvSpPr>
            <a:spLocks noGrp="1"/>
          </p:cNvSpPr>
          <p:nvPr>
            <p:ph sz="quarter" idx="16"/>
          </p:nvPr>
        </p:nvSpPr>
        <p:spPr>
          <a:xfrm>
            <a:off x="251522" y="1484314"/>
            <a:ext cx="4287143" cy="2959100"/>
          </a:xfrm>
          <a:prstGeom prst="rect">
            <a:avLst/>
          </a:prstGeom>
        </p:spPr>
        <p:txBody>
          <a:bodyPr>
            <a:normAutofit/>
          </a:bodyPr>
          <a:lstStyle>
            <a:lvl1pPr>
              <a:defRPr sz="1600"/>
            </a:lvl1pPr>
            <a:lvl2pPr>
              <a:defRPr sz="1600"/>
            </a:lvl2pPr>
            <a:lvl3pPr>
              <a:defRPr sz="1600"/>
            </a:lvl3pPr>
            <a:lvl4pPr>
              <a:defRPr sz="1600"/>
            </a:lvl4pPr>
            <a:lvl5pPr>
              <a:defRPr sz="1600"/>
            </a:lvl5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dirty="0"/>
          </a:p>
        </p:txBody>
      </p:sp>
      <p:pic>
        <p:nvPicPr>
          <p:cNvPr id="10" name="Picture 9"/>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037275" y="4512129"/>
            <a:ext cx="1014197" cy="527667"/>
          </a:xfrm>
          <a:prstGeom prst="rect">
            <a:avLst/>
          </a:prstGeom>
        </p:spPr>
      </p:pic>
    </p:spTree>
    <p:extLst>
      <p:ext uri="{BB962C8B-B14F-4D97-AF65-F5344CB8AC3E}">
        <p14:creationId xmlns:p14="http://schemas.microsoft.com/office/powerpoint/2010/main" val="459883944"/>
      </p:ext>
    </p:extLst>
  </p:cSld>
  <p:clrMapOvr>
    <a:masterClrMapping/>
  </p:clrMapOvr>
  <p:timing>
    <p:tnLst>
      <p:par>
        <p:cTn id="1" dur="indefinite" restart="never" nodeType="tmRoot"/>
      </p:par>
    </p:tnLst>
  </p:timing>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Quotes and Testimonials Slide">
    <p:spTree>
      <p:nvGrpSpPr>
        <p:cNvPr id="1" name=""/>
        <p:cNvGrpSpPr/>
        <p:nvPr/>
      </p:nvGrpSpPr>
      <p:grpSpPr>
        <a:xfrm>
          <a:off x="0" y="0"/>
          <a:ext cx="0" cy="0"/>
          <a:chOff x="0" y="0"/>
          <a:chExt cx="0" cy="0"/>
        </a:xfrm>
      </p:grpSpPr>
      <p:sp>
        <p:nvSpPr>
          <p:cNvPr id="2" name="Rectangle 1"/>
          <p:cNvSpPr/>
          <p:nvPr userDrawn="1"/>
        </p:nvSpPr>
        <p:spPr>
          <a:xfrm>
            <a:off x="1" y="915989"/>
            <a:ext cx="4538663" cy="3527548"/>
          </a:xfrm>
          <a:prstGeom prst="rect">
            <a:avLst/>
          </a:prstGeom>
          <a:solidFill>
            <a:srgbClr val="D4E7F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Rectangle 14"/>
          <p:cNvSpPr/>
          <p:nvPr userDrawn="1"/>
        </p:nvSpPr>
        <p:spPr>
          <a:xfrm>
            <a:off x="4679951" y="915989"/>
            <a:ext cx="4289424" cy="1943794"/>
          </a:xfrm>
          <a:prstGeom prst="rect">
            <a:avLst/>
          </a:prstGeom>
          <a:solidFill>
            <a:srgbClr val="D4E7F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7" name="Rectangle 16"/>
          <p:cNvSpPr/>
          <p:nvPr userDrawn="1"/>
        </p:nvSpPr>
        <p:spPr>
          <a:xfrm>
            <a:off x="4679950" y="3003799"/>
            <a:ext cx="4289424" cy="1439738"/>
          </a:xfrm>
          <a:prstGeom prst="rect">
            <a:avLst/>
          </a:prstGeom>
          <a:solidFill>
            <a:srgbClr val="D4E7F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2" name="Text Placeholder 16"/>
          <p:cNvSpPr>
            <a:spLocks noGrp="1"/>
          </p:cNvSpPr>
          <p:nvPr>
            <p:ph type="body" sz="quarter" idx="13" hasCustomPrompt="1"/>
          </p:nvPr>
        </p:nvSpPr>
        <p:spPr>
          <a:xfrm>
            <a:off x="251519" y="339502"/>
            <a:ext cx="8717855" cy="270272"/>
          </a:xfrm>
          <a:prstGeom prst="rect">
            <a:avLst/>
          </a:prstGeom>
          <a:noFill/>
        </p:spPr>
        <p:txBody>
          <a:bodyPr anchor="ctr">
            <a:noAutofit/>
          </a:bodyPr>
          <a:lstStyle>
            <a:lvl1pPr marL="0" indent="0">
              <a:buNone/>
              <a:defRPr sz="2800" b="0" i="0" cap="none" baseline="0">
                <a:solidFill>
                  <a:schemeClr val="accent1"/>
                </a:solidFill>
                <a:latin typeface="+mj-lt"/>
              </a:defRPr>
            </a:lvl1pPr>
            <a:lvl2pPr>
              <a:defRPr sz="800" cap="all" baseline="0"/>
            </a:lvl2pPr>
            <a:lvl3pPr>
              <a:defRPr sz="800" cap="all" baseline="0"/>
            </a:lvl3pPr>
            <a:lvl4pPr>
              <a:defRPr sz="800" cap="all" baseline="0"/>
            </a:lvl4pPr>
            <a:lvl5pPr>
              <a:defRPr sz="800" cap="all" baseline="0"/>
            </a:lvl5pPr>
          </a:lstStyle>
          <a:p>
            <a:pPr lvl="0"/>
            <a:r>
              <a:rPr lang="en-GB" dirty="0" smtClean="0"/>
              <a:t>Click to edit title – 28pt</a:t>
            </a:r>
          </a:p>
        </p:txBody>
      </p:sp>
      <p:cxnSp>
        <p:nvCxnSpPr>
          <p:cNvPr id="23" name="Straight Connector 22"/>
          <p:cNvCxnSpPr/>
          <p:nvPr userDrawn="1"/>
        </p:nvCxnSpPr>
        <p:spPr>
          <a:xfrm>
            <a:off x="251520" y="771550"/>
            <a:ext cx="1440160"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cxnSp>
        <p:nvCxnSpPr>
          <p:cNvPr id="24" name="Straight Connector 23"/>
          <p:cNvCxnSpPr/>
          <p:nvPr userDrawn="1"/>
        </p:nvCxnSpPr>
        <p:spPr>
          <a:xfrm>
            <a:off x="1844080" y="771550"/>
            <a:ext cx="2007840" cy="0"/>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25" name="Straight Connector 24"/>
          <p:cNvCxnSpPr/>
          <p:nvPr userDrawn="1"/>
        </p:nvCxnSpPr>
        <p:spPr>
          <a:xfrm>
            <a:off x="3995937" y="771550"/>
            <a:ext cx="4973439" cy="0"/>
          </a:xfrm>
          <a:prstGeom prst="line">
            <a:avLst/>
          </a:prstGeom>
          <a:ln/>
        </p:spPr>
        <p:style>
          <a:lnRef idx="1">
            <a:schemeClr val="accent1"/>
          </a:lnRef>
          <a:fillRef idx="0">
            <a:schemeClr val="accent1"/>
          </a:fillRef>
          <a:effectRef idx="0">
            <a:schemeClr val="accent1"/>
          </a:effectRef>
          <a:fontRef idx="minor">
            <a:schemeClr val="tx1"/>
          </a:fontRef>
        </p:style>
      </p:cxnSp>
      <p:sp>
        <p:nvSpPr>
          <p:cNvPr id="28" name="Text Placeholder 5"/>
          <p:cNvSpPr>
            <a:spLocks noGrp="1"/>
          </p:cNvSpPr>
          <p:nvPr>
            <p:ph type="body" sz="quarter" idx="20" hasCustomPrompt="1"/>
          </p:nvPr>
        </p:nvSpPr>
        <p:spPr>
          <a:xfrm>
            <a:off x="4932365" y="3219823"/>
            <a:ext cx="3959929" cy="1007691"/>
          </a:xfrm>
          <a:prstGeom prst="rect">
            <a:avLst/>
          </a:prstGeom>
        </p:spPr>
        <p:txBody>
          <a:bodyPr anchor="ctr" anchorCtr="0">
            <a:normAutofit/>
          </a:bodyPr>
          <a:lstStyle>
            <a:lvl1pPr marL="0" indent="0">
              <a:buNone/>
              <a:defRPr sz="1600"/>
            </a:lvl1pPr>
          </a:lstStyle>
          <a:p>
            <a:pPr lvl="0"/>
            <a:r>
              <a:rPr lang="en-US" dirty="0" smtClean="0"/>
              <a:t>“Click to edit quote – 16pt”</a:t>
            </a:r>
          </a:p>
        </p:txBody>
      </p:sp>
      <p:sp>
        <p:nvSpPr>
          <p:cNvPr id="30" name="Text Placeholder 5"/>
          <p:cNvSpPr>
            <a:spLocks noGrp="1"/>
          </p:cNvSpPr>
          <p:nvPr>
            <p:ph type="body" sz="quarter" idx="22" hasCustomPrompt="1"/>
          </p:nvPr>
        </p:nvSpPr>
        <p:spPr>
          <a:xfrm>
            <a:off x="4932365" y="1131888"/>
            <a:ext cx="3959929" cy="1547875"/>
          </a:xfrm>
          <a:prstGeom prst="rect">
            <a:avLst/>
          </a:prstGeom>
        </p:spPr>
        <p:txBody>
          <a:bodyPr anchor="ctr" anchorCtr="0">
            <a:normAutofit/>
          </a:bodyPr>
          <a:lstStyle>
            <a:lvl1pPr marL="0" indent="0">
              <a:buNone/>
              <a:defRPr sz="1600"/>
            </a:lvl1pPr>
          </a:lstStyle>
          <a:p>
            <a:pPr lvl="0"/>
            <a:r>
              <a:rPr lang="en-US" dirty="0" smtClean="0"/>
              <a:t>“Click to edit quote – 16pt”</a:t>
            </a:r>
          </a:p>
        </p:txBody>
      </p:sp>
      <p:sp>
        <p:nvSpPr>
          <p:cNvPr id="31" name="Text Placeholder 5"/>
          <p:cNvSpPr>
            <a:spLocks noGrp="1"/>
          </p:cNvSpPr>
          <p:nvPr>
            <p:ph type="body" sz="quarter" idx="23" hasCustomPrompt="1"/>
          </p:nvPr>
        </p:nvSpPr>
        <p:spPr>
          <a:xfrm>
            <a:off x="468089" y="1131888"/>
            <a:ext cx="3743325" cy="3096047"/>
          </a:xfrm>
          <a:prstGeom prst="rect">
            <a:avLst/>
          </a:prstGeom>
        </p:spPr>
        <p:txBody>
          <a:bodyPr anchor="ctr" anchorCtr="0">
            <a:normAutofit/>
          </a:bodyPr>
          <a:lstStyle>
            <a:lvl1pPr marL="0" indent="0">
              <a:buNone/>
              <a:defRPr sz="1600"/>
            </a:lvl1pPr>
          </a:lstStyle>
          <a:p>
            <a:pPr lvl="0"/>
            <a:r>
              <a:rPr lang="en-US" dirty="0" smtClean="0"/>
              <a:t>“Click to edit quote – 16pt”</a:t>
            </a:r>
          </a:p>
        </p:txBody>
      </p:sp>
      <p:pic>
        <p:nvPicPr>
          <p:cNvPr id="13" name="Picture 12"/>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037275" y="4512129"/>
            <a:ext cx="1014197" cy="527667"/>
          </a:xfrm>
          <a:prstGeom prst="rect">
            <a:avLst/>
          </a:prstGeom>
        </p:spPr>
      </p:pic>
    </p:spTree>
    <p:extLst>
      <p:ext uri="{BB962C8B-B14F-4D97-AF65-F5344CB8AC3E}">
        <p14:creationId xmlns:p14="http://schemas.microsoft.com/office/powerpoint/2010/main" val="1711474625"/>
      </p:ext>
    </p:extLst>
  </p:cSld>
  <p:clrMapOvr>
    <a:masterClrMapping/>
  </p:clrMapOvr>
  <p:timing>
    <p:tnLst>
      <p:par>
        <p:cTn id="1" dur="indefinite" restart="never" nodeType="tmRoot"/>
      </p:par>
    </p:tnLst>
  </p:timing>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eam Slide">
    <p:spTree>
      <p:nvGrpSpPr>
        <p:cNvPr id="1" name=""/>
        <p:cNvGrpSpPr/>
        <p:nvPr/>
      </p:nvGrpSpPr>
      <p:grpSpPr>
        <a:xfrm>
          <a:off x="0" y="0"/>
          <a:ext cx="0" cy="0"/>
          <a:chOff x="0" y="0"/>
          <a:chExt cx="0" cy="0"/>
        </a:xfrm>
      </p:grpSpPr>
      <p:sp>
        <p:nvSpPr>
          <p:cNvPr id="7" name="Text Placeholder 16"/>
          <p:cNvSpPr>
            <a:spLocks noGrp="1"/>
          </p:cNvSpPr>
          <p:nvPr>
            <p:ph type="body" sz="quarter" idx="13" hasCustomPrompt="1"/>
          </p:nvPr>
        </p:nvSpPr>
        <p:spPr>
          <a:xfrm>
            <a:off x="251519" y="339502"/>
            <a:ext cx="8717855" cy="270272"/>
          </a:xfrm>
          <a:prstGeom prst="rect">
            <a:avLst/>
          </a:prstGeom>
          <a:noFill/>
        </p:spPr>
        <p:txBody>
          <a:bodyPr anchor="ctr">
            <a:noAutofit/>
          </a:bodyPr>
          <a:lstStyle>
            <a:lvl1pPr marL="0" indent="0">
              <a:buNone/>
              <a:defRPr sz="2800" b="0" i="0" cap="none" baseline="0">
                <a:solidFill>
                  <a:schemeClr val="accent1"/>
                </a:solidFill>
                <a:latin typeface="+mj-lt"/>
              </a:defRPr>
            </a:lvl1pPr>
            <a:lvl2pPr>
              <a:defRPr sz="800" cap="all" baseline="0"/>
            </a:lvl2pPr>
            <a:lvl3pPr>
              <a:defRPr sz="800" cap="all" baseline="0"/>
            </a:lvl3pPr>
            <a:lvl4pPr>
              <a:defRPr sz="800" cap="all" baseline="0"/>
            </a:lvl4pPr>
            <a:lvl5pPr>
              <a:defRPr sz="800" cap="all" baseline="0"/>
            </a:lvl5pPr>
          </a:lstStyle>
          <a:p>
            <a:pPr lvl="0"/>
            <a:r>
              <a:rPr lang="en-GB" dirty="0" smtClean="0"/>
              <a:t>Click to edit title – 28pt</a:t>
            </a:r>
          </a:p>
        </p:txBody>
      </p:sp>
      <p:cxnSp>
        <p:nvCxnSpPr>
          <p:cNvPr id="8" name="Straight Connector 7"/>
          <p:cNvCxnSpPr/>
          <p:nvPr userDrawn="1"/>
        </p:nvCxnSpPr>
        <p:spPr>
          <a:xfrm>
            <a:off x="251520" y="771550"/>
            <a:ext cx="1440160"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cxnSp>
        <p:nvCxnSpPr>
          <p:cNvPr id="9" name="Straight Connector 8"/>
          <p:cNvCxnSpPr/>
          <p:nvPr userDrawn="1"/>
        </p:nvCxnSpPr>
        <p:spPr>
          <a:xfrm>
            <a:off x="1844080" y="771550"/>
            <a:ext cx="2007840" cy="0"/>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10" name="Straight Connector 9"/>
          <p:cNvCxnSpPr/>
          <p:nvPr userDrawn="1"/>
        </p:nvCxnSpPr>
        <p:spPr>
          <a:xfrm>
            <a:off x="3995937" y="771550"/>
            <a:ext cx="4973439" cy="0"/>
          </a:xfrm>
          <a:prstGeom prst="line">
            <a:avLst/>
          </a:prstGeom>
          <a:ln/>
        </p:spPr>
        <p:style>
          <a:lnRef idx="1">
            <a:schemeClr val="accent1"/>
          </a:lnRef>
          <a:fillRef idx="0">
            <a:schemeClr val="accent1"/>
          </a:fillRef>
          <a:effectRef idx="0">
            <a:schemeClr val="accent1"/>
          </a:effectRef>
          <a:fontRef idx="minor">
            <a:schemeClr val="tx1"/>
          </a:fontRef>
        </p:style>
      </p:cxnSp>
      <p:sp>
        <p:nvSpPr>
          <p:cNvPr id="11" name="Picture Placeholder 11"/>
          <p:cNvSpPr>
            <a:spLocks noGrp="1"/>
          </p:cNvSpPr>
          <p:nvPr>
            <p:ph type="pic" sz="quarter" idx="14"/>
          </p:nvPr>
        </p:nvSpPr>
        <p:spPr>
          <a:xfrm>
            <a:off x="250827" y="1131888"/>
            <a:ext cx="1440855" cy="1439862"/>
          </a:xfrm>
          <a:prstGeom prst="rect">
            <a:avLst/>
          </a:prstGeom>
        </p:spPr>
        <p:txBody>
          <a:bodyPr>
            <a:normAutofit/>
          </a:bodyPr>
          <a:lstStyle>
            <a:lvl1pPr marL="0" indent="0">
              <a:buNone/>
              <a:defRPr sz="1000"/>
            </a:lvl1pPr>
          </a:lstStyle>
          <a:p>
            <a:r>
              <a:rPr lang="en-US" smtClean="0"/>
              <a:t>Click icon to add picture</a:t>
            </a:r>
            <a:endParaRPr lang="en-GB" dirty="0"/>
          </a:p>
        </p:txBody>
      </p:sp>
      <p:sp>
        <p:nvSpPr>
          <p:cNvPr id="12" name="Rectangle 11"/>
          <p:cNvSpPr/>
          <p:nvPr userDrawn="1"/>
        </p:nvSpPr>
        <p:spPr>
          <a:xfrm>
            <a:off x="1691680" y="1131591"/>
            <a:ext cx="2736304" cy="1440160"/>
          </a:xfrm>
          <a:prstGeom prst="rect">
            <a:avLst/>
          </a:prstGeom>
          <a:solidFill>
            <a:srgbClr val="D4E7F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Text Placeholder 24"/>
          <p:cNvSpPr>
            <a:spLocks noGrp="1"/>
          </p:cNvSpPr>
          <p:nvPr>
            <p:ph type="body" sz="quarter" idx="20" hasCustomPrompt="1"/>
          </p:nvPr>
        </p:nvSpPr>
        <p:spPr>
          <a:xfrm>
            <a:off x="1844081" y="1851671"/>
            <a:ext cx="2440583" cy="576064"/>
          </a:xfrm>
          <a:prstGeom prst="rect">
            <a:avLst/>
          </a:prstGeom>
        </p:spPr>
        <p:txBody>
          <a:bodyPr>
            <a:noAutofit/>
          </a:bodyPr>
          <a:lstStyle>
            <a:lvl1pPr marL="0" indent="0">
              <a:buNone/>
              <a:defRPr sz="1400" b="0" baseline="0"/>
            </a:lvl1pPr>
            <a:lvl2pPr>
              <a:defRPr sz="1600"/>
            </a:lvl2pPr>
            <a:lvl3pPr>
              <a:defRPr sz="1400"/>
            </a:lvl3pPr>
            <a:lvl4pPr>
              <a:defRPr sz="1200"/>
            </a:lvl4pPr>
            <a:lvl5pPr>
              <a:defRPr sz="1200"/>
            </a:lvl5pPr>
          </a:lstStyle>
          <a:p>
            <a:pPr lvl="0"/>
            <a:r>
              <a:rPr lang="en-US" dirty="0" smtClean="0"/>
              <a:t>Brief sentence about the team member.</a:t>
            </a:r>
          </a:p>
        </p:txBody>
      </p:sp>
      <p:sp>
        <p:nvSpPr>
          <p:cNvPr id="14" name="Text Placeholder 24"/>
          <p:cNvSpPr>
            <a:spLocks noGrp="1"/>
          </p:cNvSpPr>
          <p:nvPr>
            <p:ph type="body" sz="quarter" idx="21" hasCustomPrompt="1"/>
          </p:nvPr>
        </p:nvSpPr>
        <p:spPr>
          <a:xfrm>
            <a:off x="1844081" y="1275607"/>
            <a:ext cx="2440583" cy="288032"/>
          </a:xfrm>
          <a:prstGeom prst="rect">
            <a:avLst/>
          </a:prstGeom>
        </p:spPr>
        <p:txBody>
          <a:bodyPr>
            <a:noAutofit/>
          </a:bodyPr>
          <a:lstStyle>
            <a:lvl1pPr marL="0" indent="0">
              <a:buNone/>
              <a:defRPr sz="1400" b="1" baseline="0">
                <a:solidFill>
                  <a:schemeClr val="accent2"/>
                </a:solidFill>
              </a:defRPr>
            </a:lvl1pPr>
            <a:lvl2pPr>
              <a:defRPr sz="1600"/>
            </a:lvl2pPr>
            <a:lvl3pPr>
              <a:defRPr sz="1400"/>
            </a:lvl3pPr>
            <a:lvl4pPr>
              <a:defRPr sz="1200"/>
            </a:lvl4pPr>
            <a:lvl5pPr>
              <a:defRPr sz="1200"/>
            </a:lvl5pPr>
          </a:lstStyle>
          <a:p>
            <a:pPr lvl="0"/>
            <a:r>
              <a:rPr lang="en-US" dirty="0" smtClean="0"/>
              <a:t>Name</a:t>
            </a:r>
          </a:p>
        </p:txBody>
      </p:sp>
      <p:sp>
        <p:nvSpPr>
          <p:cNvPr id="15" name="Text Placeholder 24"/>
          <p:cNvSpPr>
            <a:spLocks noGrp="1"/>
          </p:cNvSpPr>
          <p:nvPr>
            <p:ph type="body" sz="quarter" idx="22" hasCustomPrompt="1"/>
          </p:nvPr>
        </p:nvSpPr>
        <p:spPr>
          <a:xfrm>
            <a:off x="1844081" y="1563639"/>
            <a:ext cx="2440583" cy="288032"/>
          </a:xfrm>
          <a:prstGeom prst="rect">
            <a:avLst/>
          </a:prstGeom>
        </p:spPr>
        <p:txBody>
          <a:bodyPr>
            <a:noAutofit/>
          </a:bodyPr>
          <a:lstStyle>
            <a:lvl1pPr marL="0" indent="0">
              <a:buNone/>
              <a:defRPr sz="1400" b="0" baseline="0">
                <a:solidFill>
                  <a:schemeClr val="accent2"/>
                </a:solidFill>
              </a:defRPr>
            </a:lvl1pPr>
            <a:lvl2pPr>
              <a:defRPr sz="1600"/>
            </a:lvl2pPr>
            <a:lvl3pPr>
              <a:defRPr sz="1400"/>
            </a:lvl3pPr>
            <a:lvl4pPr>
              <a:defRPr sz="1200"/>
            </a:lvl4pPr>
            <a:lvl5pPr>
              <a:defRPr sz="1200"/>
            </a:lvl5pPr>
          </a:lstStyle>
          <a:p>
            <a:pPr lvl="0"/>
            <a:r>
              <a:rPr lang="en-US" dirty="0" smtClean="0"/>
              <a:t>Title</a:t>
            </a:r>
          </a:p>
        </p:txBody>
      </p:sp>
      <p:sp>
        <p:nvSpPr>
          <p:cNvPr id="21" name="Picture Placeholder 11"/>
          <p:cNvSpPr>
            <a:spLocks noGrp="1"/>
          </p:cNvSpPr>
          <p:nvPr>
            <p:ph type="pic" sz="quarter" idx="27"/>
          </p:nvPr>
        </p:nvSpPr>
        <p:spPr>
          <a:xfrm>
            <a:off x="250827" y="3003551"/>
            <a:ext cx="1440855" cy="1439862"/>
          </a:xfrm>
          <a:prstGeom prst="rect">
            <a:avLst/>
          </a:prstGeom>
        </p:spPr>
        <p:txBody>
          <a:bodyPr>
            <a:normAutofit/>
          </a:bodyPr>
          <a:lstStyle>
            <a:lvl1pPr marL="0" indent="0">
              <a:buNone/>
              <a:defRPr sz="1000"/>
            </a:lvl1pPr>
          </a:lstStyle>
          <a:p>
            <a:r>
              <a:rPr lang="en-US" smtClean="0"/>
              <a:t>Click icon to add picture</a:t>
            </a:r>
            <a:endParaRPr lang="en-GB" dirty="0"/>
          </a:p>
        </p:txBody>
      </p:sp>
      <p:sp>
        <p:nvSpPr>
          <p:cNvPr id="22" name="Rectangle 21"/>
          <p:cNvSpPr/>
          <p:nvPr userDrawn="1"/>
        </p:nvSpPr>
        <p:spPr>
          <a:xfrm>
            <a:off x="1691680" y="3003254"/>
            <a:ext cx="2736304" cy="1440160"/>
          </a:xfrm>
          <a:prstGeom prst="rect">
            <a:avLst/>
          </a:prstGeom>
          <a:solidFill>
            <a:srgbClr val="D4E7F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3" name="Text Placeholder 24"/>
          <p:cNvSpPr>
            <a:spLocks noGrp="1"/>
          </p:cNvSpPr>
          <p:nvPr>
            <p:ph type="body" sz="quarter" idx="28" hasCustomPrompt="1"/>
          </p:nvPr>
        </p:nvSpPr>
        <p:spPr>
          <a:xfrm>
            <a:off x="1844081" y="3723333"/>
            <a:ext cx="2440583" cy="576064"/>
          </a:xfrm>
          <a:prstGeom prst="rect">
            <a:avLst/>
          </a:prstGeom>
        </p:spPr>
        <p:txBody>
          <a:bodyPr>
            <a:noAutofit/>
          </a:bodyPr>
          <a:lstStyle>
            <a:lvl1pPr marL="0" indent="0">
              <a:buNone/>
              <a:defRPr sz="1400" b="0" baseline="0"/>
            </a:lvl1pPr>
            <a:lvl2pPr>
              <a:defRPr sz="1600"/>
            </a:lvl2pPr>
            <a:lvl3pPr>
              <a:defRPr sz="1400"/>
            </a:lvl3pPr>
            <a:lvl4pPr>
              <a:defRPr sz="1200"/>
            </a:lvl4pPr>
            <a:lvl5pPr>
              <a:defRPr sz="1200"/>
            </a:lvl5pPr>
          </a:lstStyle>
          <a:p>
            <a:pPr lvl="0"/>
            <a:r>
              <a:rPr lang="en-US" dirty="0" smtClean="0"/>
              <a:t>Brief sentence about the team member.</a:t>
            </a:r>
          </a:p>
        </p:txBody>
      </p:sp>
      <p:sp>
        <p:nvSpPr>
          <p:cNvPr id="24" name="Text Placeholder 24"/>
          <p:cNvSpPr>
            <a:spLocks noGrp="1"/>
          </p:cNvSpPr>
          <p:nvPr>
            <p:ph type="body" sz="quarter" idx="29" hasCustomPrompt="1"/>
          </p:nvPr>
        </p:nvSpPr>
        <p:spPr>
          <a:xfrm>
            <a:off x="1844081" y="3147270"/>
            <a:ext cx="2440583" cy="288032"/>
          </a:xfrm>
          <a:prstGeom prst="rect">
            <a:avLst/>
          </a:prstGeom>
        </p:spPr>
        <p:txBody>
          <a:bodyPr>
            <a:noAutofit/>
          </a:bodyPr>
          <a:lstStyle>
            <a:lvl1pPr marL="0" indent="0">
              <a:buNone/>
              <a:defRPr sz="1400" b="1" baseline="0">
                <a:solidFill>
                  <a:schemeClr val="accent2"/>
                </a:solidFill>
              </a:defRPr>
            </a:lvl1pPr>
            <a:lvl2pPr>
              <a:defRPr sz="1600"/>
            </a:lvl2pPr>
            <a:lvl3pPr>
              <a:defRPr sz="1400"/>
            </a:lvl3pPr>
            <a:lvl4pPr>
              <a:defRPr sz="1200"/>
            </a:lvl4pPr>
            <a:lvl5pPr>
              <a:defRPr sz="1200"/>
            </a:lvl5pPr>
          </a:lstStyle>
          <a:p>
            <a:pPr lvl="0"/>
            <a:r>
              <a:rPr lang="en-US" dirty="0" smtClean="0"/>
              <a:t>Name</a:t>
            </a:r>
          </a:p>
        </p:txBody>
      </p:sp>
      <p:sp>
        <p:nvSpPr>
          <p:cNvPr id="25" name="Text Placeholder 24"/>
          <p:cNvSpPr>
            <a:spLocks noGrp="1"/>
          </p:cNvSpPr>
          <p:nvPr>
            <p:ph type="body" sz="quarter" idx="30" hasCustomPrompt="1"/>
          </p:nvPr>
        </p:nvSpPr>
        <p:spPr>
          <a:xfrm>
            <a:off x="1844081" y="3435301"/>
            <a:ext cx="2440583" cy="288032"/>
          </a:xfrm>
          <a:prstGeom prst="rect">
            <a:avLst/>
          </a:prstGeom>
        </p:spPr>
        <p:txBody>
          <a:bodyPr>
            <a:noAutofit/>
          </a:bodyPr>
          <a:lstStyle>
            <a:lvl1pPr marL="0" indent="0">
              <a:buNone/>
              <a:defRPr sz="1400" b="0" baseline="0">
                <a:solidFill>
                  <a:schemeClr val="accent2"/>
                </a:solidFill>
              </a:defRPr>
            </a:lvl1pPr>
            <a:lvl2pPr>
              <a:defRPr sz="1600"/>
            </a:lvl2pPr>
            <a:lvl3pPr>
              <a:defRPr sz="1400"/>
            </a:lvl3pPr>
            <a:lvl4pPr>
              <a:defRPr sz="1200"/>
            </a:lvl4pPr>
            <a:lvl5pPr>
              <a:defRPr sz="1200"/>
            </a:lvl5pPr>
          </a:lstStyle>
          <a:p>
            <a:pPr lvl="0"/>
            <a:r>
              <a:rPr lang="en-US" dirty="0" smtClean="0"/>
              <a:t>Title</a:t>
            </a:r>
          </a:p>
        </p:txBody>
      </p:sp>
      <p:sp>
        <p:nvSpPr>
          <p:cNvPr id="31" name="Picture Placeholder 11"/>
          <p:cNvSpPr>
            <a:spLocks noGrp="1"/>
          </p:cNvSpPr>
          <p:nvPr>
            <p:ph type="pic" sz="quarter" idx="23"/>
          </p:nvPr>
        </p:nvSpPr>
        <p:spPr>
          <a:xfrm>
            <a:off x="4783885" y="1131889"/>
            <a:ext cx="1440855" cy="1440854"/>
          </a:xfrm>
          <a:prstGeom prst="rect">
            <a:avLst/>
          </a:prstGeom>
        </p:spPr>
        <p:txBody>
          <a:bodyPr>
            <a:normAutofit/>
          </a:bodyPr>
          <a:lstStyle>
            <a:lvl1pPr marL="0" indent="0">
              <a:buNone/>
              <a:defRPr sz="1000"/>
            </a:lvl1pPr>
          </a:lstStyle>
          <a:p>
            <a:r>
              <a:rPr lang="en-US" smtClean="0"/>
              <a:t>Click icon to add picture</a:t>
            </a:r>
            <a:endParaRPr lang="en-GB" dirty="0"/>
          </a:p>
        </p:txBody>
      </p:sp>
      <p:sp>
        <p:nvSpPr>
          <p:cNvPr id="32" name="Rectangle 31"/>
          <p:cNvSpPr/>
          <p:nvPr userDrawn="1"/>
        </p:nvSpPr>
        <p:spPr>
          <a:xfrm>
            <a:off x="6224738" y="1131591"/>
            <a:ext cx="2736304" cy="1440160"/>
          </a:xfrm>
          <a:prstGeom prst="rect">
            <a:avLst/>
          </a:prstGeom>
          <a:solidFill>
            <a:srgbClr val="D4E7F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Text Placeholder 24"/>
          <p:cNvSpPr>
            <a:spLocks noGrp="1"/>
          </p:cNvSpPr>
          <p:nvPr>
            <p:ph type="body" sz="quarter" idx="24" hasCustomPrompt="1"/>
          </p:nvPr>
        </p:nvSpPr>
        <p:spPr>
          <a:xfrm>
            <a:off x="6377140" y="1851671"/>
            <a:ext cx="2440583" cy="576064"/>
          </a:xfrm>
          <a:prstGeom prst="rect">
            <a:avLst/>
          </a:prstGeom>
        </p:spPr>
        <p:txBody>
          <a:bodyPr>
            <a:noAutofit/>
          </a:bodyPr>
          <a:lstStyle>
            <a:lvl1pPr marL="0" indent="0">
              <a:buNone/>
              <a:defRPr sz="1400" b="0" baseline="0"/>
            </a:lvl1pPr>
            <a:lvl2pPr>
              <a:defRPr sz="1600"/>
            </a:lvl2pPr>
            <a:lvl3pPr>
              <a:defRPr sz="1400"/>
            </a:lvl3pPr>
            <a:lvl4pPr>
              <a:defRPr sz="1200"/>
            </a:lvl4pPr>
            <a:lvl5pPr>
              <a:defRPr sz="1200"/>
            </a:lvl5pPr>
          </a:lstStyle>
          <a:p>
            <a:pPr lvl="0"/>
            <a:r>
              <a:rPr lang="en-US" dirty="0" smtClean="0"/>
              <a:t>Brief sentence about the team member.</a:t>
            </a:r>
          </a:p>
        </p:txBody>
      </p:sp>
      <p:sp>
        <p:nvSpPr>
          <p:cNvPr id="34" name="Text Placeholder 24"/>
          <p:cNvSpPr>
            <a:spLocks noGrp="1"/>
          </p:cNvSpPr>
          <p:nvPr>
            <p:ph type="body" sz="quarter" idx="25" hasCustomPrompt="1"/>
          </p:nvPr>
        </p:nvSpPr>
        <p:spPr>
          <a:xfrm>
            <a:off x="6377140" y="1275607"/>
            <a:ext cx="2440583" cy="288032"/>
          </a:xfrm>
          <a:prstGeom prst="rect">
            <a:avLst/>
          </a:prstGeom>
        </p:spPr>
        <p:txBody>
          <a:bodyPr>
            <a:noAutofit/>
          </a:bodyPr>
          <a:lstStyle>
            <a:lvl1pPr marL="0" indent="0">
              <a:buNone/>
              <a:defRPr sz="1400" b="1" baseline="0">
                <a:solidFill>
                  <a:schemeClr val="accent2"/>
                </a:solidFill>
              </a:defRPr>
            </a:lvl1pPr>
            <a:lvl2pPr>
              <a:defRPr sz="1600"/>
            </a:lvl2pPr>
            <a:lvl3pPr>
              <a:defRPr sz="1400"/>
            </a:lvl3pPr>
            <a:lvl4pPr>
              <a:defRPr sz="1200"/>
            </a:lvl4pPr>
            <a:lvl5pPr>
              <a:defRPr sz="1200"/>
            </a:lvl5pPr>
          </a:lstStyle>
          <a:p>
            <a:pPr lvl="0"/>
            <a:r>
              <a:rPr lang="en-US" dirty="0" smtClean="0"/>
              <a:t>Name</a:t>
            </a:r>
          </a:p>
        </p:txBody>
      </p:sp>
      <p:sp>
        <p:nvSpPr>
          <p:cNvPr id="35" name="Text Placeholder 24"/>
          <p:cNvSpPr>
            <a:spLocks noGrp="1"/>
          </p:cNvSpPr>
          <p:nvPr>
            <p:ph type="body" sz="quarter" idx="26" hasCustomPrompt="1"/>
          </p:nvPr>
        </p:nvSpPr>
        <p:spPr>
          <a:xfrm>
            <a:off x="6377140" y="1563639"/>
            <a:ext cx="2440583" cy="288032"/>
          </a:xfrm>
          <a:prstGeom prst="rect">
            <a:avLst/>
          </a:prstGeom>
        </p:spPr>
        <p:txBody>
          <a:bodyPr>
            <a:noAutofit/>
          </a:bodyPr>
          <a:lstStyle>
            <a:lvl1pPr marL="0" indent="0">
              <a:buNone/>
              <a:defRPr sz="1400" b="0" baseline="0">
                <a:solidFill>
                  <a:schemeClr val="accent2"/>
                </a:solidFill>
              </a:defRPr>
            </a:lvl1pPr>
            <a:lvl2pPr>
              <a:defRPr sz="1600"/>
            </a:lvl2pPr>
            <a:lvl3pPr>
              <a:defRPr sz="1400"/>
            </a:lvl3pPr>
            <a:lvl4pPr>
              <a:defRPr sz="1200"/>
            </a:lvl4pPr>
            <a:lvl5pPr>
              <a:defRPr sz="1200"/>
            </a:lvl5pPr>
          </a:lstStyle>
          <a:p>
            <a:pPr lvl="0"/>
            <a:r>
              <a:rPr lang="en-US" dirty="0" smtClean="0"/>
              <a:t>Title</a:t>
            </a:r>
          </a:p>
        </p:txBody>
      </p:sp>
      <p:sp>
        <p:nvSpPr>
          <p:cNvPr id="36" name="Picture Placeholder 11"/>
          <p:cNvSpPr>
            <a:spLocks noGrp="1"/>
          </p:cNvSpPr>
          <p:nvPr>
            <p:ph type="pic" sz="quarter" idx="31"/>
          </p:nvPr>
        </p:nvSpPr>
        <p:spPr>
          <a:xfrm>
            <a:off x="4783885" y="3003551"/>
            <a:ext cx="1440855" cy="1439862"/>
          </a:xfrm>
          <a:prstGeom prst="rect">
            <a:avLst/>
          </a:prstGeom>
        </p:spPr>
        <p:txBody>
          <a:bodyPr>
            <a:normAutofit/>
          </a:bodyPr>
          <a:lstStyle>
            <a:lvl1pPr marL="0" indent="0">
              <a:buNone/>
              <a:defRPr sz="1000"/>
            </a:lvl1pPr>
          </a:lstStyle>
          <a:p>
            <a:r>
              <a:rPr lang="en-US" smtClean="0"/>
              <a:t>Click icon to add picture</a:t>
            </a:r>
            <a:endParaRPr lang="en-GB" dirty="0"/>
          </a:p>
        </p:txBody>
      </p:sp>
      <p:sp>
        <p:nvSpPr>
          <p:cNvPr id="37" name="Rectangle 36"/>
          <p:cNvSpPr/>
          <p:nvPr userDrawn="1"/>
        </p:nvSpPr>
        <p:spPr>
          <a:xfrm>
            <a:off x="6224738" y="3003254"/>
            <a:ext cx="2736304" cy="1440160"/>
          </a:xfrm>
          <a:prstGeom prst="rect">
            <a:avLst/>
          </a:prstGeom>
          <a:solidFill>
            <a:srgbClr val="D4E7F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Text Placeholder 24"/>
          <p:cNvSpPr>
            <a:spLocks noGrp="1"/>
          </p:cNvSpPr>
          <p:nvPr>
            <p:ph type="body" sz="quarter" idx="32" hasCustomPrompt="1"/>
          </p:nvPr>
        </p:nvSpPr>
        <p:spPr>
          <a:xfrm>
            <a:off x="6377140" y="3723333"/>
            <a:ext cx="2440583" cy="576064"/>
          </a:xfrm>
          <a:prstGeom prst="rect">
            <a:avLst/>
          </a:prstGeom>
        </p:spPr>
        <p:txBody>
          <a:bodyPr>
            <a:noAutofit/>
          </a:bodyPr>
          <a:lstStyle>
            <a:lvl1pPr marL="0" indent="0">
              <a:buNone/>
              <a:defRPr sz="1400" b="0" baseline="0"/>
            </a:lvl1pPr>
            <a:lvl2pPr>
              <a:defRPr sz="1600"/>
            </a:lvl2pPr>
            <a:lvl3pPr>
              <a:defRPr sz="1400"/>
            </a:lvl3pPr>
            <a:lvl4pPr>
              <a:defRPr sz="1200"/>
            </a:lvl4pPr>
            <a:lvl5pPr>
              <a:defRPr sz="1200"/>
            </a:lvl5pPr>
          </a:lstStyle>
          <a:p>
            <a:pPr lvl="0"/>
            <a:r>
              <a:rPr lang="en-US" dirty="0" smtClean="0"/>
              <a:t>Brief sentence about the team member.</a:t>
            </a:r>
          </a:p>
        </p:txBody>
      </p:sp>
      <p:sp>
        <p:nvSpPr>
          <p:cNvPr id="39" name="Text Placeholder 24"/>
          <p:cNvSpPr>
            <a:spLocks noGrp="1"/>
          </p:cNvSpPr>
          <p:nvPr>
            <p:ph type="body" sz="quarter" idx="33" hasCustomPrompt="1"/>
          </p:nvPr>
        </p:nvSpPr>
        <p:spPr>
          <a:xfrm>
            <a:off x="6377140" y="3147270"/>
            <a:ext cx="2440583" cy="288032"/>
          </a:xfrm>
          <a:prstGeom prst="rect">
            <a:avLst/>
          </a:prstGeom>
        </p:spPr>
        <p:txBody>
          <a:bodyPr>
            <a:noAutofit/>
          </a:bodyPr>
          <a:lstStyle>
            <a:lvl1pPr marL="0" indent="0">
              <a:buNone/>
              <a:defRPr sz="1400" b="1" baseline="0">
                <a:solidFill>
                  <a:schemeClr val="accent2"/>
                </a:solidFill>
              </a:defRPr>
            </a:lvl1pPr>
            <a:lvl2pPr>
              <a:defRPr sz="1600"/>
            </a:lvl2pPr>
            <a:lvl3pPr>
              <a:defRPr sz="1400"/>
            </a:lvl3pPr>
            <a:lvl4pPr>
              <a:defRPr sz="1200"/>
            </a:lvl4pPr>
            <a:lvl5pPr>
              <a:defRPr sz="1200"/>
            </a:lvl5pPr>
          </a:lstStyle>
          <a:p>
            <a:pPr lvl="0"/>
            <a:r>
              <a:rPr lang="en-US" dirty="0" smtClean="0"/>
              <a:t>Name</a:t>
            </a:r>
          </a:p>
        </p:txBody>
      </p:sp>
      <p:sp>
        <p:nvSpPr>
          <p:cNvPr id="40" name="Text Placeholder 24"/>
          <p:cNvSpPr>
            <a:spLocks noGrp="1"/>
          </p:cNvSpPr>
          <p:nvPr>
            <p:ph type="body" sz="quarter" idx="34" hasCustomPrompt="1"/>
          </p:nvPr>
        </p:nvSpPr>
        <p:spPr>
          <a:xfrm>
            <a:off x="6377140" y="3435301"/>
            <a:ext cx="2440583" cy="288032"/>
          </a:xfrm>
          <a:prstGeom prst="rect">
            <a:avLst/>
          </a:prstGeom>
        </p:spPr>
        <p:txBody>
          <a:bodyPr>
            <a:noAutofit/>
          </a:bodyPr>
          <a:lstStyle>
            <a:lvl1pPr marL="0" indent="0">
              <a:buNone/>
              <a:defRPr sz="1400" b="0" baseline="0">
                <a:solidFill>
                  <a:schemeClr val="accent2"/>
                </a:solidFill>
              </a:defRPr>
            </a:lvl1pPr>
            <a:lvl2pPr>
              <a:defRPr sz="1600"/>
            </a:lvl2pPr>
            <a:lvl3pPr>
              <a:defRPr sz="1400"/>
            </a:lvl3pPr>
            <a:lvl4pPr>
              <a:defRPr sz="1200"/>
            </a:lvl4pPr>
            <a:lvl5pPr>
              <a:defRPr sz="1200"/>
            </a:lvl5pPr>
          </a:lstStyle>
          <a:p>
            <a:pPr lvl="0"/>
            <a:r>
              <a:rPr lang="en-US" dirty="0" smtClean="0"/>
              <a:t>Title</a:t>
            </a:r>
          </a:p>
        </p:txBody>
      </p:sp>
      <p:pic>
        <p:nvPicPr>
          <p:cNvPr id="27" name="Picture 26"/>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037275" y="4512129"/>
            <a:ext cx="1014197" cy="527667"/>
          </a:xfrm>
          <a:prstGeom prst="rect">
            <a:avLst/>
          </a:prstGeom>
        </p:spPr>
      </p:pic>
    </p:spTree>
    <p:extLst>
      <p:ext uri="{BB962C8B-B14F-4D97-AF65-F5344CB8AC3E}">
        <p14:creationId xmlns:p14="http://schemas.microsoft.com/office/powerpoint/2010/main" val="2984922259"/>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lank Slide">
    <p:spTree>
      <p:nvGrpSpPr>
        <p:cNvPr id="1" name=""/>
        <p:cNvGrpSpPr/>
        <p:nvPr/>
      </p:nvGrpSpPr>
      <p:grpSpPr>
        <a:xfrm>
          <a:off x="0" y="0"/>
          <a:ext cx="0" cy="0"/>
          <a:chOff x="0" y="0"/>
          <a:chExt cx="0" cy="0"/>
        </a:xfrm>
      </p:grpSpPr>
      <p:pic>
        <p:nvPicPr>
          <p:cNvPr id="4" name="Picture 3"/>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037275" y="4512129"/>
            <a:ext cx="1014197" cy="527667"/>
          </a:xfrm>
          <a:prstGeom prst="rect">
            <a:avLst/>
          </a:prstGeom>
        </p:spPr>
      </p:pic>
    </p:spTree>
    <p:extLst>
      <p:ext uri="{BB962C8B-B14F-4D97-AF65-F5344CB8AC3E}">
        <p14:creationId xmlns:p14="http://schemas.microsoft.com/office/powerpoint/2010/main" val="1216296014"/>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Questions and Answers Slide">
    <p:spTree>
      <p:nvGrpSpPr>
        <p:cNvPr id="1" name=""/>
        <p:cNvGrpSpPr/>
        <p:nvPr/>
      </p:nvGrpSpPr>
      <p:grpSpPr>
        <a:xfrm>
          <a:off x="0" y="0"/>
          <a:ext cx="0" cy="0"/>
          <a:chOff x="0" y="0"/>
          <a:chExt cx="0" cy="0"/>
        </a:xfrm>
      </p:grpSpPr>
      <p:sp>
        <p:nvSpPr>
          <p:cNvPr id="2" name="Rectangle 1"/>
          <p:cNvSpPr/>
          <p:nvPr userDrawn="1"/>
        </p:nvSpPr>
        <p:spPr>
          <a:xfrm>
            <a:off x="0" y="185739"/>
            <a:ext cx="8964488" cy="424497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 name="Rounded Rectangle 3"/>
          <p:cNvSpPr/>
          <p:nvPr userDrawn="1"/>
        </p:nvSpPr>
        <p:spPr>
          <a:xfrm>
            <a:off x="7499355" y="411510"/>
            <a:ext cx="1008112" cy="378042"/>
          </a:xfrm>
          <a:prstGeom prst="roundRect">
            <a:avLst/>
          </a:prstGeom>
          <a:no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 name="Rounded Rectangle 5"/>
          <p:cNvSpPr/>
          <p:nvPr userDrawn="1"/>
        </p:nvSpPr>
        <p:spPr>
          <a:xfrm>
            <a:off x="1043608" y="519522"/>
            <a:ext cx="6768752" cy="3204356"/>
          </a:xfrm>
          <a:prstGeom prst="roundRect">
            <a:avLst>
              <a:gd name="adj" fmla="val 5265"/>
            </a:avLst>
          </a:prstGeom>
          <a:noFill/>
          <a:ln w="1270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Rounded Rectangle 7"/>
          <p:cNvSpPr/>
          <p:nvPr userDrawn="1"/>
        </p:nvSpPr>
        <p:spPr>
          <a:xfrm>
            <a:off x="467544" y="681540"/>
            <a:ext cx="6840761" cy="3402378"/>
          </a:xfrm>
          <a:prstGeom prst="roundRect">
            <a:avLst>
              <a:gd name="adj" fmla="val 4373"/>
            </a:avLst>
          </a:prstGeom>
          <a:no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TextBox 8"/>
          <p:cNvSpPr txBox="1"/>
          <p:nvPr userDrawn="1"/>
        </p:nvSpPr>
        <p:spPr>
          <a:xfrm>
            <a:off x="1331640" y="1492250"/>
            <a:ext cx="5760640" cy="1938992"/>
          </a:xfrm>
          <a:prstGeom prst="rect">
            <a:avLst/>
          </a:prstGeom>
          <a:noFill/>
        </p:spPr>
        <p:txBody>
          <a:bodyPr wrap="square" rtlCol="0">
            <a:spAutoFit/>
          </a:bodyPr>
          <a:lstStyle/>
          <a:p>
            <a:r>
              <a:rPr kumimoji="0" lang="en-US" sz="6000" b="0" i="0" u="none" strike="noStrike" kern="1200" cap="none" spc="0" normalizeH="0" baseline="0" noProof="0" dirty="0" smtClean="0">
                <a:ln>
                  <a:noFill/>
                </a:ln>
                <a:solidFill>
                  <a:schemeClr val="bg1"/>
                </a:solidFill>
                <a:effectLst/>
                <a:uLnTx/>
                <a:uFillTx/>
                <a:latin typeface="+mn-lt"/>
              </a:rPr>
              <a:t>Questions </a:t>
            </a:r>
          </a:p>
          <a:p>
            <a:r>
              <a:rPr kumimoji="0" lang="en-US" sz="6000" b="0" i="0" u="none" strike="noStrike" kern="1200" cap="none" spc="0" normalizeH="0" baseline="0" noProof="0" dirty="0" smtClean="0">
                <a:ln>
                  <a:noFill/>
                </a:ln>
                <a:solidFill>
                  <a:schemeClr val="bg1"/>
                </a:solidFill>
                <a:effectLst/>
                <a:uLnTx/>
                <a:uFillTx/>
                <a:latin typeface="+mn-lt"/>
              </a:rPr>
              <a:t>and answers?</a:t>
            </a:r>
          </a:p>
        </p:txBody>
      </p:sp>
      <p:pic>
        <p:nvPicPr>
          <p:cNvPr id="10" name="Picture 9"/>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037275" y="4512129"/>
            <a:ext cx="1014197" cy="527667"/>
          </a:xfrm>
          <a:prstGeom prst="rect">
            <a:avLst/>
          </a:prstGeom>
        </p:spPr>
      </p:pic>
    </p:spTree>
    <p:extLst>
      <p:ext uri="{BB962C8B-B14F-4D97-AF65-F5344CB8AC3E}">
        <p14:creationId xmlns:p14="http://schemas.microsoft.com/office/powerpoint/2010/main" val="1953630616"/>
      </p:ext>
    </p:extLst>
  </p:cSld>
  <p:clrMapOvr>
    <a:masterClrMapping/>
  </p:clrMapOvr>
  <p:timing>
    <p:tnLst>
      <p:par>
        <p:cTn id="1" dur="indefinite" restart="never" nodeType="tmRoot"/>
      </p:par>
    </p:tnLst>
  </p:timing>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Closing Slide">
    <p:spTree>
      <p:nvGrpSpPr>
        <p:cNvPr id="1" name=""/>
        <p:cNvGrpSpPr/>
        <p:nvPr/>
      </p:nvGrpSpPr>
      <p:grpSpPr>
        <a:xfrm>
          <a:off x="0" y="0"/>
          <a:ext cx="0" cy="0"/>
          <a:chOff x="0" y="0"/>
          <a:chExt cx="0" cy="0"/>
        </a:xfrm>
      </p:grpSpPr>
      <p:sp>
        <p:nvSpPr>
          <p:cNvPr id="4" name="Rectangle 3"/>
          <p:cNvSpPr/>
          <p:nvPr userDrawn="1"/>
        </p:nvSpPr>
        <p:spPr>
          <a:xfrm>
            <a:off x="-1" y="185738"/>
            <a:ext cx="8969375" cy="4244975"/>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 name="TextBox 2"/>
          <p:cNvSpPr txBox="1"/>
          <p:nvPr userDrawn="1"/>
        </p:nvSpPr>
        <p:spPr>
          <a:xfrm>
            <a:off x="1058236" y="987573"/>
            <a:ext cx="5760640" cy="2123658"/>
          </a:xfrm>
          <a:prstGeom prst="rect">
            <a:avLst/>
          </a:prstGeom>
          <a:noFill/>
        </p:spPr>
        <p:txBody>
          <a:bodyPr wrap="square" rtlCol="0">
            <a:spAutoFit/>
          </a:bodyPr>
          <a:lstStyle/>
          <a:p>
            <a:r>
              <a:rPr kumimoji="0" lang="en-US" sz="4400" b="0" i="0" u="none" strike="noStrike" kern="1200" cap="none" spc="0" normalizeH="0" baseline="0" noProof="0" dirty="0" smtClean="0">
                <a:ln>
                  <a:noFill/>
                </a:ln>
                <a:solidFill>
                  <a:schemeClr val="bg1"/>
                </a:solidFill>
                <a:effectLst/>
                <a:uLnTx/>
                <a:uFillTx/>
                <a:latin typeface="+mn-lt"/>
              </a:rPr>
              <a:t>Thank you</a:t>
            </a:r>
            <a:br>
              <a:rPr kumimoji="0" lang="en-US" sz="4400" b="0" i="0" u="none" strike="noStrike" kern="1200" cap="none" spc="0" normalizeH="0" baseline="0" noProof="0" dirty="0" smtClean="0">
                <a:ln>
                  <a:noFill/>
                </a:ln>
                <a:solidFill>
                  <a:schemeClr val="bg1"/>
                </a:solidFill>
                <a:effectLst/>
                <a:uLnTx/>
                <a:uFillTx/>
                <a:latin typeface="+mn-lt"/>
              </a:rPr>
            </a:br>
            <a:r>
              <a:rPr kumimoji="0" lang="en-US" sz="4400" b="0" i="0" u="none" strike="noStrike" kern="1200" cap="none" spc="0" normalizeH="0" baseline="0" noProof="0" dirty="0" smtClean="0">
                <a:ln>
                  <a:noFill/>
                </a:ln>
                <a:solidFill>
                  <a:schemeClr val="bg1"/>
                </a:solidFill>
                <a:effectLst/>
                <a:uLnTx/>
                <a:uFillTx/>
                <a:latin typeface="+mn-lt"/>
              </a:rPr>
              <a:t>for your time</a:t>
            </a:r>
            <a:br>
              <a:rPr kumimoji="0" lang="en-US" sz="4400" b="0" i="0" u="none" strike="noStrike" kern="1200" cap="none" spc="0" normalizeH="0" baseline="0" noProof="0" dirty="0" smtClean="0">
                <a:ln>
                  <a:noFill/>
                </a:ln>
                <a:solidFill>
                  <a:schemeClr val="bg1"/>
                </a:solidFill>
                <a:effectLst/>
                <a:uLnTx/>
                <a:uFillTx/>
                <a:latin typeface="+mn-lt"/>
              </a:rPr>
            </a:br>
            <a:r>
              <a:rPr kumimoji="0" lang="en-US" sz="4400" b="0" i="0" u="none" strike="noStrike" kern="1200" cap="none" spc="0" normalizeH="0" baseline="0" noProof="0" dirty="0" smtClean="0">
                <a:ln>
                  <a:noFill/>
                </a:ln>
                <a:solidFill>
                  <a:schemeClr val="bg1"/>
                </a:solidFill>
                <a:effectLst/>
                <a:uLnTx/>
                <a:uFillTx/>
                <a:latin typeface="+mn-lt"/>
              </a:rPr>
              <a:t>and attention</a:t>
            </a:r>
          </a:p>
        </p:txBody>
      </p:sp>
      <p:sp>
        <p:nvSpPr>
          <p:cNvPr id="9" name="Rounded Rectangle 8"/>
          <p:cNvSpPr/>
          <p:nvPr userDrawn="1"/>
        </p:nvSpPr>
        <p:spPr>
          <a:xfrm>
            <a:off x="6156176" y="3651870"/>
            <a:ext cx="1296144" cy="378042"/>
          </a:xfrm>
          <a:prstGeom prst="roundRect">
            <a:avLst/>
          </a:prstGeom>
          <a:no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Rounded Rectangle 11"/>
          <p:cNvSpPr/>
          <p:nvPr userDrawn="1"/>
        </p:nvSpPr>
        <p:spPr>
          <a:xfrm>
            <a:off x="539552" y="514231"/>
            <a:ext cx="5904656" cy="3326660"/>
          </a:xfrm>
          <a:prstGeom prst="roundRect">
            <a:avLst>
              <a:gd name="adj" fmla="val 2780"/>
            </a:avLst>
          </a:prstGeom>
          <a:noFill/>
          <a:ln w="1270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Rounded Rectangle 12"/>
          <p:cNvSpPr/>
          <p:nvPr userDrawn="1"/>
        </p:nvSpPr>
        <p:spPr>
          <a:xfrm>
            <a:off x="858961" y="303498"/>
            <a:ext cx="7385449" cy="2988332"/>
          </a:xfrm>
          <a:prstGeom prst="roundRect">
            <a:avLst>
              <a:gd name="adj" fmla="val 3903"/>
            </a:avLst>
          </a:prstGeom>
          <a:no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10" name="Picture 9"/>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037275" y="4512129"/>
            <a:ext cx="1014197" cy="527667"/>
          </a:xfrm>
          <a:prstGeom prst="rect">
            <a:avLst/>
          </a:prstGeom>
        </p:spPr>
      </p:pic>
    </p:spTree>
    <p:extLst>
      <p:ext uri="{BB962C8B-B14F-4D97-AF65-F5344CB8AC3E}">
        <p14:creationId xmlns:p14="http://schemas.microsoft.com/office/powerpoint/2010/main" val="3312317355"/>
      </p:ext>
    </p:extLst>
  </p:cSld>
  <p:clrMapOvr>
    <a:masterClrMapping/>
  </p:clrMapOvr>
  <p:timing>
    <p:tnLst>
      <p:par>
        <p:cTn id="1" dur="indefinite" restart="never" nodeType="tmRoot"/>
      </p:par>
    </p:tnLst>
  </p:timing>
</p:sldLayout>
</file>

<file path=ppt/slideLayouts/slideLayout21.xml><?xml version="1.0" encoding="utf-8"?>
<p:sldLayout xmlns:a="http://schemas.openxmlformats.org/drawingml/2006/main" xmlns:r="http://schemas.openxmlformats.org/officeDocument/2006/relationships" xmlns:p="http://schemas.openxmlformats.org/presentationml/2006/main" userDrawn="1">
  <p:cSld name="2_RSM Title Slide">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457200" y="3651870"/>
            <a:ext cx="8229600" cy="540060"/>
          </a:xfrm>
          <a:prstGeom prst="rect">
            <a:avLst/>
          </a:prstGeom>
        </p:spPr>
        <p:txBody>
          <a:bodyPr>
            <a:noAutofit/>
          </a:bodyPr>
          <a:lstStyle>
            <a:lvl1pPr algn="l">
              <a:defRPr sz="2800" b="0" i="0" cap="all" baseline="0">
                <a:solidFill>
                  <a:schemeClr val="accent2"/>
                </a:solidFill>
              </a:defRPr>
            </a:lvl1pPr>
          </a:lstStyle>
          <a:p>
            <a:r>
              <a:rPr lang="en-US" dirty="0" smtClean="0"/>
              <a:t>Click to edit heading – 28pt</a:t>
            </a:r>
            <a:endParaRPr lang="en-GB" dirty="0"/>
          </a:p>
        </p:txBody>
      </p:sp>
      <p:sp>
        <p:nvSpPr>
          <p:cNvPr id="8" name="Text Placeholder 7"/>
          <p:cNvSpPr>
            <a:spLocks noGrp="1"/>
          </p:cNvSpPr>
          <p:nvPr>
            <p:ph type="body" sz="quarter" idx="10" hasCustomPrompt="1"/>
          </p:nvPr>
        </p:nvSpPr>
        <p:spPr>
          <a:xfrm>
            <a:off x="468313" y="4245770"/>
            <a:ext cx="5543550" cy="342205"/>
          </a:xfrm>
          <a:prstGeom prst="rect">
            <a:avLst/>
          </a:prstGeom>
        </p:spPr>
        <p:txBody>
          <a:bodyPr>
            <a:noAutofit/>
          </a:bodyPr>
          <a:lstStyle>
            <a:lvl1pPr marL="0" indent="0">
              <a:buNone/>
              <a:defRPr sz="2000" baseline="0"/>
            </a:lvl1pPr>
          </a:lstStyle>
          <a:p>
            <a:pPr lvl="0"/>
            <a:r>
              <a:rPr lang="en-US" dirty="0" smtClean="0"/>
              <a:t>Click to edit subheading – 20pt</a:t>
            </a:r>
          </a:p>
        </p:txBody>
      </p:sp>
      <p:sp>
        <p:nvSpPr>
          <p:cNvPr id="10" name="Picture Placeholder 9"/>
          <p:cNvSpPr>
            <a:spLocks noGrp="1"/>
          </p:cNvSpPr>
          <p:nvPr>
            <p:ph type="pic" sz="quarter" idx="11"/>
          </p:nvPr>
        </p:nvSpPr>
        <p:spPr>
          <a:xfrm>
            <a:off x="0" y="195487"/>
            <a:ext cx="8964488" cy="3294236"/>
          </a:xfrm>
          <a:prstGeom prst="rect">
            <a:avLst/>
          </a:prstGeom>
        </p:spPr>
        <p:txBody>
          <a:bodyPr/>
          <a:lstStyle/>
          <a:p>
            <a:r>
              <a:rPr lang="en-US" smtClean="0"/>
              <a:t>Click icon to add picture</a:t>
            </a:r>
            <a:endParaRPr lang="en-GB"/>
          </a:p>
        </p:txBody>
      </p:sp>
      <p:pic>
        <p:nvPicPr>
          <p:cNvPr id="6" name="Picture 5"/>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037275" y="4512129"/>
            <a:ext cx="1014197" cy="527667"/>
          </a:xfrm>
          <a:prstGeom prst="rect">
            <a:avLst/>
          </a:prstGeom>
        </p:spPr>
      </p:pic>
    </p:spTree>
    <p:extLst>
      <p:ext uri="{BB962C8B-B14F-4D97-AF65-F5344CB8AC3E}">
        <p14:creationId xmlns:p14="http://schemas.microsoft.com/office/powerpoint/2010/main" val="2736811641"/>
      </p:ext>
    </p:extLst>
  </p:cSld>
  <p:clrMapOvr>
    <a:masterClrMapping/>
  </p:clrMapOvr>
  <p:timing>
    <p:tnLst>
      <p:par>
        <p:cTn id="1" dur="indefinite" restart="never" nodeType="tmRoot"/>
      </p:par>
    </p:tnLst>
  </p:timing>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924480884"/>
      </p:ext>
    </p:extLst>
  </p:cSld>
  <p:clrMap bg1="lt1" tx1="dk1" bg2="lt2" tx2="dk2" accent1="accent1" accent2="accent2" accent3="accent3" accent4="accent4" accent5="accent5" accent6="accent6" hlink="hlink" folHlink="folHlink"/>
  <p:sldLayoutIdLst>
    <p:sldLayoutId id="2147483663" r:id="rId1"/>
    <p:sldLayoutId id="2147483654" r:id="rId2"/>
    <p:sldLayoutId id="2147483679" r:id="rId3"/>
    <p:sldLayoutId id="2147483667" r:id="rId4"/>
    <p:sldLayoutId id="2147483680" r:id="rId5"/>
    <p:sldLayoutId id="2147483676" r:id="rId6"/>
    <p:sldLayoutId id="2147483664" r:id="rId7"/>
    <p:sldLayoutId id="2147483665" r:id="rId8"/>
    <p:sldLayoutId id="2147483656" r:id="rId9"/>
    <p:sldLayoutId id="2147483661" r:id="rId10"/>
    <p:sldLayoutId id="2147483660" r:id="rId11"/>
    <p:sldLayoutId id="2147483674" r:id="rId12"/>
    <p:sldLayoutId id="2147483668" r:id="rId13"/>
    <p:sldLayoutId id="2147483669" r:id="rId14"/>
    <p:sldLayoutId id="2147483670" r:id="rId15"/>
    <p:sldLayoutId id="2147483675" r:id="rId16"/>
    <p:sldLayoutId id="2147483678" r:id="rId17"/>
    <p:sldLayoutId id="2147483677" r:id="rId18"/>
    <p:sldLayoutId id="2147483671" r:id="rId19"/>
    <p:sldLayoutId id="2147483672" r:id="rId20"/>
    <p:sldLayoutId id="2147483681" r:id="rId21"/>
  </p:sldLayoutIdLst>
  <p:timing>
    <p:tnLst>
      <p:par>
        <p:cTn id="1" dur="indefinite" restart="never" nodeType="tmRoot"/>
      </p:par>
    </p:tnLst>
  </p:timing>
  <p:hf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diagramLayout" Target="../diagrams/layout1.xml"/><Relationship Id="rId7" Type="http://schemas.openxmlformats.org/officeDocument/2006/relationships/image" Target="../media/image4.jpeg"/><Relationship Id="rId2" Type="http://schemas.openxmlformats.org/officeDocument/2006/relationships/diagramData" Target="../diagrams/data1.xml"/><Relationship Id="rId1" Type="http://schemas.openxmlformats.org/officeDocument/2006/relationships/slideLayout" Target="../slideLayouts/slideLayout14.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3.xml.rels><?xml version="1.0" encoding="UTF-8" standalone="yes"?>
<Relationships xmlns="http://schemas.openxmlformats.org/package/2006/relationships"><Relationship Id="rId8" Type="http://schemas.microsoft.com/office/2007/relationships/hdphoto" Target="../media/hdphoto2.wdp"/><Relationship Id="rId3" Type="http://schemas.openxmlformats.org/officeDocument/2006/relationships/image" Target="../media/image6.jpeg"/><Relationship Id="rId7" Type="http://schemas.openxmlformats.org/officeDocument/2006/relationships/image" Target="../media/image8.png"/><Relationship Id="rId2" Type="http://schemas.openxmlformats.org/officeDocument/2006/relationships/image" Target="../media/image5.jpeg"/><Relationship Id="rId1" Type="http://schemas.openxmlformats.org/officeDocument/2006/relationships/slideLayout" Target="../slideLayouts/slideLayout14.xml"/><Relationship Id="rId6" Type="http://schemas.openxmlformats.org/officeDocument/2006/relationships/hyperlink" Target="http://www.google.co.uk/url?sa=i&amp;rct=j&amp;q=&amp;esrc=s&amp;frm=1&amp;source=images&amp;cd=&amp;cad=rja&amp;uact=8&amp;docid=PbLkAV8GE-iUXM&amp;tbnid=vkEC8c3eeFUIOM:&amp;ved=0CAUQjRw&amp;url=http://geekyfanboy.blogspot.com/2014/01/moving-in-day-7-internet-pga.html&amp;ei=r-6KU9L8Ic6a0QWf-ICIAg&amp;bvm=bv.67720277,d.ZWU&amp;psig=AFQjCNENEDj16G5sPZQsAVEhuTK5snBBnw&amp;ust=1401700289108580" TargetMode="External"/><Relationship Id="rId5" Type="http://schemas.microsoft.com/office/2007/relationships/hdphoto" Target="../media/hdphoto1.wdp"/><Relationship Id="rId4" Type="http://schemas.openxmlformats.org/officeDocument/2006/relationships/image" Target="../media/image7.jpeg"/><Relationship Id="rId9" Type="http://schemas.openxmlformats.org/officeDocument/2006/relationships/image" Target="../media/image9.wmf"/></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4.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8.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8.xml"/></Relationships>
</file>

<file path=ppt/slides/_rels/slide8.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14.xml"/></Relationships>
</file>

<file path=ppt/slides/_rels/slide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6.xml"/><Relationship Id="rId1" Type="http://schemas.openxmlformats.org/officeDocument/2006/relationships/slideLayout" Target="../slideLayouts/slideLayout12.xml"/></Relationships>
</file>

<file path=ppt/slides/_rels/slide10.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7.xml"/><Relationship Id="rId1" Type="http://schemas.openxmlformats.org/officeDocument/2006/relationships/slideLayout" Target="../slideLayouts/slideLayout1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380591974"/>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p:cNvSpPr>
            <a:spLocks noGrp="1"/>
          </p:cNvSpPr>
          <p:nvPr>
            <p:ph type="body" sz="quarter" idx="13"/>
          </p:nvPr>
        </p:nvSpPr>
        <p:spPr/>
        <p:txBody>
          <a:bodyPr/>
          <a:lstStyle/>
          <a:p>
            <a:r>
              <a:rPr lang="en-GB" dirty="0" smtClean="0"/>
              <a:t>Roger Lovis</a:t>
            </a:r>
            <a:endParaRPr lang="en-GB" dirty="0"/>
          </a:p>
        </p:txBody>
      </p:sp>
      <p:graphicFrame>
        <p:nvGraphicFramePr>
          <p:cNvPr id="29" name="Diagram 28"/>
          <p:cNvGraphicFramePr/>
          <p:nvPr>
            <p:extLst>
              <p:ext uri="{D42A27DB-BD31-4B8C-83A1-F6EECF244321}">
                <p14:modId xmlns:p14="http://schemas.microsoft.com/office/powerpoint/2010/main" val="67361087"/>
              </p:ext>
            </p:extLst>
          </p:nvPr>
        </p:nvGraphicFramePr>
        <p:xfrm>
          <a:off x="3649113" y="872042"/>
          <a:ext cx="4995918" cy="406762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1" name="Text Placeholder 5"/>
          <p:cNvSpPr>
            <a:spLocks noGrp="1"/>
          </p:cNvSpPr>
          <p:nvPr>
            <p:ph type="body" sz="quarter" idx="14"/>
          </p:nvPr>
        </p:nvSpPr>
        <p:spPr>
          <a:xfrm>
            <a:off x="866775" y="2877503"/>
            <a:ext cx="1967865" cy="810203"/>
          </a:xfrm>
          <a:ln>
            <a:noFill/>
          </a:ln>
        </p:spPr>
        <p:txBody>
          <a:bodyPr/>
          <a:lstStyle/>
          <a:p>
            <a:r>
              <a:rPr lang="en-US" sz="1000" b="1" dirty="0" smtClean="0">
                <a:solidFill>
                  <a:schemeClr val="accent1"/>
                </a:solidFill>
              </a:rPr>
              <a:t>Roger Lovis</a:t>
            </a:r>
          </a:p>
          <a:p>
            <a:r>
              <a:rPr lang="en-US" sz="1000" b="1" dirty="0" smtClean="0">
                <a:solidFill>
                  <a:schemeClr val="accent1"/>
                </a:solidFill>
              </a:rPr>
              <a:t>Associé, Technology Consulting</a:t>
            </a:r>
          </a:p>
          <a:p>
            <a:r>
              <a:rPr lang="en-US" sz="1000" b="1" dirty="0" smtClean="0">
                <a:solidFill>
                  <a:schemeClr val="accent1"/>
                </a:solidFill>
              </a:rPr>
              <a:t>roger.lovis@rsmuk.com</a:t>
            </a:r>
          </a:p>
          <a:p>
            <a:r>
              <a:rPr lang="en-US" sz="1000" b="1" dirty="0" smtClean="0">
                <a:solidFill>
                  <a:schemeClr val="accent1"/>
                </a:solidFill>
              </a:rPr>
              <a:t>T : (0)7976 855126</a:t>
            </a:r>
          </a:p>
        </p:txBody>
      </p:sp>
      <p:pic>
        <p:nvPicPr>
          <p:cNvPr id="3" name="Picture 2"/>
          <p:cNvPicPr>
            <a:picLocks noChangeAspect="1"/>
          </p:cNvPicPr>
          <p:nvPr/>
        </p:nvPicPr>
        <p:blipFill rotWithShape="1">
          <a:blip r:embed="rId7" cstate="print">
            <a:extLst>
              <a:ext uri="{28A0092B-C50C-407E-A947-70E740481C1C}">
                <a14:useLocalDpi xmlns:a14="http://schemas.microsoft.com/office/drawing/2010/main" val="0"/>
              </a:ext>
            </a:extLst>
          </a:blip>
          <a:srcRect l="7775" t="6491" r="3229" b="6491"/>
          <a:stretch/>
        </p:blipFill>
        <p:spPr>
          <a:xfrm>
            <a:off x="874395" y="1419225"/>
            <a:ext cx="1409700" cy="1409700"/>
          </a:xfrm>
          <a:prstGeom prst="rect">
            <a:avLst/>
          </a:prstGeom>
          <a:ln>
            <a:noFill/>
          </a:ln>
        </p:spPr>
      </p:pic>
      <p:sp>
        <p:nvSpPr>
          <p:cNvPr id="6" name="Rectangle 5"/>
          <p:cNvSpPr/>
          <p:nvPr/>
        </p:nvSpPr>
        <p:spPr bwMode="auto">
          <a:xfrm>
            <a:off x="874395" y="2828924"/>
            <a:ext cx="1409699" cy="45719"/>
          </a:xfrm>
          <a:prstGeom prst="rect">
            <a:avLst/>
          </a:prstGeom>
          <a:solidFill>
            <a:schemeClr val="accent1"/>
          </a:solidFill>
          <a:ln w="9525" cap="flat" cmpd="sng" algn="ctr">
            <a:noFill/>
            <a:prstDash val="solid"/>
            <a:round/>
            <a:headEnd type="none" w="med" len="med"/>
            <a:tailEnd type="none" w="med" len="med"/>
          </a:ln>
          <a:effectLst/>
        </p:spPr>
        <p:txBody>
          <a:bodyPr vert="horz" wrap="square" lIns="90000" tIns="90000" rIns="90000" bIns="90000" numCol="1" rtlCol="0" anchor="ctr" anchorCtr="0" compatLnSpc="1">
            <a:prstTxWarp prst="textNoShape">
              <a:avLst/>
            </a:prstTxWarp>
          </a:bodyPr>
          <a:lstStyle/>
          <a:p>
            <a:pPr marL="0" marR="0" indent="0" algn="ctr" defTabSz="914400" rtl="0" eaLnBrk="1" fontAlgn="base" latinLnBrk="0" hangingPunct="1">
              <a:lnSpc>
                <a:spcPct val="110000"/>
              </a:lnSpc>
              <a:spcBef>
                <a:spcPct val="50000"/>
              </a:spcBef>
              <a:spcAft>
                <a:spcPct val="20000"/>
              </a:spcAft>
              <a:buClrTx/>
              <a:buSzTx/>
              <a:buFont typeface="Arial" charset="0"/>
              <a:buNone/>
              <a:tabLst/>
            </a:pPr>
            <a:endParaRPr kumimoji="0" lang="en-GB" sz="1000" b="0" i="0" u="none" strike="noStrike" cap="none" normalizeH="0" baseline="0" dirty="0" smtClean="0">
              <a:ln>
                <a:noFill/>
              </a:ln>
              <a:solidFill>
                <a:schemeClr val="tx1"/>
              </a:solidFill>
              <a:effectLst/>
              <a:latin typeface="Arial" charset="0"/>
              <a:cs typeface="Arial" charset="0"/>
            </a:endParaRPr>
          </a:p>
        </p:txBody>
      </p:sp>
    </p:spTree>
    <p:extLst>
      <p:ext uri="{BB962C8B-B14F-4D97-AF65-F5344CB8AC3E}">
        <p14:creationId xmlns:p14="http://schemas.microsoft.com/office/powerpoint/2010/main" val="343927683"/>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p:cNvSpPr>
            <a:spLocks noGrp="1"/>
          </p:cNvSpPr>
          <p:nvPr>
            <p:ph type="body" sz="quarter" idx="13"/>
          </p:nvPr>
        </p:nvSpPr>
        <p:spPr/>
        <p:txBody>
          <a:bodyPr/>
          <a:lstStyle/>
          <a:p>
            <a:r>
              <a:rPr lang="en-GB" dirty="0" smtClean="0"/>
              <a:t>Que se passe-t-il là-dehors ?</a:t>
            </a:r>
          </a:p>
        </p:txBody>
      </p:sp>
      <p:cxnSp>
        <p:nvCxnSpPr>
          <p:cNvPr id="70" name="Straight Connector 69"/>
          <p:cNvCxnSpPr/>
          <p:nvPr/>
        </p:nvCxnSpPr>
        <p:spPr bwMode="auto">
          <a:xfrm flipV="1">
            <a:off x="3149288" y="4008590"/>
            <a:ext cx="708578" cy="473853"/>
          </a:xfrm>
          <a:prstGeom prst="line">
            <a:avLst/>
          </a:prstGeom>
          <a:solidFill>
            <a:srgbClr val="C4262E"/>
          </a:solidFill>
          <a:ln w="28575" cap="flat" cmpd="sng" algn="ctr">
            <a:solidFill>
              <a:srgbClr val="000000">
                <a:lumMod val="65000"/>
                <a:lumOff val="35000"/>
              </a:srgbClr>
            </a:solidFill>
            <a:prstDash val="sysDash"/>
            <a:round/>
            <a:headEnd type="none" w="med" len="med"/>
            <a:tailEnd type="none" w="med" len="med"/>
          </a:ln>
          <a:effectLst/>
        </p:spPr>
      </p:cxnSp>
      <p:cxnSp>
        <p:nvCxnSpPr>
          <p:cNvPr id="71" name="Straight Connector 70"/>
          <p:cNvCxnSpPr/>
          <p:nvPr/>
        </p:nvCxnSpPr>
        <p:spPr bwMode="auto">
          <a:xfrm flipH="1" flipV="1">
            <a:off x="2077644" y="1855537"/>
            <a:ext cx="1193399" cy="552153"/>
          </a:xfrm>
          <a:prstGeom prst="line">
            <a:avLst/>
          </a:prstGeom>
          <a:solidFill>
            <a:srgbClr val="C4262E"/>
          </a:solidFill>
          <a:ln w="28575" cap="flat" cmpd="sng" algn="ctr">
            <a:solidFill>
              <a:srgbClr val="000000">
                <a:lumMod val="65000"/>
                <a:lumOff val="35000"/>
              </a:srgbClr>
            </a:solidFill>
            <a:prstDash val="sysDash"/>
            <a:round/>
            <a:headEnd type="none" w="med" len="med"/>
            <a:tailEnd type="none" w="med" len="med"/>
          </a:ln>
          <a:effectLst/>
        </p:spPr>
      </p:cxnSp>
      <p:cxnSp>
        <p:nvCxnSpPr>
          <p:cNvPr id="72" name="Straight Connector 71"/>
          <p:cNvCxnSpPr/>
          <p:nvPr/>
        </p:nvCxnSpPr>
        <p:spPr bwMode="auto">
          <a:xfrm flipH="1">
            <a:off x="1838325" y="3234710"/>
            <a:ext cx="1432719" cy="0"/>
          </a:xfrm>
          <a:prstGeom prst="line">
            <a:avLst/>
          </a:prstGeom>
          <a:solidFill>
            <a:srgbClr val="C4262E"/>
          </a:solidFill>
          <a:ln w="28575" cap="flat" cmpd="sng" algn="ctr">
            <a:solidFill>
              <a:srgbClr val="000000">
                <a:lumMod val="65000"/>
                <a:lumOff val="35000"/>
              </a:srgbClr>
            </a:solidFill>
            <a:prstDash val="sysDash"/>
            <a:round/>
            <a:headEnd type="none" w="med" len="med"/>
            <a:tailEnd type="none" w="med" len="med"/>
          </a:ln>
          <a:effectLst/>
        </p:spPr>
      </p:cxnSp>
      <p:cxnSp>
        <p:nvCxnSpPr>
          <p:cNvPr id="73" name="Straight Connector 72"/>
          <p:cNvCxnSpPr/>
          <p:nvPr/>
        </p:nvCxnSpPr>
        <p:spPr bwMode="auto">
          <a:xfrm flipH="1">
            <a:off x="5861847" y="1855537"/>
            <a:ext cx="1105424" cy="552152"/>
          </a:xfrm>
          <a:prstGeom prst="line">
            <a:avLst/>
          </a:prstGeom>
          <a:solidFill>
            <a:srgbClr val="C4262E"/>
          </a:solidFill>
          <a:ln w="28575" cap="flat" cmpd="sng" algn="ctr">
            <a:solidFill>
              <a:srgbClr val="000000">
                <a:lumMod val="65000"/>
                <a:lumOff val="35000"/>
              </a:srgbClr>
            </a:solidFill>
            <a:prstDash val="sysDash"/>
            <a:round/>
            <a:headEnd type="none" w="med" len="med"/>
            <a:tailEnd type="none" w="med" len="med"/>
          </a:ln>
          <a:effectLst/>
        </p:spPr>
      </p:cxnSp>
      <p:cxnSp>
        <p:nvCxnSpPr>
          <p:cNvPr id="74" name="Straight Connector 73"/>
          <p:cNvCxnSpPr/>
          <p:nvPr/>
        </p:nvCxnSpPr>
        <p:spPr bwMode="auto">
          <a:xfrm flipH="1">
            <a:off x="5861846" y="3234711"/>
            <a:ext cx="1148780" cy="0"/>
          </a:xfrm>
          <a:prstGeom prst="line">
            <a:avLst/>
          </a:prstGeom>
          <a:solidFill>
            <a:srgbClr val="C4262E"/>
          </a:solidFill>
          <a:ln w="28575" cap="flat" cmpd="sng" algn="ctr">
            <a:solidFill>
              <a:srgbClr val="000000">
                <a:lumMod val="65000"/>
                <a:lumOff val="35000"/>
              </a:srgbClr>
            </a:solidFill>
            <a:prstDash val="sysDash"/>
            <a:round/>
            <a:headEnd type="none" w="med" len="med"/>
            <a:tailEnd type="none" w="med" len="med"/>
          </a:ln>
          <a:effectLst/>
        </p:spPr>
      </p:cxnSp>
      <p:pic>
        <p:nvPicPr>
          <p:cNvPr id="75" name="Picture 74" descr="mobility.jpg"/>
          <p:cNvPicPr>
            <a:picLocks noChangeAspect="1"/>
          </p:cNvPicPr>
          <p:nvPr/>
        </p:nvPicPr>
        <p:blipFill>
          <a:blip r:embed="rId2" cstate="screen">
            <a:duotone>
              <a:srgbClr val="8064A2">
                <a:shade val="45000"/>
                <a:satMod val="135000"/>
              </a:srgbClr>
              <a:prstClr val="white"/>
            </a:duotone>
          </a:blip>
          <a:srcRect/>
          <a:stretch>
            <a:fillRect/>
          </a:stretch>
        </p:blipFill>
        <p:spPr>
          <a:xfrm>
            <a:off x="509066" y="2945434"/>
            <a:ext cx="988077" cy="1537009"/>
          </a:xfrm>
          <a:prstGeom prst="rect">
            <a:avLst/>
          </a:prstGeom>
        </p:spPr>
      </p:pic>
      <p:pic>
        <p:nvPicPr>
          <p:cNvPr id="76" name="Picture 75" descr="Social media.jpg"/>
          <p:cNvPicPr>
            <a:picLocks noChangeAspect="1"/>
          </p:cNvPicPr>
          <p:nvPr/>
        </p:nvPicPr>
        <p:blipFill>
          <a:blip r:embed="rId3" cstate="screen">
            <a:duotone>
              <a:srgbClr val="8064A2">
                <a:shade val="45000"/>
                <a:satMod val="135000"/>
              </a:srgbClr>
              <a:prstClr val="white"/>
            </a:duotone>
          </a:blip>
          <a:srcRect/>
          <a:stretch>
            <a:fillRect/>
          </a:stretch>
        </p:blipFill>
        <p:spPr>
          <a:xfrm>
            <a:off x="6926262" y="2839453"/>
            <a:ext cx="1781192" cy="1159846"/>
          </a:xfrm>
          <a:prstGeom prst="rect">
            <a:avLst/>
          </a:prstGeom>
        </p:spPr>
      </p:pic>
      <p:pic>
        <p:nvPicPr>
          <p:cNvPr id="77" name="Picture 76" descr="Big data.jpg"/>
          <p:cNvPicPr>
            <a:picLocks noChangeAspect="1"/>
          </p:cNvPicPr>
          <p:nvPr/>
        </p:nvPicPr>
        <p:blipFill>
          <a:blip r:embed="rId4" cstate="screen">
            <a:duotone>
              <a:srgbClr val="8064A2">
                <a:shade val="45000"/>
                <a:satMod val="135000"/>
              </a:srgbClr>
              <a:prstClr val="white"/>
            </a:duotone>
            <a:extLst>
              <a:ext uri="{BEBA8EAE-BF5A-486C-A8C5-ECC9F3942E4B}">
                <a14:imgProps xmlns:a14="http://schemas.microsoft.com/office/drawing/2010/main">
                  <a14:imgLayer r:embed="rId5">
                    <a14:imgEffect>
                      <a14:artisticPhotocopy/>
                    </a14:imgEffect>
                  </a14:imgLayer>
                </a14:imgProps>
              </a:ext>
            </a:extLst>
          </a:blip>
          <a:srcRect/>
          <a:stretch>
            <a:fillRect/>
          </a:stretch>
        </p:blipFill>
        <p:spPr>
          <a:xfrm>
            <a:off x="611558" y="1162734"/>
            <a:ext cx="1360323" cy="1260788"/>
          </a:xfrm>
          <a:prstGeom prst="rect">
            <a:avLst/>
          </a:prstGeom>
        </p:spPr>
      </p:pic>
      <p:sp>
        <p:nvSpPr>
          <p:cNvPr id="78" name="TextBox 77"/>
          <p:cNvSpPr txBox="1"/>
          <p:nvPr/>
        </p:nvSpPr>
        <p:spPr>
          <a:xfrm>
            <a:off x="216114" y="887782"/>
            <a:ext cx="2286000" cy="369332"/>
          </a:xfrm>
          <a:prstGeom prst="rect">
            <a:avLst/>
          </a:prstGeom>
          <a:noFill/>
        </p:spPr>
        <p:txBody>
          <a:bodyPr wrap="square" rtlCol="0">
            <a:spAutoFit/>
          </a:bodyPr>
          <a:lstStyle/>
          <a:p>
            <a:r>
              <a:rPr lang="en-US" b="1" kern="0" dirty="0" smtClean="0">
                <a:latin typeface="Calibri"/>
              </a:rPr>
              <a:t>Big Data et analytique</a:t>
            </a:r>
          </a:p>
        </p:txBody>
      </p:sp>
      <p:sp>
        <p:nvSpPr>
          <p:cNvPr id="79" name="TextBox 78"/>
          <p:cNvSpPr txBox="1"/>
          <p:nvPr/>
        </p:nvSpPr>
        <p:spPr>
          <a:xfrm>
            <a:off x="344670" y="2663210"/>
            <a:ext cx="1832510" cy="369332"/>
          </a:xfrm>
          <a:prstGeom prst="rect">
            <a:avLst/>
          </a:prstGeom>
          <a:noFill/>
        </p:spPr>
        <p:txBody>
          <a:bodyPr wrap="square" rtlCol="0">
            <a:spAutoFit/>
          </a:bodyPr>
          <a:lstStyle/>
          <a:p>
            <a:r>
              <a:rPr lang="en-US" b="1" kern="0" dirty="0" smtClean="0">
                <a:latin typeface="Calibri"/>
              </a:rPr>
              <a:t>Travail mobile</a:t>
            </a:r>
          </a:p>
        </p:txBody>
      </p:sp>
      <p:sp>
        <p:nvSpPr>
          <p:cNvPr id="80" name="TextBox 79"/>
          <p:cNvSpPr txBox="1"/>
          <p:nvPr/>
        </p:nvSpPr>
        <p:spPr>
          <a:xfrm>
            <a:off x="6758879" y="793402"/>
            <a:ext cx="2133600" cy="369332"/>
          </a:xfrm>
          <a:prstGeom prst="rect">
            <a:avLst/>
          </a:prstGeom>
          <a:noFill/>
        </p:spPr>
        <p:txBody>
          <a:bodyPr wrap="square" rtlCol="0">
            <a:spAutoFit/>
          </a:bodyPr>
          <a:lstStyle/>
          <a:p>
            <a:r>
              <a:rPr lang="en-US" b="1" kern="0" dirty="0" smtClean="0">
                <a:latin typeface="Calibri"/>
              </a:rPr>
              <a:t>Le cloud</a:t>
            </a:r>
          </a:p>
        </p:txBody>
      </p:sp>
      <p:sp>
        <p:nvSpPr>
          <p:cNvPr id="81" name="TextBox 80"/>
          <p:cNvSpPr txBox="1"/>
          <p:nvPr/>
        </p:nvSpPr>
        <p:spPr>
          <a:xfrm>
            <a:off x="7066842" y="2580896"/>
            <a:ext cx="1427651" cy="369332"/>
          </a:xfrm>
          <a:prstGeom prst="rect">
            <a:avLst/>
          </a:prstGeom>
          <a:noFill/>
        </p:spPr>
        <p:txBody>
          <a:bodyPr wrap="square" rtlCol="0">
            <a:spAutoFit/>
          </a:bodyPr>
          <a:lstStyle/>
          <a:p>
            <a:r>
              <a:rPr lang="en-US" b="1" kern="0" dirty="0" smtClean="0">
                <a:latin typeface="Calibri"/>
              </a:rPr>
              <a:t>Réseaux sociaux</a:t>
            </a:r>
          </a:p>
        </p:txBody>
      </p:sp>
      <p:grpSp>
        <p:nvGrpSpPr>
          <p:cNvPr id="82" name="Group 81"/>
          <p:cNvGrpSpPr/>
          <p:nvPr/>
        </p:nvGrpSpPr>
        <p:grpSpPr>
          <a:xfrm>
            <a:off x="6968402" y="1162411"/>
            <a:ext cx="1695217" cy="1159818"/>
            <a:chOff x="7697735" y="2749147"/>
            <a:chExt cx="1903232" cy="1385447"/>
          </a:xfrm>
        </p:grpSpPr>
        <p:sp>
          <p:nvSpPr>
            <p:cNvPr id="83" name="Cloud 82"/>
            <p:cNvSpPr/>
            <p:nvPr/>
          </p:nvSpPr>
          <p:spPr bwMode="auto">
            <a:xfrm>
              <a:off x="8075576" y="2749147"/>
              <a:ext cx="837967" cy="496788"/>
            </a:xfrm>
            <a:prstGeom prst="cloud">
              <a:avLst/>
            </a:prstGeom>
            <a:gradFill rotWithShape="1">
              <a:gsLst>
                <a:gs pos="0">
                  <a:srgbClr val="8064A2">
                    <a:tint val="50000"/>
                    <a:satMod val="300000"/>
                  </a:srgbClr>
                </a:gs>
                <a:gs pos="35000">
                  <a:srgbClr val="8064A2">
                    <a:tint val="37000"/>
                    <a:satMod val="300000"/>
                  </a:srgbClr>
                </a:gs>
                <a:gs pos="100000">
                  <a:srgbClr val="8064A2">
                    <a:tint val="15000"/>
                    <a:satMod val="350000"/>
                  </a:srgbClr>
                </a:gs>
              </a:gsLst>
              <a:lin ang="16200000" scaled="1"/>
            </a:gradFill>
            <a:ln w="9525" cap="flat" cmpd="sng" algn="ctr">
              <a:solidFill>
                <a:srgbClr val="8064A2">
                  <a:shade val="95000"/>
                  <a:satMod val="105000"/>
                </a:srgbClr>
              </a:solidFill>
              <a:prstDash val="solid"/>
              <a:headEnd type="none" w="med" len="med"/>
              <a:tailEnd type="none" w="med" len="med"/>
            </a:ln>
            <a:effectLst>
              <a:outerShdw blurRad="40000" dist="20000" dir="5400000" rotWithShape="0">
                <a:srgbClr val="000000">
                  <a:alpha val="38000"/>
                </a:srgbClr>
              </a:outerShdw>
            </a:effectLst>
          </p:spPr>
          <p:txBody>
            <a:bodyPr vert="horz" wrap="square" lIns="91440" tIns="45720" rIns="91440" bIns="45720" numCol="1" rtlCol="0" anchor="t" anchorCtr="0" compatLnSpc="1">
              <a:prstTxWarp prst="textNoShape">
                <a:avLst/>
              </a:prstTxWarp>
            </a:bodyPr>
            <a:lstStyle/>
            <a:p>
              <a:pPr marL="0" marR="0" lvl="0" indent="0" defTabSz="1019175" eaLnBrk="1" fontAlgn="base" latinLnBrk="0" hangingPunct="1">
                <a:lnSpc>
                  <a:spcPct val="100000"/>
                </a:lnSpc>
                <a:spcBef>
                  <a:spcPct val="0"/>
                </a:spcBef>
                <a:spcAft>
                  <a:spcPct val="0"/>
                </a:spcAft>
                <a:buClrTx/>
                <a:buSzTx/>
                <a:buFontTx/>
                <a:buNone/>
                <a:tabLst/>
                <a:defRPr/>
              </a:pPr>
              <a:endParaRPr kumimoji="0" lang="en-GB" sz="2000" b="1" i="0" u="none" strike="noStrike" kern="0" cap="none" spc="0" normalizeH="0" baseline="0" noProof="0" smtClean="0">
                <a:ln w="12700">
                  <a:solidFill>
                    <a:srgbClr val="002138">
                      <a:satMod val="155000"/>
                    </a:srgbClr>
                  </a:solidFill>
                  <a:prstDash val="solid"/>
                </a:ln>
                <a:solidFill>
                  <a:srgbClr val="68BBE8">
                    <a:tint val="85000"/>
                    <a:satMod val="155000"/>
                  </a:srgbClr>
                </a:solidFill>
                <a:effectLst>
                  <a:outerShdw blurRad="41275" dist="20320" dir="1800000" algn="tl" rotWithShape="0">
                    <a:srgbClr val="000000">
                      <a:alpha val="40000"/>
                    </a:srgbClr>
                  </a:outerShdw>
                </a:effectLst>
                <a:uLnTx/>
                <a:uFillTx/>
                <a:latin typeface="Calibri"/>
                <a:ea typeface="+mn-ea"/>
                <a:cs typeface="Arial" charset="0"/>
              </a:endParaRPr>
            </a:p>
          </p:txBody>
        </p:sp>
        <p:sp>
          <p:nvSpPr>
            <p:cNvPr id="84" name="Cloud 83"/>
            <p:cNvSpPr/>
            <p:nvPr/>
          </p:nvSpPr>
          <p:spPr bwMode="auto">
            <a:xfrm>
              <a:off x="7697735" y="3637806"/>
              <a:ext cx="837967" cy="496788"/>
            </a:xfrm>
            <a:prstGeom prst="cloud">
              <a:avLst/>
            </a:prstGeom>
            <a:gradFill rotWithShape="1">
              <a:gsLst>
                <a:gs pos="0">
                  <a:srgbClr val="8064A2">
                    <a:tint val="50000"/>
                    <a:satMod val="300000"/>
                  </a:srgbClr>
                </a:gs>
                <a:gs pos="35000">
                  <a:srgbClr val="8064A2">
                    <a:tint val="37000"/>
                    <a:satMod val="300000"/>
                  </a:srgbClr>
                </a:gs>
                <a:gs pos="100000">
                  <a:srgbClr val="8064A2">
                    <a:tint val="15000"/>
                    <a:satMod val="350000"/>
                  </a:srgbClr>
                </a:gs>
              </a:gsLst>
              <a:lin ang="16200000" scaled="1"/>
            </a:gradFill>
            <a:ln w="9525" cap="flat" cmpd="sng" algn="ctr">
              <a:solidFill>
                <a:srgbClr val="8064A2">
                  <a:shade val="95000"/>
                  <a:satMod val="105000"/>
                </a:srgbClr>
              </a:solidFill>
              <a:prstDash val="solid"/>
              <a:headEnd type="none" w="med" len="med"/>
              <a:tailEnd type="none" w="med" len="med"/>
            </a:ln>
            <a:effectLst>
              <a:outerShdw blurRad="40000" dist="20000" dir="5400000" rotWithShape="0">
                <a:srgbClr val="000000">
                  <a:alpha val="38000"/>
                </a:srgbClr>
              </a:outerShdw>
            </a:effectLst>
          </p:spPr>
          <p:txBody>
            <a:bodyPr vert="horz" wrap="square" lIns="91440" tIns="45720" rIns="91440" bIns="45720" numCol="1" rtlCol="0" anchor="t" anchorCtr="0" compatLnSpc="1">
              <a:prstTxWarp prst="textNoShape">
                <a:avLst/>
              </a:prstTxWarp>
            </a:bodyPr>
            <a:lstStyle/>
            <a:p>
              <a:pPr marL="0" marR="0" lvl="0" indent="0" defTabSz="1019175" eaLnBrk="1" fontAlgn="base" latinLnBrk="0" hangingPunct="1">
                <a:lnSpc>
                  <a:spcPct val="100000"/>
                </a:lnSpc>
                <a:spcBef>
                  <a:spcPct val="0"/>
                </a:spcBef>
                <a:spcAft>
                  <a:spcPct val="0"/>
                </a:spcAft>
                <a:buClrTx/>
                <a:buSzTx/>
                <a:buFontTx/>
                <a:buNone/>
                <a:tabLst/>
                <a:defRPr/>
              </a:pPr>
              <a:endParaRPr kumimoji="0" lang="en-GB" sz="2000" b="1" i="0" u="none" strike="noStrike" kern="0" cap="none" spc="0" normalizeH="0" baseline="0" noProof="0" smtClean="0">
                <a:ln w="12700">
                  <a:solidFill>
                    <a:srgbClr val="002138">
                      <a:satMod val="155000"/>
                    </a:srgbClr>
                  </a:solidFill>
                  <a:prstDash val="solid"/>
                </a:ln>
                <a:solidFill>
                  <a:srgbClr val="68BBE8">
                    <a:tint val="85000"/>
                    <a:satMod val="155000"/>
                  </a:srgbClr>
                </a:solidFill>
                <a:effectLst>
                  <a:outerShdw blurRad="41275" dist="20320" dir="1800000" algn="tl" rotWithShape="0">
                    <a:srgbClr val="000000">
                      <a:alpha val="40000"/>
                    </a:srgbClr>
                  </a:outerShdw>
                </a:effectLst>
                <a:uLnTx/>
                <a:uFillTx/>
                <a:latin typeface="Calibri"/>
                <a:ea typeface="+mn-ea"/>
                <a:cs typeface="Arial" charset="0"/>
              </a:endParaRPr>
            </a:p>
          </p:txBody>
        </p:sp>
        <p:sp>
          <p:nvSpPr>
            <p:cNvPr id="85" name="Cloud 84"/>
            <p:cNvSpPr/>
            <p:nvPr/>
          </p:nvSpPr>
          <p:spPr bwMode="auto">
            <a:xfrm>
              <a:off x="8763000" y="3328719"/>
              <a:ext cx="837967" cy="496788"/>
            </a:xfrm>
            <a:prstGeom prst="cloud">
              <a:avLst/>
            </a:prstGeom>
            <a:gradFill rotWithShape="1">
              <a:gsLst>
                <a:gs pos="0">
                  <a:srgbClr val="8064A2">
                    <a:tint val="50000"/>
                    <a:satMod val="300000"/>
                  </a:srgbClr>
                </a:gs>
                <a:gs pos="35000">
                  <a:srgbClr val="8064A2">
                    <a:tint val="37000"/>
                    <a:satMod val="300000"/>
                  </a:srgbClr>
                </a:gs>
                <a:gs pos="100000">
                  <a:srgbClr val="8064A2">
                    <a:tint val="15000"/>
                    <a:satMod val="350000"/>
                  </a:srgbClr>
                </a:gs>
              </a:gsLst>
              <a:lin ang="16200000" scaled="1"/>
            </a:gradFill>
            <a:ln w="9525" cap="flat" cmpd="sng" algn="ctr">
              <a:solidFill>
                <a:srgbClr val="8064A2">
                  <a:shade val="95000"/>
                  <a:satMod val="105000"/>
                </a:srgbClr>
              </a:solidFill>
              <a:prstDash val="solid"/>
              <a:headEnd type="none" w="med" len="med"/>
              <a:tailEnd type="none" w="med" len="med"/>
            </a:ln>
            <a:effectLst>
              <a:outerShdw blurRad="40000" dist="20000" dir="5400000" rotWithShape="0">
                <a:srgbClr val="000000">
                  <a:alpha val="38000"/>
                </a:srgbClr>
              </a:outerShdw>
            </a:effectLst>
          </p:spPr>
          <p:txBody>
            <a:bodyPr vert="horz" wrap="square" lIns="91440" tIns="45720" rIns="91440" bIns="45720" numCol="1" rtlCol="0" anchor="t" anchorCtr="0" compatLnSpc="1">
              <a:prstTxWarp prst="textNoShape">
                <a:avLst/>
              </a:prstTxWarp>
            </a:bodyPr>
            <a:lstStyle/>
            <a:p>
              <a:pPr marL="0" marR="0" lvl="0" indent="0" defTabSz="1019175" eaLnBrk="1" fontAlgn="base" latinLnBrk="0" hangingPunct="1">
                <a:lnSpc>
                  <a:spcPct val="100000"/>
                </a:lnSpc>
                <a:spcBef>
                  <a:spcPct val="0"/>
                </a:spcBef>
                <a:spcAft>
                  <a:spcPct val="0"/>
                </a:spcAft>
                <a:buClrTx/>
                <a:buSzTx/>
                <a:buFontTx/>
                <a:buNone/>
                <a:tabLst/>
                <a:defRPr/>
              </a:pPr>
              <a:endParaRPr kumimoji="0" lang="en-GB" sz="2000" b="1" i="0" u="none" strike="noStrike" kern="0" cap="none" spc="0" normalizeH="0" baseline="0" noProof="0" smtClean="0">
                <a:ln w="12700">
                  <a:solidFill>
                    <a:srgbClr val="002138">
                      <a:satMod val="155000"/>
                    </a:srgbClr>
                  </a:solidFill>
                  <a:prstDash val="solid"/>
                </a:ln>
                <a:solidFill>
                  <a:srgbClr val="68BBE8">
                    <a:tint val="85000"/>
                    <a:satMod val="155000"/>
                  </a:srgbClr>
                </a:solidFill>
                <a:effectLst>
                  <a:outerShdw blurRad="41275" dist="20320" dir="1800000" algn="tl" rotWithShape="0">
                    <a:srgbClr val="000000">
                      <a:alpha val="40000"/>
                    </a:srgbClr>
                  </a:outerShdw>
                </a:effectLst>
                <a:uLnTx/>
                <a:uFillTx/>
                <a:latin typeface="Calibri"/>
                <a:ea typeface="+mn-ea"/>
                <a:cs typeface="Arial" charset="0"/>
              </a:endParaRPr>
            </a:p>
          </p:txBody>
        </p:sp>
        <p:cxnSp>
          <p:nvCxnSpPr>
            <p:cNvPr id="86" name="Curved Connector 85"/>
            <p:cNvCxnSpPr>
              <a:stCxn id="83" idx="2"/>
              <a:endCxn id="84" idx="3"/>
            </p:cNvCxnSpPr>
            <p:nvPr/>
          </p:nvCxnSpPr>
          <p:spPr bwMode="auto">
            <a:xfrm rot="10800000" flipH="1" flipV="1">
              <a:off x="8078175" y="2997540"/>
              <a:ext cx="38544" cy="668669"/>
            </a:xfrm>
            <a:prstGeom prst="curvedConnector4">
              <a:avLst>
                <a:gd name="adj1" fmla="val -593088"/>
                <a:gd name="adj2" fmla="val 66450"/>
              </a:avLst>
            </a:prstGeom>
            <a:gradFill rotWithShape="1">
              <a:gsLst>
                <a:gs pos="0">
                  <a:srgbClr val="8064A2">
                    <a:tint val="50000"/>
                    <a:satMod val="300000"/>
                  </a:srgbClr>
                </a:gs>
                <a:gs pos="35000">
                  <a:srgbClr val="8064A2">
                    <a:tint val="37000"/>
                    <a:satMod val="300000"/>
                  </a:srgbClr>
                </a:gs>
                <a:gs pos="100000">
                  <a:srgbClr val="8064A2">
                    <a:tint val="15000"/>
                    <a:satMod val="350000"/>
                  </a:srgbClr>
                </a:gs>
              </a:gsLst>
              <a:lin ang="16200000" scaled="1"/>
            </a:gradFill>
            <a:ln w="9525" cap="flat" cmpd="sng" algn="ctr">
              <a:solidFill>
                <a:srgbClr val="8064A2">
                  <a:shade val="95000"/>
                  <a:satMod val="105000"/>
                </a:srgbClr>
              </a:solidFill>
              <a:prstDash val="solid"/>
              <a:headEnd type="none" w="med" len="med"/>
              <a:tailEnd type="none" w="med" len="med"/>
            </a:ln>
            <a:effectLst>
              <a:outerShdw blurRad="40000" dist="20000" dir="5400000" rotWithShape="0">
                <a:srgbClr val="000000">
                  <a:alpha val="38000"/>
                </a:srgbClr>
              </a:outerShdw>
            </a:effectLst>
          </p:spPr>
        </p:cxnSp>
        <p:cxnSp>
          <p:nvCxnSpPr>
            <p:cNvPr id="87" name="Curved Connector 86"/>
            <p:cNvCxnSpPr>
              <a:stCxn id="83" idx="0"/>
              <a:endCxn id="85" idx="3"/>
            </p:cNvCxnSpPr>
            <p:nvPr/>
          </p:nvCxnSpPr>
          <p:spPr bwMode="auto">
            <a:xfrm>
              <a:off x="8912845" y="2997541"/>
              <a:ext cx="269139" cy="359582"/>
            </a:xfrm>
            <a:prstGeom prst="curvedConnector2">
              <a:avLst/>
            </a:prstGeom>
            <a:gradFill rotWithShape="1">
              <a:gsLst>
                <a:gs pos="0">
                  <a:srgbClr val="8064A2">
                    <a:tint val="50000"/>
                    <a:satMod val="300000"/>
                  </a:srgbClr>
                </a:gs>
                <a:gs pos="35000">
                  <a:srgbClr val="8064A2">
                    <a:tint val="37000"/>
                    <a:satMod val="300000"/>
                  </a:srgbClr>
                </a:gs>
                <a:gs pos="100000">
                  <a:srgbClr val="8064A2">
                    <a:tint val="15000"/>
                    <a:satMod val="350000"/>
                  </a:srgbClr>
                </a:gs>
              </a:gsLst>
              <a:lin ang="16200000" scaled="1"/>
            </a:gradFill>
            <a:ln w="9525" cap="flat" cmpd="sng" algn="ctr">
              <a:solidFill>
                <a:srgbClr val="8064A2">
                  <a:shade val="95000"/>
                  <a:satMod val="105000"/>
                </a:srgbClr>
              </a:solidFill>
              <a:prstDash val="solid"/>
              <a:headEnd type="none" w="med" len="med"/>
              <a:tailEnd type="none" w="med" len="med"/>
            </a:ln>
            <a:effectLst>
              <a:outerShdw blurRad="40000" dist="20000" dir="5400000" rotWithShape="0">
                <a:srgbClr val="000000">
                  <a:alpha val="38000"/>
                </a:srgbClr>
              </a:outerShdw>
            </a:effectLst>
          </p:spPr>
        </p:cxnSp>
        <p:cxnSp>
          <p:nvCxnSpPr>
            <p:cNvPr id="88" name="Curved Connector 87"/>
            <p:cNvCxnSpPr>
              <a:stCxn id="85" idx="2"/>
              <a:endCxn id="84" idx="0"/>
            </p:cNvCxnSpPr>
            <p:nvPr/>
          </p:nvCxnSpPr>
          <p:spPr bwMode="auto">
            <a:xfrm rot="10800000" flipV="1">
              <a:off x="8535005" y="3577112"/>
              <a:ext cx="230595" cy="309087"/>
            </a:xfrm>
            <a:prstGeom prst="curvedConnector3">
              <a:avLst>
                <a:gd name="adj1" fmla="val 50000"/>
              </a:avLst>
            </a:prstGeom>
            <a:gradFill rotWithShape="1">
              <a:gsLst>
                <a:gs pos="0">
                  <a:srgbClr val="8064A2">
                    <a:tint val="50000"/>
                    <a:satMod val="300000"/>
                  </a:srgbClr>
                </a:gs>
                <a:gs pos="35000">
                  <a:srgbClr val="8064A2">
                    <a:tint val="37000"/>
                    <a:satMod val="300000"/>
                  </a:srgbClr>
                </a:gs>
                <a:gs pos="100000">
                  <a:srgbClr val="8064A2">
                    <a:tint val="15000"/>
                    <a:satMod val="350000"/>
                  </a:srgbClr>
                </a:gs>
              </a:gsLst>
              <a:lin ang="16200000" scaled="1"/>
            </a:gradFill>
            <a:ln w="9525" cap="flat" cmpd="sng" algn="ctr">
              <a:solidFill>
                <a:srgbClr val="8064A2">
                  <a:shade val="95000"/>
                  <a:satMod val="105000"/>
                </a:srgbClr>
              </a:solidFill>
              <a:prstDash val="solid"/>
              <a:headEnd type="none" w="med" len="med"/>
              <a:tailEnd type="none" w="med" len="med"/>
            </a:ln>
            <a:effectLst>
              <a:outerShdw blurRad="40000" dist="20000" dir="5400000" rotWithShape="0">
                <a:srgbClr val="000000">
                  <a:alpha val="38000"/>
                </a:srgbClr>
              </a:outerShdw>
            </a:effectLst>
          </p:spPr>
        </p:cxnSp>
      </p:grpSp>
      <p:sp>
        <p:nvSpPr>
          <p:cNvPr id="89" name="Rounded Rectangle 88"/>
          <p:cNvSpPr/>
          <p:nvPr/>
        </p:nvSpPr>
        <p:spPr bwMode="auto">
          <a:xfrm>
            <a:off x="3271043" y="1522535"/>
            <a:ext cx="2590801" cy="2486055"/>
          </a:xfrm>
          <a:prstGeom prst="roundRect">
            <a:avLst/>
          </a:prstGeom>
          <a:solidFill>
            <a:schemeClr val="accent1">
              <a:lumMod val="75000"/>
            </a:schemeClr>
          </a:solidFill>
          <a:ln w="25400" cap="flat" cmpd="sng" algn="ctr">
            <a:solidFill>
              <a:srgbClr val="4F81BD"/>
            </a:solidFill>
            <a:prstDash val="solid"/>
            <a:headEnd type="none" w="med" len="med"/>
            <a:tailEnd type="none" w="med" len="med"/>
          </a:ln>
          <a:effectLst/>
        </p:spPr>
        <p:txBody>
          <a:bodyPr vert="horz" wrap="square" lIns="54000" tIns="45720" rIns="54000" bIns="45720" numCol="1" rtlCol="0" anchor="t" anchorCtr="0" compatLnSpc="1">
            <a:prstTxWarp prst="textNoShape">
              <a:avLst/>
            </a:prstTxWarp>
            <a:normAutofit/>
          </a:bodyPr>
          <a:lstStyle/>
          <a:p>
            <a:r>
              <a:rPr kumimoji="0" lang="en-GB" sz="1800" b="1" i="0" u="none" strike="noStrike" kern="0" cap="none" spc="0" normalizeH="0" baseline="0" noProof="0" dirty="0" smtClean="0">
                <a:ln>
                  <a:noFill/>
                </a:ln>
                <a:solidFill>
                  <a:schemeClr val="bg1"/>
                </a:solidFill>
                <a:effectLst/>
                <a:uLnTx/>
                <a:uFillTx/>
                <a:latin typeface="Calibri"/>
                <a:ea typeface="+mn-ea"/>
                <a:cs typeface="Arial" charset="0"/>
              </a:rPr>
              <a:t>Comment puis-je utiliser la technologie pour…</a:t>
            </a:r>
          </a:p>
          <a:p>
            <a:r>
              <a:rPr kumimoji="0" lang="en-GB" sz="1800" b="1" i="0" u="none" strike="noStrike" kern="0" cap="none" spc="0" normalizeH="0" baseline="0" noProof="0" dirty="0" smtClean="0">
                <a:ln>
                  <a:noFill/>
                </a:ln>
                <a:solidFill>
                  <a:schemeClr val="bg1"/>
                </a:solidFill>
                <a:effectLst/>
                <a:uLnTx/>
                <a:uFillTx/>
                <a:latin typeface="Calibri"/>
                <a:ea typeface="+mn-ea"/>
                <a:cs typeface="Arial" charset="0"/>
              </a:rPr>
              <a:t>Améliorer le service ?</a:t>
            </a:r>
          </a:p>
          <a:p>
            <a:r>
              <a:rPr kumimoji="0" lang="en-GB" sz="1800" b="1" i="0" u="none" strike="noStrike" kern="0" cap="none" spc="0" normalizeH="0" baseline="0" noProof="0" dirty="0" smtClean="0">
                <a:ln>
                  <a:noFill/>
                </a:ln>
                <a:solidFill>
                  <a:schemeClr val="bg1"/>
                </a:solidFill>
                <a:effectLst/>
                <a:uLnTx/>
                <a:uFillTx/>
                <a:latin typeface="Calibri"/>
                <a:ea typeface="+mn-ea"/>
                <a:cs typeface="Arial" charset="0"/>
              </a:rPr>
              <a:t>Maîtriser les coûts ?</a:t>
            </a:r>
          </a:p>
          <a:p>
            <a:r>
              <a:rPr kumimoji="0" lang="en-GB" sz="1800" b="1" i="0" u="none" strike="noStrike" kern="0" cap="none" spc="0" normalizeH="0" baseline="0" noProof="0" dirty="0" smtClean="0">
                <a:ln>
                  <a:noFill/>
                </a:ln>
                <a:solidFill>
                  <a:schemeClr val="bg1"/>
                </a:solidFill>
                <a:effectLst/>
                <a:uLnTx/>
                <a:uFillTx/>
                <a:latin typeface="Calibri"/>
                <a:ea typeface="+mn-ea"/>
                <a:cs typeface="Arial" charset="0"/>
              </a:rPr>
              <a:t>Piloter les opérations ?</a:t>
            </a:r>
          </a:p>
          <a:p>
            <a:r>
              <a:rPr kumimoji="0" lang="en-GB" sz="1800" b="1" i="0" u="none" strike="noStrike" kern="0" cap="none" spc="0" normalizeH="0" baseline="0" noProof="0" dirty="0" smtClean="0">
                <a:ln>
                  <a:noFill/>
                </a:ln>
                <a:solidFill>
                  <a:schemeClr val="bg1"/>
                </a:solidFill>
                <a:effectLst/>
                <a:uLnTx/>
                <a:uFillTx/>
                <a:latin typeface="Calibri"/>
                <a:ea typeface="+mn-ea"/>
                <a:cs typeface="Arial" charset="0"/>
              </a:rPr>
              <a:t>Collaborer ?</a:t>
            </a:r>
          </a:p>
          <a:p>
            <a:r>
              <a:rPr kumimoji="0" lang="en-GB" sz="1800" b="1" i="0" u="none" strike="noStrike" kern="0" cap="none" spc="0" normalizeH="0" baseline="0" noProof="0" dirty="0" smtClean="0">
                <a:ln>
                  <a:noFill/>
                </a:ln>
                <a:solidFill>
                  <a:schemeClr val="bg1"/>
                </a:solidFill>
                <a:effectLst/>
                <a:uLnTx/>
                <a:uFillTx/>
                <a:latin typeface="Calibri"/>
                <a:ea typeface="+mn-ea"/>
                <a:cs typeface="Arial" charset="0"/>
              </a:rPr>
              <a:t/>
            </a:r>
          </a:p>
          <a:p>
            <a:r>
              <a:rPr kumimoji="0" lang="en-GB" sz="1800" b="1" i="0" u="none" strike="noStrike" kern="0" cap="none" spc="0" normalizeH="0" baseline="0" noProof="0" dirty="0" smtClean="0">
                <a:ln>
                  <a:noFill/>
                </a:ln>
                <a:solidFill>
                  <a:schemeClr val="bg1"/>
                </a:solidFill>
                <a:effectLst/>
                <a:uLnTx/>
                <a:uFillTx/>
                <a:latin typeface="Calibri"/>
                <a:ea typeface="+mn-ea"/>
                <a:cs typeface="Arial" charset="0"/>
              </a:rPr>
              <a:t/>
            </a:r>
          </a:p>
        </p:txBody>
      </p:sp>
      <p:pic>
        <p:nvPicPr>
          <p:cNvPr id="90" name="Picture 2" descr="http://1.bp.blogspot.com/-KIrts9tKr-E/UtjYITlwFII/AAAAAAAAMfY/_4JcocU8XFc/s1600/logo-internet-sem-fio.png">
            <a:hlinkClick r:id="rId6"/>
          </p:cNvPr>
          <p:cNvPicPr>
            <a:picLocks noChangeAspect="1" noChangeArrowheads="1"/>
          </p:cNvPicPr>
          <p:nvPr/>
        </p:nvPicPr>
        <p:blipFill>
          <a:blip r:embed="rId7" cstate="print">
            <a:duotone>
              <a:srgbClr val="8064A2">
                <a:shade val="45000"/>
                <a:satMod val="135000"/>
              </a:srgbClr>
              <a:prstClr val="white"/>
            </a:duotone>
            <a:extLst>
              <a:ext uri="{BEBA8EAE-BF5A-486C-A8C5-ECC9F3942E4B}">
                <a14:imgProps xmlns:a14="http://schemas.microsoft.com/office/drawing/2010/main">
                  <a14:imgLayer r:embed="rId8">
                    <a14:imgEffect>
                      <a14:saturation sat="66000"/>
                    </a14:imgEffect>
                  </a14:imgLayer>
                </a14:imgProps>
              </a:ext>
              <a:ext uri="{28A0092B-C50C-407E-A947-70E740481C1C}">
                <a14:useLocalDpi xmlns:a14="http://schemas.microsoft.com/office/drawing/2010/main" val="0"/>
              </a:ext>
            </a:extLst>
          </a:blip>
          <a:srcRect/>
          <a:stretch>
            <a:fillRect/>
          </a:stretch>
        </p:blipFill>
        <p:spPr bwMode="auto">
          <a:xfrm>
            <a:off x="1971881" y="3884674"/>
            <a:ext cx="1071644" cy="875585"/>
          </a:xfrm>
          <a:prstGeom prst="rect">
            <a:avLst/>
          </a:prstGeom>
          <a:noFill/>
          <a:extLst>
            <a:ext uri="{909E8E84-426E-40DD-AFC4-6F175D3DCCD1}">
              <a14:hiddenFill xmlns:a14="http://schemas.microsoft.com/office/drawing/2010/main">
                <a:solidFill>
                  <a:srgbClr val="FFFFFF"/>
                </a:solidFill>
              </a14:hiddenFill>
            </a:ext>
          </a:extLst>
        </p:spPr>
      </p:pic>
      <p:sp>
        <p:nvSpPr>
          <p:cNvPr id="91" name="TextBox 90"/>
          <p:cNvSpPr txBox="1"/>
          <p:nvPr/>
        </p:nvSpPr>
        <p:spPr>
          <a:xfrm>
            <a:off x="1587936" y="4684059"/>
            <a:ext cx="1944216" cy="369332"/>
          </a:xfrm>
          <a:prstGeom prst="rect">
            <a:avLst/>
          </a:prstGeom>
          <a:noFill/>
        </p:spPr>
        <p:txBody>
          <a:bodyPr wrap="square" rtlCol="0">
            <a:spAutoFit/>
          </a:bodyPr>
          <a:lstStyle/>
          <a:p>
            <a:r>
              <a:rPr lang="en-US" b="1" kern="0" dirty="0" smtClean="0">
                <a:latin typeface="Calibri"/>
              </a:rPr>
              <a:t>Internet des objets</a:t>
            </a:r>
          </a:p>
        </p:txBody>
      </p:sp>
      <p:pic>
        <p:nvPicPr>
          <p:cNvPr id="92" name="Picture 2" descr="C:\Program Files\Microsoft Office\MEDIA\CAGCAT10\j0222015.wmf"/>
          <p:cNvPicPr>
            <a:picLocks noChangeAspect="1" noChangeArrowheads="1"/>
          </p:cNvPicPr>
          <p:nvPr/>
        </p:nvPicPr>
        <p:blipFill>
          <a:blip r:embed="rId9" cstate="print">
            <a:duotone>
              <a:srgbClr val="8064A2">
                <a:shade val="45000"/>
                <a:satMod val="135000"/>
              </a:srgbClr>
              <a:prstClr val="white"/>
            </a:duotone>
            <a:extLst>
              <a:ext uri="{28A0092B-C50C-407E-A947-70E740481C1C}">
                <a14:useLocalDpi xmlns:a14="http://schemas.microsoft.com/office/drawing/2010/main" val="0"/>
              </a:ext>
            </a:extLst>
          </a:blip>
          <a:srcRect/>
          <a:stretch>
            <a:fillRect/>
          </a:stretch>
        </p:blipFill>
        <p:spPr bwMode="auto">
          <a:xfrm>
            <a:off x="6027736" y="3999299"/>
            <a:ext cx="816999" cy="819936"/>
          </a:xfrm>
          <a:prstGeom prst="rect">
            <a:avLst/>
          </a:prstGeom>
          <a:solidFill>
            <a:sysClr val="window" lastClr="FFFFFF"/>
          </a:solidFill>
        </p:spPr>
      </p:pic>
      <p:sp>
        <p:nvSpPr>
          <p:cNvPr id="93" name="TextBox 92"/>
          <p:cNvSpPr txBox="1"/>
          <p:nvPr/>
        </p:nvSpPr>
        <p:spPr>
          <a:xfrm>
            <a:off x="5220073" y="4714084"/>
            <a:ext cx="2322811" cy="369332"/>
          </a:xfrm>
          <a:prstGeom prst="rect">
            <a:avLst/>
          </a:prstGeom>
          <a:noFill/>
        </p:spPr>
        <p:txBody>
          <a:bodyPr wrap="square" rtlCol="0">
            <a:spAutoFit/>
          </a:bodyPr>
          <a:lstStyle/>
          <a:p>
            <a:r>
              <a:rPr lang="en-US" b="1" kern="0" dirty="0" smtClean="0">
                <a:latin typeface="Calibri"/>
              </a:rPr>
              <a:t>Transactions sur Internet</a:t>
            </a:r>
          </a:p>
        </p:txBody>
      </p:sp>
      <p:cxnSp>
        <p:nvCxnSpPr>
          <p:cNvPr id="94" name="Straight Connector 93"/>
          <p:cNvCxnSpPr/>
          <p:nvPr/>
        </p:nvCxnSpPr>
        <p:spPr bwMode="auto">
          <a:xfrm flipH="1" flipV="1">
            <a:off x="5220073" y="4008590"/>
            <a:ext cx="641773" cy="473853"/>
          </a:xfrm>
          <a:prstGeom prst="line">
            <a:avLst/>
          </a:prstGeom>
          <a:solidFill>
            <a:srgbClr val="C4262E"/>
          </a:solidFill>
          <a:ln w="28575" cap="flat" cmpd="sng" algn="ctr">
            <a:solidFill>
              <a:srgbClr val="000000">
                <a:lumMod val="65000"/>
                <a:lumOff val="35000"/>
              </a:srgbClr>
            </a:solidFill>
            <a:prstDash val="sysDash"/>
            <a:round/>
            <a:headEnd type="none" w="med" len="med"/>
            <a:tailEnd type="none" w="med" len="med"/>
          </a:ln>
          <a:effectLst/>
        </p:spPr>
      </p:cxnSp>
    </p:spTree>
    <p:extLst>
      <p:ext uri="{BB962C8B-B14F-4D97-AF65-F5344CB8AC3E}">
        <p14:creationId xmlns:p14="http://schemas.microsoft.com/office/powerpoint/2010/main" val="2290067066"/>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3"/>
          </p:nvPr>
        </p:nvSpPr>
        <p:spPr/>
        <p:txBody>
          <a:bodyPr/>
          <a:lstStyle/>
          <a:p>
            <a:r>
              <a:rPr lang="en-GB" dirty="0" smtClean="0"/>
              <a:t>Grandes tendances</a:t>
            </a:r>
          </a:p>
        </p:txBody>
      </p:sp>
      <p:sp>
        <p:nvSpPr>
          <p:cNvPr id="3" name="Cloud Callout 2"/>
          <p:cNvSpPr/>
          <p:nvPr/>
        </p:nvSpPr>
        <p:spPr>
          <a:xfrm>
            <a:off x="123824" y="3717517"/>
            <a:ext cx="2124075" cy="1186634"/>
          </a:xfrm>
          <a:prstGeom prst="cloudCallout">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r>
              <a:rPr lang="en-GB" sz="1600" dirty="0" smtClean="0"/>
              <a:t>Personnalisation</a:t>
            </a:r>
          </a:p>
        </p:txBody>
      </p:sp>
      <p:sp>
        <p:nvSpPr>
          <p:cNvPr id="5" name="Cloud Callout 4"/>
          <p:cNvSpPr/>
          <p:nvPr/>
        </p:nvSpPr>
        <p:spPr>
          <a:xfrm>
            <a:off x="6753224" y="1910215"/>
            <a:ext cx="2124075" cy="1186634"/>
          </a:xfrm>
          <a:prstGeom prst="cloudCallout">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r>
              <a:rPr lang="en-GB" sz="1600" dirty="0" smtClean="0"/>
              <a:t>Automatisation</a:t>
            </a:r>
          </a:p>
        </p:txBody>
      </p:sp>
      <p:sp>
        <p:nvSpPr>
          <p:cNvPr id="6" name="Cloud Callout 5"/>
          <p:cNvSpPr/>
          <p:nvPr/>
        </p:nvSpPr>
        <p:spPr>
          <a:xfrm>
            <a:off x="5519737" y="605290"/>
            <a:ext cx="2124075" cy="1186634"/>
          </a:xfrm>
          <a:prstGeom prst="cloudCallout">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r>
              <a:rPr lang="en-GB" sz="1600" dirty="0" smtClean="0"/>
              <a:t>Rapidité et agilité</a:t>
            </a:r>
          </a:p>
        </p:txBody>
      </p:sp>
      <p:sp>
        <p:nvSpPr>
          <p:cNvPr id="7" name="Cloud Callout 6"/>
          <p:cNvSpPr/>
          <p:nvPr/>
        </p:nvSpPr>
        <p:spPr>
          <a:xfrm>
            <a:off x="4099560" y="1968227"/>
            <a:ext cx="2124075" cy="1186634"/>
          </a:xfrm>
          <a:prstGeom prst="cloudCallout">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r>
              <a:rPr lang="en-GB" sz="1600" dirty="0" smtClean="0"/>
              <a:t>Évolutivité</a:t>
            </a:r>
          </a:p>
        </p:txBody>
      </p:sp>
      <p:sp>
        <p:nvSpPr>
          <p:cNvPr id="8" name="Cloud Callout 7"/>
          <p:cNvSpPr/>
          <p:nvPr/>
        </p:nvSpPr>
        <p:spPr>
          <a:xfrm>
            <a:off x="2433637" y="896574"/>
            <a:ext cx="2124075" cy="1186634"/>
          </a:xfrm>
          <a:prstGeom prst="cloudCallout">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r>
              <a:rPr lang="en-GB" sz="1600" dirty="0" smtClean="0"/>
              <a:t>Sur site ou dans le cloud</a:t>
            </a:r>
          </a:p>
        </p:txBody>
      </p:sp>
      <p:sp>
        <p:nvSpPr>
          <p:cNvPr id="10" name="Cloud Callout 9"/>
          <p:cNvSpPr/>
          <p:nvPr/>
        </p:nvSpPr>
        <p:spPr>
          <a:xfrm>
            <a:off x="5886450" y="3460342"/>
            <a:ext cx="2428875" cy="1186634"/>
          </a:xfrm>
          <a:prstGeom prst="cloudCallout">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r>
              <a:rPr lang="en-GB" sz="1600" dirty="0" smtClean="0"/>
              <a:t>Meilleur de sa catégorie ou solution à plateforme unique</a:t>
            </a:r>
          </a:p>
        </p:txBody>
      </p:sp>
      <p:sp>
        <p:nvSpPr>
          <p:cNvPr id="11" name="Cloud Callout 10"/>
          <p:cNvSpPr/>
          <p:nvPr/>
        </p:nvSpPr>
        <p:spPr>
          <a:xfrm>
            <a:off x="1712594" y="2385241"/>
            <a:ext cx="2124075" cy="1186634"/>
          </a:xfrm>
          <a:prstGeom prst="cloudCallout">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GB" sz="1600" dirty="0" smtClean="0"/>
              <a:t>Innovation</a:t>
            </a:r>
            <a:endParaRPr lang="en-GB" sz="1600" dirty="0"/>
          </a:p>
        </p:txBody>
      </p:sp>
      <p:sp>
        <p:nvSpPr>
          <p:cNvPr id="12" name="Cloud Callout 11"/>
          <p:cNvSpPr/>
          <p:nvPr/>
        </p:nvSpPr>
        <p:spPr>
          <a:xfrm>
            <a:off x="3395662" y="3717517"/>
            <a:ext cx="2124075" cy="1186634"/>
          </a:xfrm>
          <a:prstGeom prst="cloudCallout">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r>
              <a:rPr lang="en-GB" sz="1600" dirty="0" smtClean="0"/>
              <a:t>Disrupteurs</a:t>
            </a:r>
          </a:p>
        </p:txBody>
      </p:sp>
      <p:sp>
        <p:nvSpPr>
          <p:cNvPr id="14" name="Cloud Callout 13"/>
          <p:cNvSpPr/>
          <p:nvPr/>
        </p:nvSpPr>
        <p:spPr>
          <a:xfrm>
            <a:off x="123825" y="1198607"/>
            <a:ext cx="2124075" cy="1186634"/>
          </a:xfrm>
          <a:prstGeom prst="cloudCallout">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r>
              <a:rPr lang="en-GB" sz="1600" dirty="0" smtClean="0"/>
              <a:t>Accessibilité – « facilité d'utilisation »</a:t>
            </a:r>
          </a:p>
        </p:txBody>
      </p:sp>
    </p:spTree>
    <p:extLst>
      <p:ext uri="{BB962C8B-B14F-4D97-AF65-F5344CB8AC3E}">
        <p14:creationId xmlns:p14="http://schemas.microsoft.com/office/powerpoint/2010/main" val="471695801"/>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Placeholder 5"/>
          <p:cNvSpPr>
            <a:spLocks noGrp="1"/>
          </p:cNvSpPr>
          <p:nvPr>
            <p:ph type="body" sz="quarter" idx="10"/>
          </p:nvPr>
        </p:nvSpPr>
        <p:spPr/>
        <p:txBody>
          <a:bodyPr>
            <a:normAutofit/>
          </a:bodyPr>
          <a:lstStyle/>
          <a:p>
            <a:r>
              <a:rPr lang="en-US" sz="3200" dirty="0" smtClean="0"/>
              <a:t>Comment les outils numériques peuvent-ils aider mon organisation à atteindre ses objectifs ?</a:t>
            </a:r>
          </a:p>
        </p:txBody>
      </p:sp>
    </p:spTree>
    <p:extLst>
      <p:ext uri="{BB962C8B-B14F-4D97-AF65-F5344CB8AC3E}">
        <p14:creationId xmlns:p14="http://schemas.microsoft.com/office/powerpoint/2010/main" val="1843471090"/>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GB" dirty="0" smtClean="0"/>
              <a:t>Stratégie informatique</a:t>
            </a:r>
          </a:p>
        </p:txBody>
      </p:sp>
    </p:spTree>
    <p:extLst>
      <p:ext uri="{BB962C8B-B14F-4D97-AF65-F5344CB8AC3E}">
        <p14:creationId xmlns:p14="http://schemas.microsoft.com/office/powerpoint/2010/main" val="1125878634"/>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Placeholder 5"/>
          <p:cNvSpPr>
            <a:spLocks noGrp="1"/>
          </p:cNvSpPr>
          <p:nvPr>
            <p:ph type="body" sz="quarter" idx="10"/>
          </p:nvPr>
        </p:nvSpPr>
        <p:spPr/>
        <p:txBody>
          <a:bodyPr>
            <a:normAutofit fontScale="92500" lnSpcReduction="10000"/>
          </a:bodyPr>
          <a:lstStyle/>
          <a:p>
            <a:r>
              <a:rPr lang="en-US" i="1" dirty="0" smtClean="0"/>
              <a:t>…les technologies [numériques] telles que les réseaux sociaux, la mobilité et l'analyse de données ne sont pas des objectifs à atteindre… [mais] des outils pour se rapprocher des clients, responsabiliser les collaborateurs et transformer les processus métier internes</a:t>
            </a:r>
          </a:p>
        </p:txBody>
      </p:sp>
      <p:sp>
        <p:nvSpPr>
          <p:cNvPr id="3" name="Text Placeholder 6"/>
          <p:cNvSpPr txBox="1">
            <a:spLocks/>
          </p:cNvSpPr>
          <p:nvPr/>
        </p:nvSpPr>
        <p:spPr>
          <a:xfrm>
            <a:off x="2791883" y="3328989"/>
            <a:ext cx="3776133" cy="713006"/>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r>
              <a:rPr lang="en-US" sz="1400" b="1" dirty="0" err="1" smtClean="0">
                <a:solidFill>
                  <a:schemeClr val="bg1"/>
                </a:solidFill>
              </a:rPr>
              <a:t>Westman, Bonnie et McAfee, « Leading Digital: Turning Technology into Business Transformation » (HBR, 2014)</a:t>
            </a:r>
          </a:p>
        </p:txBody>
      </p:sp>
    </p:spTree>
    <p:extLst>
      <p:ext uri="{BB962C8B-B14F-4D97-AF65-F5344CB8AC3E}">
        <p14:creationId xmlns:p14="http://schemas.microsoft.com/office/powerpoint/2010/main" val="3443087439"/>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3"/>
          </p:nvPr>
        </p:nvSpPr>
        <p:spPr/>
        <p:txBody>
          <a:bodyPr/>
          <a:lstStyle/>
          <a:p>
            <a:r>
              <a:rPr lang="en-GB" dirty="0" smtClean="0"/>
              <a:t>Les piliers traditionnels de la stratégie informatique</a:t>
            </a:r>
          </a:p>
        </p:txBody>
      </p:sp>
      <p:grpSp>
        <p:nvGrpSpPr>
          <p:cNvPr id="33" name="Group 32"/>
          <p:cNvGrpSpPr/>
          <p:nvPr/>
        </p:nvGrpSpPr>
        <p:grpSpPr>
          <a:xfrm>
            <a:off x="1917080" y="1389923"/>
            <a:ext cx="5344781" cy="2554104"/>
            <a:chOff x="1895856" y="1088136"/>
            <a:chExt cx="6312408" cy="4584193"/>
          </a:xfrm>
          <a:solidFill>
            <a:srgbClr val="FFFFFF">
              <a:lumMod val="75000"/>
            </a:srgbClr>
          </a:solidFill>
        </p:grpSpPr>
        <p:sp>
          <p:nvSpPr>
            <p:cNvPr id="34" name="Isosceles Triangle 33"/>
            <p:cNvSpPr/>
            <p:nvPr/>
          </p:nvSpPr>
          <p:spPr bwMode="auto">
            <a:xfrm>
              <a:off x="3680460" y="1088136"/>
              <a:ext cx="2743200" cy="1828800"/>
            </a:xfrm>
            <a:prstGeom prst="triangle">
              <a:avLst/>
            </a:prstGeom>
            <a:solidFill>
              <a:schemeClr val="accent1"/>
            </a:solidFill>
            <a:ln w="9525" cap="flat" cmpd="sng" algn="ctr">
              <a:noFill/>
              <a:prstDash val="solid"/>
              <a:round/>
              <a:headEnd type="none" w="med" len="med"/>
              <a:tailEnd type="none" w="med" len="med"/>
            </a:ln>
            <a:effectLst/>
            <a:scene3d>
              <a:camera prst="orthographicFront">
                <a:rot lat="0" lon="0" rev="0"/>
              </a:camera>
              <a:lightRig rig="contrasting" dir="t">
                <a:rot lat="0" lon="0" rev="7800000"/>
              </a:lightRig>
            </a:scene3d>
            <a:sp3d>
              <a:bevelT w="139700" h="139700"/>
            </a:sp3d>
          </p:spPr>
          <p:txBody>
            <a:bodyPr wrap="none" lIns="0" tIns="0" rIns="0" bIns="0"/>
            <a:lstStyle/>
            <a:p>
              <a:pPr marL="0" marR="0" lvl="0" indent="0" algn="ctr" defTabSz="914400" eaLnBrk="1" fontAlgn="auto" latinLnBrk="0" hangingPunct="1">
                <a:lnSpc>
                  <a:spcPct val="80000"/>
                </a:lnSpc>
                <a:spcBef>
                  <a:spcPct val="20000"/>
                </a:spcBef>
                <a:spcAft>
                  <a:spcPts val="0"/>
                </a:spcAft>
                <a:buClrTx/>
                <a:buSzTx/>
                <a:buFont typeface="Wingdings 2" pitchFamily="18" charset="2"/>
                <a:buNone/>
                <a:tabLst/>
                <a:defRPr/>
              </a:pPr>
              <a:endParaRPr kumimoji="0" lang="en-US" sz="1600" b="1" i="0" u="none" strike="noStrike" kern="0" cap="none" spc="0" normalizeH="0" baseline="0" noProof="0" dirty="0">
                <a:ln>
                  <a:noFill/>
                </a:ln>
                <a:solidFill>
                  <a:srgbClr val="FFFFFF">
                    <a:lumMod val="95000"/>
                  </a:srgbClr>
                </a:solidFill>
                <a:effectLst/>
                <a:uLnTx/>
                <a:uFillTx/>
              </a:endParaRPr>
            </a:p>
          </p:txBody>
        </p:sp>
        <p:sp>
          <p:nvSpPr>
            <p:cNvPr id="35" name="Isosceles Triangle 34"/>
            <p:cNvSpPr/>
            <p:nvPr/>
          </p:nvSpPr>
          <p:spPr bwMode="auto">
            <a:xfrm>
              <a:off x="5465064" y="3819144"/>
              <a:ext cx="2743200" cy="1828800"/>
            </a:xfrm>
            <a:prstGeom prst="triangle">
              <a:avLst/>
            </a:prstGeom>
            <a:solidFill>
              <a:schemeClr val="accent1"/>
            </a:solidFill>
            <a:ln w="9525" cap="flat" cmpd="sng" algn="ctr">
              <a:noFill/>
              <a:prstDash val="solid"/>
              <a:round/>
              <a:headEnd type="none" w="med" len="med"/>
              <a:tailEnd type="none" w="med" len="med"/>
            </a:ln>
            <a:effectLst/>
            <a:scene3d>
              <a:camera prst="orthographicFront">
                <a:rot lat="0" lon="0" rev="0"/>
              </a:camera>
              <a:lightRig rig="contrasting" dir="t">
                <a:rot lat="0" lon="0" rev="7800000"/>
              </a:lightRig>
            </a:scene3d>
            <a:sp3d>
              <a:bevelT w="139700" h="139700"/>
            </a:sp3d>
          </p:spPr>
          <p:txBody>
            <a:bodyPr wrap="none" lIns="0" tIns="0" rIns="0" bIns="0" anchor="ctr"/>
            <a:lstStyle/>
            <a:p>
              <a:r>
                <a:rPr kumimoji="0" lang="en-US" sz="1200" b="1" i="0" u="none" strike="noStrike" kern="0" cap="none" spc="0" normalizeH="0" baseline="0" noProof="0" dirty="0">
                  <a:ln>
                    <a:noFill/>
                  </a:ln>
                  <a:solidFill>
                    <a:srgbClr val="FFFFFF">
                      <a:lumMod val="95000"/>
                    </a:srgbClr>
                  </a:solidFill>
                  <a:effectLst/>
                  <a:uLnTx/>
                  <a:uFillTx/>
                </a:rPr>
                <a:t>Personnel et support</a:t>
              </a:r>
            </a:p>
            <a:p>
              <a:r>
                <a:rPr kumimoji="0" lang="en-US" sz="1200" b="1" i="0" u="none" strike="noStrike" kern="0" cap="none" spc="0" normalizeH="0" baseline="0" noProof="0" dirty="0">
                  <a:ln>
                    <a:noFill/>
                  </a:ln>
                  <a:solidFill>
                    <a:srgbClr val="FFFFFF">
                      <a:lumMod val="95000"/>
                    </a:srgbClr>
                  </a:solidFill>
                  <a:effectLst/>
                  <a:uLnTx/>
                  <a:uFillTx/>
                </a:rPr>
                <a:t>informatiques</a:t>
              </a:r>
            </a:p>
          </p:txBody>
        </p:sp>
        <p:sp>
          <p:nvSpPr>
            <p:cNvPr id="36" name="Isosceles Triangle 35"/>
            <p:cNvSpPr/>
            <p:nvPr/>
          </p:nvSpPr>
          <p:spPr bwMode="auto">
            <a:xfrm>
              <a:off x="1895856" y="3843528"/>
              <a:ext cx="2743200" cy="1828801"/>
            </a:xfrm>
            <a:prstGeom prst="triangle">
              <a:avLst/>
            </a:prstGeom>
            <a:solidFill>
              <a:schemeClr val="accent1"/>
            </a:solidFill>
            <a:ln w="9525" cap="flat" cmpd="sng" algn="ctr">
              <a:noFill/>
              <a:prstDash val="solid"/>
              <a:round/>
              <a:headEnd type="none" w="med" len="med"/>
              <a:tailEnd type="none" w="med" len="med"/>
            </a:ln>
            <a:effectLst/>
            <a:scene3d>
              <a:camera prst="orthographicFront">
                <a:rot lat="0" lon="0" rev="0"/>
              </a:camera>
              <a:lightRig rig="contrasting" dir="t">
                <a:rot lat="0" lon="0" rev="7800000"/>
              </a:lightRig>
            </a:scene3d>
            <a:sp3d>
              <a:bevelT w="139700" h="139700"/>
            </a:sp3d>
          </p:spPr>
          <p:txBody>
            <a:bodyPr wrap="none" lIns="0" tIns="0" rIns="0" bIns="0" anchor="ctr"/>
            <a:lstStyle/>
            <a:p>
              <a:r>
                <a:rPr kumimoji="0" lang="en-US" sz="1200" b="1" i="0" u="none" strike="noStrike" kern="0" cap="none" spc="0" normalizeH="0" baseline="0" noProof="0" dirty="0">
                  <a:ln>
                    <a:noFill/>
                  </a:ln>
                  <a:solidFill>
                    <a:srgbClr val="FFFFFF">
                      <a:lumMod val="95000"/>
                    </a:srgbClr>
                  </a:solidFill>
                  <a:effectLst/>
                  <a:uLnTx/>
                  <a:uFillTx/>
                  <a:cs typeface="Arial" pitchFamily="34" charset="0"/>
                </a:rPr>
                <a:t>Systèmes, données</a:t>
              </a:r>
            </a:p>
            <a:p>
              <a:r>
                <a:rPr kumimoji="0" lang="en-US" sz="1200" b="1" i="0" u="none" strike="noStrike" kern="0" cap="none" spc="0" normalizeH="0" baseline="0" noProof="0" dirty="0">
                  <a:ln>
                    <a:noFill/>
                  </a:ln>
                  <a:solidFill>
                    <a:srgbClr val="FFFFFF">
                      <a:lumMod val="95000"/>
                    </a:srgbClr>
                  </a:solidFill>
                  <a:effectLst/>
                  <a:uLnTx/>
                  <a:uFillTx/>
                  <a:cs typeface="Arial" pitchFamily="34" charset="0"/>
                </a:rPr>
                <a:t>et</a:t>
              </a:r>
            </a:p>
            <a:p>
              <a:r>
                <a:rPr kumimoji="0" lang="en-US" sz="1200" b="1" i="0" u="none" strike="noStrike" kern="0" cap="none" spc="0" normalizeH="0" baseline="0" noProof="0" dirty="0">
                  <a:ln>
                    <a:noFill/>
                  </a:ln>
                  <a:solidFill>
                    <a:srgbClr val="FFFFFF">
                      <a:lumMod val="95000"/>
                    </a:srgbClr>
                  </a:solidFill>
                  <a:effectLst/>
                  <a:uLnTx/>
                  <a:uFillTx/>
                  <a:cs typeface="Arial" pitchFamily="34" charset="0"/>
                </a:rPr>
                <a:t>infrastructure</a:t>
              </a:r>
            </a:p>
          </p:txBody>
        </p:sp>
        <p:pic>
          <p:nvPicPr>
            <p:cNvPr id="37" name="Picture 4" descr="C:\Documents and Settings\bhill\Local Settings\Temporary Internet Files\Content.IE5\NVP3J1KW\MCj04348020000[1].png"/>
            <p:cNvPicPr>
              <a:picLocks noChangeAspect="1" noChangeArrowheads="1"/>
            </p:cNvPicPr>
            <p:nvPr/>
          </p:nvPicPr>
          <p:blipFill>
            <a:blip r:embed="rId2" cstate="print">
              <a:duotone>
                <a:prstClr val="black"/>
                <a:srgbClr val="0096D7">
                  <a:tint val="45000"/>
                  <a:satMod val="400000"/>
                </a:srgbClr>
              </a:duotone>
            </a:blip>
            <a:srcRect/>
            <a:stretch>
              <a:fillRect/>
            </a:stretch>
          </p:blipFill>
          <p:spPr bwMode="auto">
            <a:xfrm>
              <a:off x="4562970" y="3604970"/>
              <a:ext cx="969150" cy="969150"/>
            </a:xfrm>
            <a:prstGeom prst="rect">
              <a:avLst/>
            </a:prstGeom>
            <a:noFill/>
            <a:ln>
              <a:noFill/>
            </a:ln>
          </p:spPr>
        </p:pic>
        <p:sp>
          <p:nvSpPr>
            <p:cNvPr id="38" name="Left-Right Arrow 37"/>
            <p:cNvSpPr/>
            <p:nvPr/>
          </p:nvSpPr>
          <p:spPr bwMode="auto">
            <a:xfrm rot="5400000">
              <a:off x="4687530" y="3124016"/>
              <a:ext cx="727100" cy="322001"/>
            </a:xfrm>
            <a:prstGeom prst="leftRightArrow">
              <a:avLst/>
            </a:prstGeom>
            <a:solidFill>
              <a:srgbClr val="009CDE">
                <a:lumMod val="75000"/>
              </a:srgbClr>
            </a:solidFill>
            <a:ln w="9525" cap="flat" cmpd="sng" algn="ctr">
              <a:noFill/>
              <a:prstDash val="solid"/>
              <a:round/>
              <a:headEnd type="none" w="med" len="med"/>
              <a:tailEnd type="none" w="med" len="med"/>
            </a:ln>
            <a:effectLst/>
          </p:spPr>
          <p:txBody>
            <a:bodyPr anchor="ctr"/>
            <a:lstStyle/>
            <a:p>
              <a:pPr marL="0" marR="0" lvl="0" indent="0" algn="ctr" defTabSz="914400" eaLnBrk="1" fontAlgn="auto" latinLnBrk="0" hangingPunct="1">
                <a:lnSpc>
                  <a:spcPct val="80000"/>
                </a:lnSpc>
                <a:spcBef>
                  <a:spcPct val="20000"/>
                </a:spcBef>
                <a:spcAft>
                  <a:spcPts val="0"/>
                </a:spcAft>
                <a:buClrTx/>
                <a:buSzTx/>
                <a:buFont typeface="Wingdings 2" pitchFamily="18" charset="2"/>
                <a:buNone/>
                <a:tabLst/>
                <a:defRPr/>
              </a:pPr>
              <a:endParaRPr kumimoji="0" lang="en-US" sz="1600" b="0" i="0" u="none" strike="noStrike" kern="0" cap="none" spc="0" normalizeH="0" baseline="0" noProof="0" dirty="0">
                <a:ln>
                  <a:noFill/>
                </a:ln>
                <a:solidFill>
                  <a:srgbClr val="0096D7"/>
                </a:solidFill>
                <a:effectLst/>
                <a:uLnTx/>
                <a:uFillTx/>
              </a:endParaRPr>
            </a:p>
          </p:txBody>
        </p:sp>
        <p:sp>
          <p:nvSpPr>
            <p:cNvPr id="41" name="Left-Right Arrow 40"/>
            <p:cNvSpPr/>
            <p:nvPr/>
          </p:nvSpPr>
          <p:spPr bwMode="auto">
            <a:xfrm rot="2221447">
              <a:off x="5489521" y="4353755"/>
              <a:ext cx="727100" cy="320040"/>
            </a:xfrm>
            <a:prstGeom prst="leftRightArrow">
              <a:avLst/>
            </a:prstGeom>
            <a:solidFill>
              <a:srgbClr val="009CDE">
                <a:lumMod val="75000"/>
              </a:srgbClr>
            </a:solidFill>
            <a:ln w="9525" cap="flat" cmpd="sng" algn="ctr">
              <a:noFill/>
              <a:prstDash val="solid"/>
              <a:round/>
              <a:headEnd type="none" w="med" len="med"/>
              <a:tailEnd type="none" w="med" len="med"/>
            </a:ln>
            <a:effectLst/>
          </p:spPr>
          <p:txBody>
            <a:bodyPr anchor="ctr"/>
            <a:lstStyle/>
            <a:p>
              <a:pPr marL="0" marR="0" lvl="0" indent="0" algn="ctr" defTabSz="914400" eaLnBrk="1" fontAlgn="auto" latinLnBrk="0" hangingPunct="1">
                <a:lnSpc>
                  <a:spcPct val="80000"/>
                </a:lnSpc>
                <a:spcBef>
                  <a:spcPct val="20000"/>
                </a:spcBef>
                <a:spcAft>
                  <a:spcPts val="0"/>
                </a:spcAft>
                <a:buClrTx/>
                <a:buSzTx/>
                <a:buFont typeface="Wingdings 2" pitchFamily="18" charset="2"/>
                <a:buNone/>
                <a:tabLst/>
                <a:defRPr/>
              </a:pPr>
              <a:endParaRPr kumimoji="0" lang="en-US" sz="1600" b="0" i="0" u="none" strike="noStrike" kern="0" cap="none" spc="0" normalizeH="0" baseline="0" noProof="0" dirty="0">
                <a:ln>
                  <a:noFill/>
                </a:ln>
                <a:solidFill>
                  <a:srgbClr val="0096D7"/>
                </a:solidFill>
                <a:effectLst/>
                <a:uLnTx/>
                <a:uFillTx/>
              </a:endParaRPr>
            </a:p>
          </p:txBody>
        </p:sp>
        <p:sp>
          <p:nvSpPr>
            <p:cNvPr id="44" name="Left-Right Arrow 43"/>
            <p:cNvSpPr/>
            <p:nvPr/>
          </p:nvSpPr>
          <p:spPr bwMode="auto">
            <a:xfrm rot="19533541">
              <a:off x="3916131" y="4353754"/>
              <a:ext cx="727100" cy="320040"/>
            </a:xfrm>
            <a:prstGeom prst="leftRightArrow">
              <a:avLst/>
            </a:prstGeom>
            <a:solidFill>
              <a:srgbClr val="009CDE">
                <a:lumMod val="75000"/>
              </a:srgbClr>
            </a:solidFill>
            <a:ln w="9525" cap="flat" cmpd="sng" algn="ctr">
              <a:noFill/>
              <a:prstDash val="solid"/>
              <a:round/>
              <a:headEnd type="none" w="med" len="med"/>
              <a:tailEnd type="none" w="med" len="med"/>
            </a:ln>
            <a:effectLst/>
          </p:spPr>
          <p:txBody>
            <a:bodyPr anchor="ctr"/>
            <a:lstStyle/>
            <a:p>
              <a:pPr marL="0" marR="0" lvl="0" indent="0" algn="ctr" defTabSz="914400" eaLnBrk="1" fontAlgn="auto" latinLnBrk="0" hangingPunct="1">
                <a:lnSpc>
                  <a:spcPct val="80000"/>
                </a:lnSpc>
                <a:spcBef>
                  <a:spcPct val="20000"/>
                </a:spcBef>
                <a:spcAft>
                  <a:spcPts val="0"/>
                </a:spcAft>
                <a:buClrTx/>
                <a:buSzTx/>
                <a:buFont typeface="Wingdings 2" pitchFamily="18" charset="2"/>
                <a:buNone/>
                <a:tabLst/>
                <a:defRPr/>
              </a:pPr>
              <a:endParaRPr kumimoji="0" lang="en-US" sz="1600" b="0" i="0" u="none" strike="noStrike" kern="0" cap="none" spc="0" normalizeH="0" baseline="0" noProof="0" dirty="0">
                <a:ln>
                  <a:noFill/>
                </a:ln>
                <a:solidFill>
                  <a:srgbClr val="0096D7"/>
                </a:solidFill>
                <a:effectLst/>
                <a:uLnTx/>
                <a:uFillTx/>
              </a:endParaRPr>
            </a:p>
          </p:txBody>
        </p:sp>
      </p:grpSp>
      <p:sp>
        <p:nvSpPr>
          <p:cNvPr id="45" name="TextBox 44"/>
          <p:cNvSpPr txBox="1"/>
          <p:nvPr/>
        </p:nvSpPr>
        <p:spPr>
          <a:xfrm>
            <a:off x="4053107" y="1846140"/>
            <a:ext cx="1072730" cy="461665"/>
          </a:xfrm>
          <a:prstGeom prst="rect">
            <a:avLst/>
          </a:prstGeom>
          <a:noFill/>
        </p:spPr>
        <p:txBody>
          <a:bodyPr wrap="none">
            <a:spAutoFit/>
          </a:bodyPr>
          <a:lstStyle/>
          <a:p>
            <a:r>
              <a:rPr kumimoji="0" lang="en-US" sz="1200" b="1" i="0" u="none" strike="noStrike" kern="0" cap="none" spc="0" normalizeH="0" baseline="0" noProof="0" dirty="0">
                <a:ln>
                  <a:noFill/>
                </a:ln>
                <a:solidFill>
                  <a:srgbClr val="FFFFFF">
                    <a:lumMod val="95000"/>
                  </a:srgbClr>
                </a:solidFill>
                <a:effectLst/>
                <a:uLnTx/>
                <a:uFillTx/>
              </a:rPr>
              <a:t>Gouvernance</a:t>
            </a:r>
          </a:p>
          <a:p>
            <a:r>
              <a:rPr kumimoji="0" lang="en-US" sz="1200" b="1" i="0" u="none" strike="noStrike" kern="0" cap="none" spc="0" normalizeH="0" baseline="0" noProof="0" dirty="0">
                <a:ln>
                  <a:noFill/>
                </a:ln>
                <a:solidFill>
                  <a:srgbClr val="FFFFFF">
                    <a:lumMod val="95000"/>
                  </a:srgbClr>
                </a:solidFill>
                <a:effectLst/>
                <a:uLnTx/>
                <a:uFillTx/>
              </a:rPr>
              <a:t>informatique</a:t>
            </a:r>
          </a:p>
        </p:txBody>
      </p:sp>
      <p:sp>
        <p:nvSpPr>
          <p:cNvPr id="46" name="TextBox 19"/>
          <p:cNvSpPr txBox="1">
            <a:spLocks noChangeArrowheads="1"/>
          </p:cNvSpPr>
          <p:nvPr/>
        </p:nvSpPr>
        <p:spPr bwMode="auto">
          <a:xfrm>
            <a:off x="4933617" y="1381847"/>
            <a:ext cx="3129816" cy="900246"/>
          </a:xfrm>
          <a:prstGeom prst="rect">
            <a:avLst/>
          </a:prstGeom>
          <a:noFill/>
          <a:ln w="9525">
            <a:noFill/>
            <a:miter lim="800000"/>
            <a:headEnd/>
            <a:tailEnd/>
          </a:ln>
        </p:spPr>
        <p:txBody>
          <a:bodyPr wrap="square">
            <a:spAutoFit/>
          </a:bodyPr>
          <a:lstStyle/>
          <a:p>
            <a:r>
              <a:rPr kumimoji="0" lang="en-US" sz="1050" b="0" i="0" u="none" strike="noStrike" kern="0" cap="none" spc="0" normalizeH="0" baseline="0" noProof="0" dirty="0">
                <a:ln>
                  <a:noFill/>
                </a:ln>
                <a:effectLst/>
                <a:uLnTx/>
                <a:uFillTx/>
              </a:rPr>
              <a:t>Les projets informatiques doivent être alignés sur la stratégie de l'entreprise, la performance informatique doit être suivie régulièrement, et une communication efficace doit exister entre l'informatique et les utilisateurs métier.</a:t>
            </a:r>
          </a:p>
        </p:txBody>
      </p:sp>
      <p:sp>
        <p:nvSpPr>
          <p:cNvPr id="47" name="TextBox 17"/>
          <p:cNvSpPr txBox="1">
            <a:spLocks noChangeArrowheads="1"/>
          </p:cNvSpPr>
          <p:nvPr/>
        </p:nvSpPr>
        <p:spPr bwMode="auto">
          <a:xfrm>
            <a:off x="6365175" y="2791212"/>
            <a:ext cx="2159700" cy="1223412"/>
          </a:xfrm>
          <a:prstGeom prst="rect">
            <a:avLst/>
          </a:prstGeom>
          <a:noFill/>
          <a:ln w="9525">
            <a:noFill/>
            <a:miter lim="800000"/>
            <a:headEnd/>
            <a:tailEnd/>
          </a:ln>
        </p:spPr>
        <p:txBody>
          <a:bodyPr wrap="square">
            <a:spAutoFit/>
          </a:bodyPr>
          <a:lstStyle/>
          <a:p>
            <a:r>
              <a:rPr kumimoji="0" lang="en-US" sz="1050" b="0" i="0" u="none" strike="noStrike" kern="0" cap="none" spc="0" normalizeH="0" baseline="0" noProof="0" dirty="0">
                <a:ln>
                  <a:noFill/>
                </a:ln>
                <a:effectLst/>
                <a:uLnTx/>
                <a:uFillTx/>
              </a:rPr>
              <a:t>Le personnel et le support informatiques doivent être adaptés au niveau de besoin, avec les compétences requises ainsi que des parcours de carrière et des plans de fidélisation en place pour le personnel.</a:t>
            </a:r>
          </a:p>
        </p:txBody>
      </p:sp>
      <p:sp>
        <p:nvSpPr>
          <p:cNvPr id="48" name="TextBox 18"/>
          <p:cNvSpPr txBox="1">
            <a:spLocks noChangeArrowheads="1"/>
          </p:cNvSpPr>
          <p:nvPr/>
        </p:nvSpPr>
        <p:spPr bwMode="auto">
          <a:xfrm>
            <a:off x="177800" y="2755493"/>
            <a:ext cx="2592288" cy="1223412"/>
          </a:xfrm>
          <a:prstGeom prst="rect">
            <a:avLst/>
          </a:prstGeom>
          <a:noFill/>
          <a:ln w="9525">
            <a:noFill/>
            <a:miter lim="800000"/>
            <a:headEnd/>
            <a:tailEnd/>
          </a:ln>
        </p:spPr>
        <p:txBody>
          <a:bodyPr wrap="square">
            <a:spAutoFit/>
          </a:bodyPr>
          <a:lstStyle/>
          <a:p>
            <a:r>
              <a:rPr kumimoji="0" lang="en-US" sz="1050" b="0" i="0" u="none" strike="noStrike" kern="0" cap="none" spc="0" normalizeH="0" baseline="0" noProof="0" dirty="0">
                <a:ln>
                  <a:noFill/>
                </a:ln>
                <a:effectLst/>
                <a:uLnTx/>
                <a:uFillTx/>
              </a:rPr>
              <a:t>Les systèmes informatiques doivent être adaptés aux besoins de l'entreprise, les données doivent être bien gérées et accessibles, et l'infrastructure doit être surveillée et maintenue efficacement.</a:t>
            </a:r>
          </a:p>
          <a:p>
            <a:r>
              <a:rPr kumimoji="0" lang="en-US" sz="1050" b="0" i="0" u="none" strike="noStrike" kern="0" cap="none" spc="0" normalizeH="0" baseline="0" noProof="0" dirty="0">
                <a:ln>
                  <a:noFill/>
                </a:ln>
                <a:effectLst/>
                <a:uLnTx/>
                <a:uFillTx/>
              </a:rPr>
              <a:t/>
            </a:r>
          </a:p>
          <a:p>
            <a:r>
              <a:rPr kumimoji="0" lang="en-US" sz="1050" b="0" i="0" u="none" strike="noStrike" kern="0" cap="none" spc="0" normalizeH="0" baseline="0" noProof="0" dirty="0">
                <a:ln>
                  <a:noFill/>
                </a:ln>
                <a:effectLst/>
                <a:uLnTx/>
                <a:uFillTx/>
              </a:rPr>
              <a:t/>
            </a:r>
          </a:p>
        </p:txBody>
      </p:sp>
    </p:spTree>
    <p:extLst>
      <p:ext uri="{BB962C8B-B14F-4D97-AF65-F5344CB8AC3E}">
        <p14:creationId xmlns:p14="http://schemas.microsoft.com/office/powerpoint/2010/main" val="3568814926"/>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3"/>
          </p:nvPr>
        </p:nvSpPr>
        <p:spPr/>
        <p:txBody>
          <a:bodyPr/>
          <a:lstStyle/>
          <a:p>
            <a:r>
              <a:rPr lang="en-GB" dirty="0"/>
              <a:t>Le parcours – élaborer la stratégie numérique</a:t>
            </a:r>
          </a:p>
        </p:txBody>
      </p:sp>
      <p:pic>
        <p:nvPicPr>
          <p:cNvPr id="31"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363134" y="851212"/>
            <a:ext cx="6041496" cy="40573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406965543"/>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 Placeholder 1"/>
          <p:cNvSpPr>
            <a:spLocks noGrp="1"/>
          </p:cNvSpPr>
          <p:nvPr>
            <p:ph type="body" sz="quarter" idx="13"/>
          </p:nvPr>
        </p:nvSpPr>
        <p:spPr/>
        <p:txBody>
          <a:bodyPr/>
          <a:lstStyle/>
          <a:p>
            <a:r>
              <a:rPr lang="en-GB" dirty="0" smtClean="0"/>
              <a:t>Comment aborder la transformation numérique</a:t>
            </a:r>
          </a:p>
        </p:txBody>
      </p:sp>
      <p:sp>
        <p:nvSpPr>
          <p:cNvPr id="3" name="Content Placeholder 2"/>
          <p:cNvSpPr>
            <a:spLocks noGrp="1"/>
          </p:cNvSpPr>
          <p:nvPr>
            <p:ph sz="quarter" idx="16"/>
          </p:nvPr>
        </p:nvSpPr>
        <p:spPr>
          <a:xfrm>
            <a:off x="251519" y="864809"/>
            <a:ext cx="6476827" cy="3527425"/>
          </a:xfrm>
        </p:spPr>
        <p:txBody>
          <a:bodyPr>
            <a:noAutofit/>
          </a:bodyPr>
          <a:lstStyle/>
          <a:p>
            <a:r>
              <a:rPr lang="en-US" sz="1200" b="1" dirty="0" smtClean="0"/>
              <a:t>D'après notre expérience de la transformation numérique, les facteurs suivants sont déterminants pour la réussite :</a:t>
            </a:r>
          </a:p>
        </p:txBody>
      </p:sp>
      <p:graphicFrame>
        <p:nvGraphicFramePr>
          <p:cNvPr id="5" name="Diagram 4"/>
          <p:cNvGraphicFramePr/>
          <p:nvPr>
            <p:extLst>
              <p:ext uri="{D42A27DB-BD31-4B8C-83A1-F6EECF244321}">
                <p14:modId xmlns:p14="http://schemas.microsoft.com/office/powerpoint/2010/main" val="4221701148"/>
              </p:ext>
            </p:extLst>
          </p:nvPr>
        </p:nvGraphicFramePr>
        <p:xfrm>
          <a:off x="1496857" y="1187289"/>
          <a:ext cx="5695666" cy="363385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4" name="Down Arrow 3"/>
          <p:cNvSpPr/>
          <p:nvPr/>
        </p:nvSpPr>
        <p:spPr>
          <a:xfrm>
            <a:off x="887257" y="1330657"/>
            <a:ext cx="477672" cy="3418764"/>
          </a:xfrm>
          <a:prstGeom prst="downArrow">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053355627"/>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extBox 8"/>
          <p:cNvSpPr txBox="1"/>
          <p:nvPr/>
        </p:nvSpPr>
        <p:spPr>
          <a:xfrm>
            <a:off x="4118570" y="3815219"/>
            <a:ext cx="4536504" cy="338554"/>
          </a:xfrm>
          <a:prstGeom prst="rect">
            <a:avLst/>
          </a:prstGeom>
          <a:noFill/>
        </p:spPr>
        <p:txBody>
          <a:bodyPr wrap="square" rtlCol="0">
            <a:spAutoFit/>
          </a:bodyPr>
          <a:lstStyle/>
          <a:p>
            <a:r>
              <a:rPr lang="en-GB" sz="2400" baseline="30000" dirty="0">
                <a:solidFill>
                  <a:schemeClr val="bg1"/>
                </a:solidFill>
              </a:rPr>
              <a:t>Collaboration. Compréhension. Idées et perspectives.</a:t>
            </a:r>
          </a:p>
        </p:txBody>
      </p:sp>
      <p:pic>
        <p:nvPicPr>
          <p:cNvPr id="3074" name="Picture 2" descr="Z:\RSM International\1 Design\2015\Brand\Icons and illustrations\PNGs for powerpoint\collab-ideas-insight.png"/>
          <p:cNvPicPr>
            <a:picLocks noChangeAspect="1" noChangeArrowheads="1"/>
          </p:cNvPicPr>
          <p:nvPr/>
        </p:nvPicPr>
        <p:blipFill>
          <a:blip r:embed="rId2" cstate="print">
            <a:extLst>
              <a:ext uri="{28A0092B-C50C-407E-A947-70E740481C1C}">
                <a14:useLocalDpi xmlns:a14="http://schemas.microsoft.com/office/drawing/2010/main" val="0"/>
              </a:ext>
            </a:extLst>
          </a:blip>
          <a:stretch>
            <a:fillRect/>
          </a:stretch>
        </p:blipFill>
        <p:spPr bwMode="auto">
          <a:xfrm>
            <a:off x="4862261" y="449075"/>
            <a:ext cx="2954590" cy="312001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02536041"/>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p:cNvSpPr/>
          <p:nvPr/>
        </p:nvSpPr>
        <p:spPr>
          <a:xfrm>
            <a:off x="254000" y="356526"/>
            <a:ext cx="8696325" cy="4185761"/>
          </a:xfrm>
          <a:prstGeom prst="rect">
            <a:avLst/>
          </a:prstGeom>
        </p:spPr>
        <p:txBody>
          <a:bodyPr wrap="square">
            <a:spAutoFit/>
          </a:bodyPr>
          <a:lstStyle/>
          <a:p>
            <a:r>
              <a:rPr lang="de-DE" sz="1100" dirty="0">
                <a:solidFill>
                  <a:srgbClr val="63666A"/>
                </a:solidFill>
              </a:rPr>
              <a:t>RSM 25 Farringdon Street Londres EC4A 4AB</a:t>
            </a:r>
          </a:p>
          <a:p>
            <a:r>
              <a:rPr lang="de-DE" sz="1100" dirty="0">
                <a:solidFill>
                  <a:srgbClr val="63666A"/>
                </a:solidFill>
              </a:rPr>
              <a:t/>
            </a:r>
          </a:p>
          <a:p>
            <a:r>
              <a:rPr lang="de-DE" sz="1100" dirty="0">
                <a:solidFill>
                  <a:srgbClr val="63666A"/>
                </a:solidFill>
              </a:rPr>
              <a:t>rsmuk.com</a:t>
            </a:r>
          </a:p>
          <a:p>
            <a:r>
              <a:rPr lang="de-DE" sz="1100" dirty="0">
                <a:solidFill>
                  <a:srgbClr val="63666A"/>
                </a:solidFill>
              </a:rPr>
              <a:t/>
            </a:r>
          </a:p>
          <a:p>
            <a:r>
              <a:rPr lang="de-DE" sz="1100" dirty="0">
                <a:solidFill>
                  <a:srgbClr val="63666A"/>
                </a:solidFill>
              </a:rPr>
              <a:t>Le groupe de sociétés et de LLP au Royaume-Uni exerçant sous le nom de RSM est membre du réseau RSM. RSM est le nom commercial utilisé par les membres du réseau RSM. Chaque membre du réseau RSM est un cabinet d'expertise comptable et de conseil indépendant, exerçant chacun en son nom propre. Le réseau RSM n'est pas lui-même une entité juridique distincte de quelque nature que ce soit, dans quelque juridiction que ce soit. Le réseau RSM est administré par RSM International Limited, une société immatriculée en Angleterre et au pays de Galles (numéro de société 4040598) dont le siège social est situé au 11 Old Jewry, Londres EC2R 8DU. La marque et le nom commercial RSM ainsi que les autres droits de propriété intellectuelle utilisés par les membres du réseau sont la propriété de RSM International Association, une association régie par les articles 60 et suivants du Code civil suisse, dont le siège est à Zoug.</a:t>
            </a:r>
          </a:p>
          <a:p>
            <a:r>
              <a:rPr lang="de-DE" sz="1100" dirty="0">
                <a:solidFill>
                  <a:srgbClr val="63666A"/>
                </a:solidFill>
              </a:rPr>
              <a:t/>
            </a:r>
          </a:p>
          <a:p>
            <a:r>
              <a:rPr lang="de-DE" sz="1100" dirty="0">
                <a:solidFill>
                  <a:srgbClr val="63666A"/>
                </a:solidFill>
              </a:rPr>
              <a:t>RSM UK Consulting LLP, RSM Corporate Finance LLP, RSM Restructuring Advisory LLP, RSM Risk Assurance Services LLP, RSM Tax and Advisory Services LLP, RSM UK Audit LLP et RSM UK Tax and Accounting Limited ne sont pas agréés au titre du Financial Services and Markets Act 2000, mais nous sommes en mesure, dans certaines circonstances, de proposer une gamme limitée de services d'investissement, car nous sommes membres de l'Institute of Chartered Accountants in England and Wales. Nous pouvons fournir ces services d'investissement lorsqu'ils constituent un élément accessoire des services professionnels pour lesquels nous avons été mandatés. Baker Tilly Creditor Services LLP est agréé et réglementé par la Financial Conduct Authority pour les activités réglementées liées au crédit. RSM Co (UK) Limited est agréé et réglementé par la Financial Conduct Authority pour exercer une gamme d'activités d'investissement. Bien que tout ait été mis en œuvre pour en garantir l'exactitude, les informations contenues dans la présente communication peuvent ne pas être exhaustives et les destinataires ne devraient pas agir sur cette base sans conseil professionnel.</a:t>
            </a:r>
          </a:p>
          <a:p>
            <a:r>
              <a:rPr lang="de-DE" sz="1100" dirty="0">
                <a:solidFill>
                  <a:srgbClr val="63666A"/>
                </a:solidFill>
              </a:rPr>
              <a:t/>
            </a:r>
          </a:p>
          <a:p>
            <a:r>
              <a:rPr lang="de-DE" sz="1100" dirty="0">
                <a:solidFill>
                  <a:srgbClr val="63666A"/>
                </a:solidFill>
              </a:rPr>
              <a:t>© 2016 RSM UK Group LLP, tous droits réservés.</a:t>
            </a:r>
          </a:p>
        </p:txBody>
      </p:sp>
    </p:spTree>
    <p:extLst>
      <p:ext uri="{BB962C8B-B14F-4D97-AF65-F5344CB8AC3E}">
        <p14:creationId xmlns:p14="http://schemas.microsoft.com/office/powerpoint/2010/main" val="2234750485"/>
      </p:ext>
    </p:extLst>
  </p:cSld>
  <p:clrMapOvr>
    <a:masterClrMapping/>
  </p:clrMapOvr>
  <p:timing>
    <p:tnLst>
      <p:par>
        <p:cTn id="1" dur="indefinite" restart="never" nodeType="tmRoot"/>
      </p:par>
    </p:tnLst>
  </p:timing>
</p:sld>
</file>

<file path=ppt/theme/theme1.xml><?xml version="1.0" encoding="utf-8"?>
<a:theme xmlns:a="http://schemas.openxmlformats.org/drawingml/2006/main" name="16.9 Quick_presentation">
  <a:themeElements>
    <a:clrScheme name="RSM">
      <a:dk1>
        <a:srgbClr val="63666A"/>
      </a:dk1>
      <a:lt1>
        <a:sysClr val="window" lastClr="FFFFFF"/>
      </a:lt1>
      <a:dk2>
        <a:srgbClr val="888B8D"/>
      </a:dk2>
      <a:lt2>
        <a:srgbClr val="DCDDDE"/>
      </a:lt2>
      <a:accent1>
        <a:srgbClr val="009CDE"/>
      </a:accent1>
      <a:accent2>
        <a:srgbClr val="3F9C35"/>
      </a:accent2>
      <a:accent3>
        <a:srgbClr val="34A798"/>
      </a:accent3>
      <a:accent4>
        <a:srgbClr val="9F5CC0"/>
      </a:accent4>
      <a:accent5>
        <a:srgbClr val="F1B434"/>
      </a:accent5>
      <a:accent6>
        <a:srgbClr val="E40046"/>
      </a:accent6>
      <a:hlink>
        <a:srgbClr val="009CDE"/>
      </a:hlink>
      <a:folHlink>
        <a:srgbClr val="63666A"/>
      </a:folHlink>
    </a:clrScheme>
    <a:fontScheme name="Office Classic 2">
      <a:maj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16.9 Quick_presentation</Template>
  <TotalTime>2216</TotalTime>
  <Words>542</Words>
  <Application>Microsoft Office PowerPoint</Application>
  <PresentationFormat>On-screen Show (16:9)</PresentationFormat>
  <Paragraphs>85</Paragraphs>
  <Slides>12</Slides>
  <Notes>7</Notes>
  <HiddenSlides>1</HiddenSlides>
  <MMClips>0</MMClips>
  <ScaleCrop>false</ScaleCrop>
  <HeadingPairs>
    <vt:vector size="4" baseType="variant">
      <vt:variant>
        <vt:lpstr>Theme</vt:lpstr>
      </vt:variant>
      <vt:variant>
        <vt:i4>1</vt:i4>
      </vt:variant>
      <vt:variant>
        <vt:lpstr>Slide Titles</vt:lpstr>
      </vt:variant>
      <vt:variant>
        <vt:i4>12</vt:i4>
      </vt:variant>
    </vt:vector>
  </HeadingPairs>
  <TitlesOfParts>
    <vt:vector size="13" baseType="lpstr">
      <vt:lpstr>16.9 Quick_presentation</vt:lpstr>
      <vt:lpstr>PowerPoint Presentation</vt:lpstr>
      <vt:lpstr>PowerPoint Presentation</vt:lpstr>
      <vt:lpstr>PowerPoint Presentation</vt:lpstr>
      <vt:lpstr>PowerPoint Presentation</vt:lpstr>
      <vt:lpstr>PowerPoint Presentation</vt:lpstr>
      <vt:lpstr>IT Strategy</vt:lpstr>
      <vt:lpstr>PowerPoint Presentation</vt:lpstr>
      <vt:lpstr>PowerPoint Presentation</vt:lpstr>
      <vt:lpstr>PowerPoint Presentation</vt:lpstr>
      <vt:lpstr>PowerPoint Presentation</vt:lpstr>
      <vt:lpstr>PowerPoint Presentation</vt:lpstr>
      <vt:lpstr>PowerPoint Presentation</vt:lpstr>
    </vt:vector>
  </TitlesOfParts>
  <Company>RSM</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Knowles Chris</dc:creator>
  <cp:lastModifiedBy>Hipple Frances</cp:lastModifiedBy>
  <cp:revision>63</cp:revision>
  <cp:lastPrinted>2016-06-29T14:37:19Z</cp:lastPrinted>
  <dcterms:created xsi:type="dcterms:W3CDTF">2016-01-18T07:06:48Z</dcterms:created>
  <dcterms:modified xsi:type="dcterms:W3CDTF">2016-07-01T09:44:23Z</dcterms:modified>
</cp:coreProperties>
</file>