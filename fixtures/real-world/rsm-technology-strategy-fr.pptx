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297" r:id="rId3"/>
    <p:sldId id="290" r:id="rId4"/>
    <p:sldId id="309" r:id="rId5"/>
    <p:sldId id="295" r:id="rId6"/>
    <p:sldId id="311" r:id="rId7"/>
    <p:sldId id="303" r:id="rId8"/>
    <p:sldId id="304" r:id="rId9"/>
    <p:sldId id="305" r:id="rId10"/>
    <p:sldId id="306" r:id="rId11"/>
    <p:sldId id="307" r:id="rId12"/>
    <p:sldId id="310" r:id="rId13"/>
  </p:sldIdLst>
  <p:sldSz cx="9144000" cy="5143500" type="screen16x9"/>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121">
          <p15:clr>
            <a:srgbClr val="A4A3A4"/>
          </p15:clr>
        </p15:guide>
        <p15:guide id="2" orient="horz" pos="2791">
          <p15:clr>
            <a:srgbClr val="A4A3A4"/>
          </p15:clr>
        </p15:guide>
        <p15:guide id="3" orient="horz" pos="117">
          <p15:clr>
            <a:srgbClr val="A4A3A4"/>
          </p15:clr>
        </p15:guide>
        <p15:guide id="4" orient="horz">
          <p15:clr>
            <a:srgbClr val="A4A3A4"/>
          </p15:clr>
        </p15:guide>
        <p15:guide id="5" orient="horz" pos="239">
          <p15:clr>
            <a:srgbClr val="A4A3A4"/>
          </p15:clr>
        </p15:guide>
        <p15:guide id="6" orient="horz" pos="486">
          <p15:clr>
            <a:srgbClr val="A4A3A4"/>
          </p15:clr>
        </p15:guide>
        <p15:guide id="7" orient="horz" pos="2903">
          <p15:clr>
            <a:srgbClr val="A4A3A4"/>
          </p15:clr>
        </p15:guide>
        <p15:guide id="8" pos="2880">
          <p15:clr>
            <a:srgbClr val="A4A3A4"/>
          </p15:clr>
        </p15:guide>
        <p15:guide id="9" pos="5650">
          <p15:clr>
            <a:srgbClr val="A4A3A4"/>
          </p15:clr>
        </p15:guide>
        <p15:guide id="10" pos="34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7F7"/>
    <a:srgbClr val="DBECD4"/>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3" autoAdjust="0"/>
    <p:restoredTop sz="84460" autoAdjust="0"/>
  </p:normalViewPr>
  <p:slideViewPr>
    <p:cSldViewPr snapToGrid="0">
      <p:cViewPr>
        <p:scale>
          <a:sx n="100" d="100"/>
          <a:sy n="100" d="100"/>
        </p:scale>
        <p:origin x="-2220" y="-594"/>
      </p:cViewPr>
      <p:guideLst>
        <p:guide orient="horz" pos="3121"/>
        <p:guide orient="horz" pos="2791"/>
        <p:guide orient="horz" pos="117"/>
        <p:guide orient="horz"/>
        <p:guide orient="horz" pos="581"/>
        <p:guide orient="horz" pos="486"/>
        <p:guide orient="horz" pos="2903"/>
        <p:guide orient="horz" pos="935"/>
        <p:guide pos="2859"/>
        <p:guide pos="5650"/>
        <p:guide pos="160"/>
        <p:guide pos="2948"/>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786" y="-96"/>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2188F3-9FB1-47D5-BC96-AC070B6E90C7}" type="doc">
      <dgm:prSet loTypeId="urn:microsoft.com/office/officeart/2011/layout/HexagonRadial#2" loCatId="officeonline" qsTypeId="urn:microsoft.com/office/officeart/2005/8/quickstyle/3d1" qsCatId="3D" csTypeId="urn:microsoft.com/office/officeart/2005/8/colors/accent1_2" csCatId="accent1" phldr="1"/>
      <dgm:spPr/>
      <dgm:t>
        <a:bodyPr/>
        <a:lstStyle/>
        <a:p>
          <a:endParaRPr lang="en-GB"/>
        </a:p>
      </dgm:t>
    </dgm:pt>
    <dgm:pt modelId="{D9401464-59BF-4294-BF66-70EE0654FA02}">
      <dgm:prSet phldrT="[Text]" custT="1"/>
      <dgm:spPr>
        <a:solidFill>
          <a:schemeClr val="accent2"/>
        </a:solidFill>
      </dgm:spPr>
      <dgm:t>
        <a:bodyPr/>
        <a:lstStyle/>
        <a:p>
          <a:r>
            <a:rPr lang="en-GB" sz="1100" b="1" dirty="0" smtClean="0"/>
            <a:t>RSM Technology Consulting</a:t>
          </a:r>
          <a:endParaRPr lang="en-GB" sz="1100" b="1" dirty="0"/>
        </a:p>
      </dgm:t>
    </dgm:pt>
    <dgm:pt modelId="{79AAD480-5CCF-4255-BA01-15572179A438}" type="parTrans" cxnId="{3ADDB16E-4218-4916-87CC-4D0AA67159E6}">
      <dgm:prSet/>
      <dgm:spPr/>
      <dgm:t>
        <a:bodyPr/>
        <a:lstStyle/>
        <a:p>
          <a:endParaRPr lang="en-GB" sz="1800" b="1"/>
        </a:p>
      </dgm:t>
    </dgm:pt>
    <dgm:pt modelId="{892E24AE-A27D-4511-A450-3A1727C8252F}" type="sibTrans" cxnId="{3ADDB16E-4218-4916-87CC-4D0AA67159E6}">
      <dgm:prSet/>
      <dgm:spPr/>
      <dgm:t>
        <a:bodyPr/>
        <a:lstStyle/>
        <a:p>
          <a:endParaRPr lang="en-GB" sz="1800" b="1"/>
        </a:p>
      </dgm:t>
    </dgm:pt>
    <dgm:pt modelId="{CC18DAA4-D3FC-44B1-96AD-05D22DA4A5CB}">
      <dgm:prSet phldrT="[Text]" custT="1"/>
      <dgm:spPr/>
      <dgm:t>
        <a:bodyPr/>
        <a:lstStyle/>
        <a:p>
          <a:r>
            <a:rPr lang="en-GB" sz="1100" b="1" dirty="0" smtClean="0"/>
            <a:t>Digital &amp; IT strategy</a:t>
          </a:r>
          <a:endParaRPr lang="en-GB" sz="1100" b="1" dirty="0"/>
        </a:p>
      </dgm:t>
    </dgm:pt>
    <dgm:pt modelId="{1AB2CA4B-60D4-4D7C-92E4-F8D120C807B4}" type="parTrans" cxnId="{7791FAB0-6744-402E-BC90-BC989E73883F}">
      <dgm:prSet/>
      <dgm:spPr/>
      <dgm:t>
        <a:bodyPr/>
        <a:lstStyle/>
        <a:p>
          <a:endParaRPr lang="en-GB" sz="1800" b="1"/>
        </a:p>
      </dgm:t>
    </dgm:pt>
    <dgm:pt modelId="{72D4550F-F21D-47F0-910E-1C179FF33882}" type="sibTrans" cxnId="{7791FAB0-6744-402E-BC90-BC989E73883F}">
      <dgm:prSet/>
      <dgm:spPr/>
      <dgm:t>
        <a:bodyPr/>
        <a:lstStyle/>
        <a:p>
          <a:endParaRPr lang="en-GB" sz="1800" b="1"/>
        </a:p>
      </dgm:t>
    </dgm:pt>
    <dgm:pt modelId="{9CE2B8EA-FEDD-4D9F-A03E-D91E6094A2BE}">
      <dgm:prSet phldrT="[Text]" custT="1"/>
      <dgm:spPr/>
      <dgm:t>
        <a:bodyPr/>
        <a:lstStyle/>
        <a:p>
          <a:r>
            <a:rPr lang="en-GB" sz="1100" b="1" dirty="0" smtClean="0"/>
            <a:t>ERP &amp; accounting systems</a:t>
          </a:r>
          <a:endParaRPr lang="en-GB" sz="1100" b="1" dirty="0"/>
        </a:p>
      </dgm:t>
    </dgm:pt>
    <dgm:pt modelId="{FD0A8BC8-F0BC-4F92-BB11-423D1994F1AF}" type="parTrans" cxnId="{4545DE56-D099-4CA5-B47F-2E0F0677EDF8}">
      <dgm:prSet/>
      <dgm:spPr/>
      <dgm:t>
        <a:bodyPr/>
        <a:lstStyle/>
        <a:p>
          <a:endParaRPr lang="en-GB" sz="1800" b="1"/>
        </a:p>
      </dgm:t>
    </dgm:pt>
    <dgm:pt modelId="{71D3F13C-64AD-418E-863E-4134255218B5}" type="sibTrans" cxnId="{4545DE56-D099-4CA5-B47F-2E0F0677EDF8}">
      <dgm:prSet/>
      <dgm:spPr/>
      <dgm:t>
        <a:bodyPr/>
        <a:lstStyle/>
        <a:p>
          <a:endParaRPr lang="en-GB" sz="1800" b="1"/>
        </a:p>
      </dgm:t>
    </dgm:pt>
    <dgm:pt modelId="{08846AA7-E90C-44B3-90C7-5713507432B9}">
      <dgm:prSet phldrT="[Text]" custT="1"/>
      <dgm:spPr/>
      <dgm:t>
        <a:bodyPr/>
        <a:lstStyle/>
        <a:p>
          <a:r>
            <a:rPr lang="en-GB" sz="1100" b="1" smtClean="0">
              <a:latin typeface="Arial"/>
              <a:ea typeface="+mn-ea"/>
              <a:cs typeface="+mn-cs"/>
            </a:rPr>
            <a:t>IT risk</a:t>
          </a:r>
          <a:br>
            <a:rPr lang="en-GB" sz="1100" b="1" smtClean="0">
              <a:latin typeface="Arial"/>
              <a:ea typeface="+mn-ea"/>
              <a:cs typeface="+mn-cs"/>
            </a:rPr>
          </a:br>
          <a:r>
            <a:rPr lang="en-GB" sz="1100" b="1" smtClean="0">
              <a:latin typeface="Arial"/>
              <a:ea typeface="+mn-ea"/>
              <a:cs typeface="+mn-cs"/>
            </a:rPr>
            <a:t>and</a:t>
          </a:r>
          <a:br>
            <a:rPr lang="en-GB" sz="1100" b="1" smtClean="0">
              <a:latin typeface="Arial"/>
              <a:ea typeface="+mn-ea"/>
              <a:cs typeface="+mn-cs"/>
            </a:rPr>
          </a:br>
          <a:r>
            <a:rPr lang="en-GB" sz="1100" b="1" smtClean="0">
              <a:latin typeface="Arial"/>
              <a:ea typeface="+mn-ea"/>
              <a:cs typeface="+mn-cs"/>
            </a:rPr>
            <a:t>security</a:t>
          </a:r>
          <a:endParaRPr lang="en-GB" sz="1100" b="1" dirty="0"/>
        </a:p>
      </dgm:t>
    </dgm:pt>
    <dgm:pt modelId="{38CFB952-6096-4BC5-8222-95241DE740C2}" type="parTrans" cxnId="{E3CC780C-AFE9-46F9-941F-D9B5DEF6F2EC}">
      <dgm:prSet/>
      <dgm:spPr/>
      <dgm:t>
        <a:bodyPr/>
        <a:lstStyle/>
        <a:p>
          <a:endParaRPr lang="en-GB" sz="1800" b="1"/>
        </a:p>
      </dgm:t>
    </dgm:pt>
    <dgm:pt modelId="{DDE67675-0C9F-47F6-9BDF-554FCF0B80AF}" type="sibTrans" cxnId="{E3CC780C-AFE9-46F9-941F-D9B5DEF6F2EC}">
      <dgm:prSet/>
      <dgm:spPr/>
      <dgm:t>
        <a:bodyPr/>
        <a:lstStyle/>
        <a:p>
          <a:endParaRPr lang="en-GB" sz="1800" b="1"/>
        </a:p>
      </dgm:t>
    </dgm:pt>
    <dgm:pt modelId="{32982E59-02CD-4CC7-ABD7-53B7762D2B12}">
      <dgm:prSet phldrT="[Text]" custT="1"/>
      <dgm:spPr/>
      <dgm:t>
        <a:bodyPr/>
        <a:lstStyle/>
        <a:p>
          <a:r>
            <a:rPr lang="en-GB" sz="1100" b="1" dirty="0" smtClean="0"/>
            <a:t>IT resilience</a:t>
          </a:r>
          <a:endParaRPr lang="en-GB" sz="1100" b="1" dirty="0"/>
        </a:p>
      </dgm:t>
    </dgm:pt>
    <dgm:pt modelId="{94BBE739-F564-4B78-B979-4E500A5CE6A7}" type="parTrans" cxnId="{36670866-49F1-4824-9FBE-E10273CD7111}">
      <dgm:prSet/>
      <dgm:spPr/>
      <dgm:t>
        <a:bodyPr/>
        <a:lstStyle/>
        <a:p>
          <a:endParaRPr lang="en-GB" sz="1800" b="1"/>
        </a:p>
      </dgm:t>
    </dgm:pt>
    <dgm:pt modelId="{B2359486-32FB-43AC-8367-7ABFE2202951}" type="sibTrans" cxnId="{36670866-49F1-4824-9FBE-E10273CD7111}">
      <dgm:prSet/>
      <dgm:spPr/>
      <dgm:t>
        <a:bodyPr/>
        <a:lstStyle/>
        <a:p>
          <a:endParaRPr lang="en-GB" sz="1800" b="1"/>
        </a:p>
      </dgm:t>
    </dgm:pt>
    <dgm:pt modelId="{90778DC4-7E48-4B2C-9FA7-8F980A2C31C2}">
      <dgm:prSet phldrT="[Text]" custT="1"/>
      <dgm:spPr/>
      <dgm:t>
        <a:bodyPr/>
        <a:lstStyle/>
        <a:p>
          <a:r>
            <a:rPr lang="en-GB" sz="1100" b="1" dirty="0" smtClean="0"/>
            <a:t>System selection</a:t>
          </a:r>
          <a:endParaRPr lang="en-GB" sz="1100" b="1" dirty="0"/>
        </a:p>
      </dgm:t>
    </dgm:pt>
    <dgm:pt modelId="{7795E3F7-039D-4778-B495-14D01E02935D}" type="sibTrans" cxnId="{C6B97A13-E199-410F-B8B8-4BCA762282C7}">
      <dgm:prSet/>
      <dgm:spPr/>
      <dgm:t>
        <a:bodyPr/>
        <a:lstStyle/>
        <a:p>
          <a:endParaRPr lang="en-GB" sz="1800" b="1"/>
        </a:p>
      </dgm:t>
    </dgm:pt>
    <dgm:pt modelId="{8EE8C71A-3825-4E91-B88F-F1F3FBF8F29B}" type="parTrans" cxnId="{C6B97A13-E199-410F-B8B8-4BCA762282C7}">
      <dgm:prSet/>
      <dgm:spPr/>
      <dgm:t>
        <a:bodyPr/>
        <a:lstStyle/>
        <a:p>
          <a:endParaRPr lang="en-GB" sz="1800" b="1"/>
        </a:p>
      </dgm:t>
    </dgm:pt>
    <dgm:pt modelId="{A28BB058-7700-4C1A-8449-22F5AF489E07}">
      <dgm:prSet phldrT="[Text]" custT="1"/>
      <dgm:spPr/>
      <dgm:t>
        <a:bodyPr/>
        <a:lstStyle/>
        <a:p>
          <a:r>
            <a:rPr lang="en-GB" sz="1100" b="1" dirty="0" smtClean="0"/>
            <a:t>IT project delivery</a:t>
          </a:r>
          <a:endParaRPr lang="en-GB" sz="1100" b="1" dirty="0"/>
        </a:p>
      </dgm:t>
    </dgm:pt>
    <dgm:pt modelId="{78E60011-C1C2-410E-BFFE-FF43522D97AD}" type="parTrans" cxnId="{1C3C63BE-B808-4923-AB00-A22D5DD3D7A1}">
      <dgm:prSet/>
      <dgm:spPr/>
      <dgm:t>
        <a:bodyPr/>
        <a:lstStyle/>
        <a:p>
          <a:endParaRPr lang="en-GB"/>
        </a:p>
      </dgm:t>
    </dgm:pt>
    <dgm:pt modelId="{B2E0C665-E859-407A-90EF-7DF697D81DC7}" type="sibTrans" cxnId="{1C3C63BE-B808-4923-AB00-A22D5DD3D7A1}">
      <dgm:prSet/>
      <dgm:spPr/>
      <dgm:t>
        <a:bodyPr/>
        <a:lstStyle/>
        <a:p>
          <a:endParaRPr lang="en-GB"/>
        </a:p>
      </dgm:t>
    </dgm:pt>
    <dgm:pt modelId="{8AEEFA29-A93E-4C72-B299-AD5800D77900}" type="pres">
      <dgm:prSet presAssocID="{572188F3-9FB1-47D5-BC96-AC070B6E90C7}" presName="Name0" presStyleCnt="0">
        <dgm:presLayoutVars>
          <dgm:chMax val="1"/>
          <dgm:chPref val="1"/>
          <dgm:dir/>
          <dgm:animOne val="branch"/>
          <dgm:animLvl val="lvl"/>
        </dgm:presLayoutVars>
      </dgm:prSet>
      <dgm:spPr/>
      <dgm:t>
        <a:bodyPr/>
        <a:lstStyle/>
        <a:p>
          <a:endParaRPr lang="en-GB"/>
        </a:p>
      </dgm:t>
    </dgm:pt>
    <dgm:pt modelId="{8AD992C5-F85F-4D92-9F50-5D4CB7993C3D}" type="pres">
      <dgm:prSet presAssocID="{D9401464-59BF-4294-BF66-70EE0654FA02}" presName="Parent" presStyleLbl="node0" presStyleIdx="0" presStyleCnt="1">
        <dgm:presLayoutVars>
          <dgm:chMax val="6"/>
          <dgm:chPref val="6"/>
        </dgm:presLayoutVars>
      </dgm:prSet>
      <dgm:spPr/>
      <dgm:t>
        <a:bodyPr/>
        <a:lstStyle/>
        <a:p>
          <a:endParaRPr lang="en-GB"/>
        </a:p>
      </dgm:t>
    </dgm:pt>
    <dgm:pt modelId="{09C86F38-9F7A-4050-83B5-CB214208CC78}" type="pres">
      <dgm:prSet presAssocID="{CC18DAA4-D3FC-44B1-96AD-05D22DA4A5CB}" presName="Accent1" presStyleCnt="0"/>
      <dgm:spPr/>
      <dgm:t>
        <a:bodyPr/>
        <a:lstStyle/>
        <a:p>
          <a:endParaRPr lang="en-GB"/>
        </a:p>
      </dgm:t>
    </dgm:pt>
    <dgm:pt modelId="{D68F5B25-2DE8-46C4-A60F-8776173323E7}" type="pres">
      <dgm:prSet presAssocID="{CC18DAA4-D3FC-44B1-96AD-05D22DA4A5CB}" presName="Accent" presStyleLbl="bgShp" presStyleIdx="0" presStyleCnt="6"/>
      <dgm:spPr/>
      <dgm:t>
        <a:bodyPr/>
        <a:lstStyle/>
        <a:p>
          <a:endParaRPr lang="en-GB"/>
        </a:p>
      </dgm:t>
    </dgm:pt>
    <dgm:pt modelId="{6EF87B21-B1A0-4002-AFA3-083C9F025C3A}" type="pres">
      <dgm:prSet presAssocID="{CC18DAA4-D3FC-44B1-96AD-05D22DA4A5CB}" presName="Child1" presStyleLbl="node1" presStyleIdx="0" presStyleCnt="6">
        <dgm:presLayoutVars>
          <dgm:chMax val="0"/>
          <dgm:chPref val="0"/>
          <dgm:bulletEnabled val="1"/>
        </dgm:presLayoutVars>
      </dgm:prSet>
      <dgm:spPr/>
      <dgm:t>
        <a:bodyPr/>
        <a:lstStyle/>
        <a:p>
          <a:endParaRPr lang="en-GB"/>
        </a:p>
      </dgm:t>
    </dgm:pt>
    <dgm:pt modelId="{3F2FA2A0-E01C-4CC8-A175-FDD2CDBE7FA8}" type="pres">
      <dgm:prSet presAssocID="{90778DC4-7E48-4B2C-9FA7-8F980A2C31C2}" presName="Accent2" presStyleCnt="0"/>
      <dgm:spPr/>
      <dgm:t>
        <a:bodyPr/>
        <a:lstStyle/>
        <a:p>
          <a:endParaRPr lang="en-GB"/>
        </a:p>
      </dgm:t>
    </dgm:pt>
    <dgm:pt modelId="{7F0273A2-DFCD-4805-90AA-6F332DF2D94A}" type="pres">
      <dgm:prSet presAssocID="{90778DC4-7E48-4B2C-9FA7-8F980A2C31C2}" presName="Accent" presStyleLbl="bgShp" presStyleIdx="1" presStyleCnt="6"/>
      <dgm:spPr/>
      <dgm:t>
        <a:bodyPr/>
        <a:lstStyle/>
        <a:p>
          <a:endParaRPr lang="en-GB"/>
        </a:p>
      </dgm:t>
    </dgm:pt>
    <dgm:pt modelId="{76E2DF38-CB22-4C46-8872-05CB3864CD18}" type="pres">
      <dgm:prSet presAssocID="{90778DC4-7E48-4B2C-9FA7-8F980A2C31C2}" presName="Child2" presStyleLbl="node1" presStyleIdx="1" presStyleCnt="6" custLinFactNeighborX="-1473" custLinFactNeighborY="1394">
        <dgm:presLayoutVars>
          <dgm:chMax val="0"/>
          <dgm:chPref val="0"/>
          <dgm:bulletEnabled val="1"/>
        </dgm:presLayoutVars>
      </dgm:prSet>
      <dgm:spPr/>
      <dgm:t>
        <a:bodyPr/>
        <a:lstStyle/>
        <a:p>
          <a:endParaRPr lang="en-GB"/>
        </a:p>
      </dgm:t>
    </dgm:pt>
    <dgm:pt modelId="{FF069293-D7B6-409B-B414-D3CE1033FCCC}" type="pres">
      <dgm:prSet presAssocID="{9CE2B8EA-FEDD-4D9F-A03E-D91E6094A2BE}" presName="Accent3" presStyleCnt="0"/>
      <dgm:spPr/>
      <dgm:t>
        <a:bodyPr/>
        <a:lstStyle/>
        <a:p>
          <a:endParaRPr lang="en-GB"/>
        </a:p>
      </dgm:t>
    </dgm:pt>
    <dgm:pt modelId="{6A8DBDD1-7785-4847-82D5-931D7F20233A}" type="pres">
      <dgm:prSet presAssocID="{9CE2B8EA-FEDD-4D9F-A03E-D91E6094A2BE}" presName="Accent" presStyleLbl="bgShp" presStyleIdx="2" presStyleCnt="6"/>
      <dgm:spPr/>
      <dgm:t>
        <a:bodyPr/>
        <a:lstStyle/>
        <a:p>
          <a:endParaRPr lang="en-GB"/>
        </a:p>
      </dgm:t>
    </dgm:pt>
    <dgm:pt modelId="{30830000-A553-4E38-8C54-79420FBD7D5A}" type="pres">
      <dgm:prSet presAssocID="{9CE2B8EA-FEDD-4D9F-A03E-D91E6094A2BE}" presName="Child3" presStyleLbl="node1" presStyleIdx="2" presStyleCnt="6">
        <dgm:presLayoutVars>
          <dgm:chMax val="0"/>
          <dgm:chPref val="0"/>
          <dgm:bulletEnabled val="1"/>
        </dgm:presLayoutVars>
      </dgm:prSet>
      <dgm:spPr/>
      <dgm:t>
        <a:bodyPr/>
        <a:lstStyle/>
        <a:p>
          <a:endParaRPr lang="en-GB"/>
        </a:p>
      </dgm:t>
    </dgm:pt>
    <dgm:pt modelId="{B9A0966B-687E-496F-9C63-EA95F2A3618E}" type="pres">
      <dgm:prSet presAssocID="{A28BB058-7700-4C1A-8449-22F5AF489E07}" presName="Accent4" presStyleCnt="0"/>
      <dgm:spPr/>
      <dgm:t>
        <a:bodyPr/>
        <a:lstStyle/>
        <a:p>
          <a:endParaRPr lang="en-GB"/>
        </a:p>
      </dgm:t>
    </dgm:pt>
    <dgm:pt modelId="{883FFAA7-F9D3-4DF9-96C3-1A9319804CA0}" type="pres">
      <dgm:prSet presAssocID="{A28BB058-7700-4C1A-8449-22F5AF489E07}" presName="Accent" presStyleLbl="bgShp" presStyleIdx="3" presStyleCnt="6"/>
      <dgm:spPr/>
      <dgm:t>
        <a:bodyPr/>
        <a:lstStyle/>
        <a:p>
          <a:endParaRPr lang="en-GB"/>
        </a:p>
      </dgm:t>
    </dgm:pt>
    <dgm:pt modelId="{43D9D079-435A-43E8-88F7-EFE28EA96563}" type="pres">
      <dgm:prSet presAssocID="{A28BB058-7700-4C1A-8449-22F5AF489E07}" presName="Child4" presStyleLbl="node1" presStyleIdx="3" presStyleCnt="6">
        <dgm:presLayoutVars>
          <dgm:chMax val="0"/>
          <dgm:chPref val="0"/>
          <dgm:bulletEnabled val="1"/>
        </dgm:presLayoutVars>
      </dgm:prSet>
      <dgm:spPr/>
      <dgm:t>
        <a:bodyPr/>
        <a:lstStyle/>
        <a:p>
          <a:endParaRPr lang="en-GB"/>
        </a:p>
      </dgm:t>
    </dgm:pt>
    <dgm:pt modelId="{FF29FE3A-F24F-45FF-A4F7-5504436145F6}" type="pres">
      <dgm:prSet presAssocID="{08846AA7-E90C-44B3-90C7-5713507432B9}" presName="Accent5" presStyleCnt="0"/>
      <dgm:spPr/>
      <dgm:t>
        <a:bodyPr/>
        <a:lstStyle/>
        <a:p>
          <a:endParaRPr lang="en-GB"/>
        </a:p>
      </dgm:t>
    </dgm:pt>
    <dgm:pt modelId="{5A0E315C-977C-4ED9-AC99-F2F81A7822D6}" type="pres">
      <dgm:prSet presAssocID="{08846AA7-E90C-44B3-90C7-5713507432B9}" presName="Accent" presStyleLbl="bgShp" presStyleIdx="4" presStyleCnt="6"/>
      <dgm:spPr/>
      <dgm:t>
        <a:bodyPr/>
        <a:lstStyle/>
        <a:p>
          <a:endParaRPr lang="en-GB"/>
        </a:p>
      </dgm:t>
    </dgm:pt>
    <dgm:pt modelId="{CEEC4E0C-101B-421D-99E0-E114E30F96D4}" type="pres">
      <dgm:prSet presAssocID="{08846AA7-E90C-44B3-90C7-5713507432B9}" presName="Child5" presStyleLbl="node1" presStyleIdx="4" presStyleCnt="6">
        <dgm:presLayoutVars>
          <dgm:chMax val="0"/>
          <dgm:chPref val="0"/>
          <dgm:bulletEnabled val="1"/>
        </dgm:presLayoutVars>
      </dgm:prSet>
      <dgm:spPr/>
      <dgm:t>
        <a:bodyPr/>
        <a:lstStyle/>
        <a:p>
          <a:endParaRPr lang="en-GB"/>
        </a:p>
      </dgm:t>
    </dgm:pt>
    <dgm:pt modelId="{70027E75-E89D-467C-80DB-A6BBB1998536}" type="pres">
      <dgm:prSet presAssocID="{32982E59-02CD-4CC7-ABD7-53B7762D2B12}" presName="Accent6" presStyleCnt="0"/>
      <dgm:spPr/>
      <dgm:t>
        <a:bodyPr/>
        <a:lstStyle/>
        <a:p>
          <a:endParaRPr lang="en-GB"/>
        </a:p>
      </dgm:t>
    </dgm:pt>
    <dgm:pt modelId="{7956F5D2-C8CC-4AA4-AB8F-DDA8C176BF24}" type="pres">
      <dgm:prSet presAssocID="{32982E59-02CD-4CC7-ABD7-53B7762D2B12}" presName="Accent" presStyleLbl="bgShp" presStyleIdx="5" presStyleCnt="6"/>
      <dgm:spPr>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dgm:spPr>
      <dgm:t>
        <a:bodyPr/>
        <a:lstStyle/>
        <a:p>
          <a:endParaRPr lang="en-GB"/>
        </a:p>
      </dgm:t>
    </dgm:pt>
    <dgm:pt modelId="{154188D1-8F99-4E75-90A2-D99302EB540E}" type="pres">
      <dgm:prSet presAssocID="{32982E59-02CD-4CC7-ABD7-53B7762D2B12}" presName="Child6" presStyleLbl="node1" presStyleIdx="5" presStyleCnt="6">
        <dgm:presLayoutVars>
          <dgm:chMax val="0"/>
          <dgm:chPref val="0"/>
          <dgm:bulletEnabled val="1"/>
        </dgm:presLayoutVars>
      </dgm:prSet>
      <dgm:spPr/>
      <dgm:t>
        <a:bodyPr/>
        <a:lstStyle/>
        <a:p>
          <a:endParaRPr lang="en-GB"/>
        </a:p>
      </dgm:t>
    </dgm:pt>
  </dgm:ptLst>
  <dgm:cxnLst>
    <dgm:cxn modelId="{2AF650F4-13CA-4F54-8A1A-65A08F368934}" type="presOf" srcId="{D9401464-59BF-4294-BF66-70EE0654FA02}" destId="{8AD992C5-F85F-4D92-9F50-5D4CB7993C3D}" srcOrd="0" destOrd="0" presId="urn:microsoft.com/office/officeart/2011/layout/HexagonRadial#2"/>
    <dgm:cxn modelId="{3ADDB16E-4218-4916-87CC-4D0AA67159E6}" srcId="{572188F3-9FB1-47D5-BC96-AC070B6E90C7}" destId="{D9401464-59BF-4294-BF66-70EE0654FA02}" srcOrd="0" destOrd="0" parTransId="{79AAD480-5CCF-4255-BA01-15572179A438}" sibTransId="{892E24AE-A27D-4511-A450-3A1727C8252F}"/>
    <dgm:cxn modelId="{C6B97A13-E199-410F-B8B8-4BCA762282C7}" srcId="{D9401464-59BF-4294-BF66-70EE0654FA02}" destId="{90778DC4-7E48-4B2C-9FA7-8F980A2C31C2}" srcOrd="1" destOrd="0" parTransId="{8EE8C71A-3825-4E91-B88F-F1F3FBF8F29B}" sibTransId="{7795E3F7-039D-4778-B495-14D01E02935D}"/>
    <dgm:cxn modelId="{1C3C63BE-B808-4923-AB00-A22D5DD3D7A1}" srcId="{D9401464-59BF-4294-BF66-70EE0654FA02}" destId="{A28BB058-7700-4C1A-8449-22F5AF489E07}" srcOrd="3" destOrd="0" parTransId="{78E60011-C1C2-410E-BFFE-FF43522D97AD}" sibTransId="{B2E0C665-E859-407A-90EF-7DF697D81DC7}"/>
    <dgm:cxn modelId="{39488AC3-C266-4606-8762-668D74DE4D8C}" type="presOf" srcId="{90778DC4-7E48-4B2C-9FA7-8F980A2C31C2}" destId="{76E2DF38-CB22-4C46-8872-05CB3864CD18}" srcOrd="0" destOrd="0" presId="urn:microsoft.com/office/officeart/2011/layout/HexagonRadial#2"/>
    <dgm:cxn modelId="{01BE98A4-C117-450F-ABF7-AD2542943E09}" type="presOf" srcId="{08846AA7-E90C-44B3-90C7-5713507432B9}" destId="{CEEC4E0C-101B-421D-99E0-E114E30F96D4}" srcOrd="0" destOrd="0" presId="urn:microsoft.com/office/officeart/2011/layout/HexagonRadial#2"/>
    <dgm:cxn modelId="{4545DE56-D099-4CA5-B47F-2E0F0677EDF8}" srcId="{D9401464-59BF-4294-BF66-70EE0654FA02}" destId="{9CE2B8EA-FEDD-4D9F-A03E-D91E6094A2BE}" srcOrd="2" destOrd="0" parTransId="{FD0A8BC8-F0BC-4F92-BB11-423D1994F1AF}" sibTransId="{71D3F13C-64AD-418E-863E-4134255218B5}"/>
    <dgm:cxn modelId="{5DBEC27D-49C2-4B94-9C71-76A31F2C94B0}" type="presOf" srcId="{572188F3-9FB1-47D5-BC96-AC070B6E90C7}" destId="{8AEEFA29-A93E-4C72-B299-AD5800D77900}" srcOrd="0" destOrd="0" presId="urn:microsoft.com/office/officeart/2011/layout/HexagonRadial#2"/>
    <dgm:cxn modelId="{613487A5-B19A-4935-8353-EBED6C7E304E}" type="presOf" srcId="{A28BB058-7700-4C1A-8449-22F5AF489E07}" destId="{43D9D079-435A-43E8-88F7-EFE28EA96563}" srcOrd="0" destOrd="0" presId="urn:microsoft.com/office/officeart/2011/layout/HexagonRadial#2"/>
    <dgm:cxn modelId="{AA2270D8-9EDE-490E-AC1E-401947717C5A}" type="presOf" srcId="{9CE2B8EA-FEDD-4D9F-A03E-D91E6094A2BE}" destId="{30830000-A553-4E38-8C54-79420FBD7D5A}" srcOrd="0" destOrd="0" presId="urn:microsoft.com/office/officeart/2011/layout/HexagonRadial#2"/>
    <dgm:cxn modelId="{9535CC1E-C20B-40CD-95E8-BCC9C3D9590A}" type="presOf" srcId="{CC18DAA4-D3FC-44B1-96AD-05D22DA4A5CB}" destId="{6EF87B21-B1A0-4002-AFA3-083C9F025C3A}" srcOrd="0" destOrd="0" presId="urn:microsoft.com/office/officeart/2011/layout/HexagonRadial#2"/>
    <dgm:cxn modelId="{E3CC780C-AFE9-46F9-941F-D9B5DEF6F2EC}" srcId="{D9401464-59BF-4294-BF66-70EE0654FA02}" destId="{08846AA7-E90C-44B3-90C7-5713507432B9}" srcOrd="4" destOrd="0" parTransId="{38CFB952-6096-4BC5-8222-95241DE740C2}" sibTransId="{DDE67675-0C9F-47F6-9BDF-554FCF0B80AF}"/>
    <dgm:cxn modelId="{36670866-49F1-4824-9FBE-E10273CD7111}" srcId="{D9401464-59BF-4294-BF66-70EE0654FA02}" destId="{32982E59-02CD-4CC7-ABD7-53B7762D2B12}" srcOrd="5" destOrd="0" parTransId="{94BBE739-F564-4B78-B979-4E500A5CE6A7}" sibTransId="{B2359486-32FB-43AC-8367-7ABFE2202951}"/>
    <dgm:cxn modelId="{7791FAB0-6744-402E-BC90-BC989E73883F}" srcId="{D9401464-59BF-4294-BF66-70EE0654FA02}" destId="{CC18DAA4-D3FC-44B1-96AD-05D22DA4A5CB}" srcOrd="0" destOrd="0" parTransId="{1AB2CA4B-60D4-4D7C-92E4-F8D120C807B4}" sibTransId="{72D4550F-F21D-47F0-910E-1C179FF33882}"/>
    <dgm:cxn modelId="{40C69288-DB5C-4CDC-8D04-C05F5A5D4EF7}" type="presOf" srcId="{32982E59-02CD-4CC7-ABD7-53B7762D2B12}" destId="{154188D1-8F99-4E75-90A2-D99302EB540E}" srcOrd="0" destOrd="0" presId="urn:microsoft.com/office/officeart/2011/layout/HexagonRadial#2"/>
    <dgm:cxn modelId="{67706851-ABEB-407B-8A11-76C2605CEF34}" type="presParOf" srcId="{8AEEFA29-A93E-4C72-B299-AD5800D77900}" destId="{8AD992C5-F85F-4D92-9F50-5D4CB7993C3D}" srcOrd="0" destOrd="0" presId="urn:microsoft.com/office/officeart/2011/layout/HexagonRadial#2"/>
    <dgm:cxn modelId="{7185E9A5-3530-4FD8-8399-1517038F814B}" type="presParOf" srcId="{8AEEFA29-A93E-4C72-B299-AD5800D77900}" destId="{09C86F38-9F7A-4050-83B5-CB214208CC78}" srcOrd="1" destOrd="0" presId="urn:microsoft.com/office/officeart/2011/layout/HexagonRadial#2"/>
    <dgm:cxn modelId="{4B45B86E-C184-4030-8C70-FCACF1F71704}" type="presParOf" srcId="{09C86F38-9F7A-4050-83B5-CB214208CC78}" destId="{D68F5B25-2DE8-46C4-A60F-8776173323E7}" srcOrd="0" destOrd="0" presId="urn:microsoft.com/office/officeart/2011/layout/HexagonRadial#2"/>
    <dgm:cxn modelId="{41EC0AFF-5EBB-4371-8FBD-D98A5766AC4C}" type="presParOf" srcId="{8AEEFA29-A93E-4C72-B299-AD5800D77900}" destId="{6EF87B21-B1A0-4002-AFA3-083C9F025C3A}" srcOrd="2" destOrd="0" presId="urn:microsoft.com/office/officeart/2011/layout/HexagonRadial#2"/>
    <dgm:cxn modelId="{887C621C-72A3-49DB-8904-8A5F6AA20E10}" type="presParOf" srcId="{8AEEFA29-A93E-4C72-B299-AD5800D77900}" destId="{3F2FA2A0-E01C-4CC8-A175-FDD2CDBE7FA8}" srcOrd="3" destOrd="0" presId="urn:microsoft.com/office/officeart/2011/layout/HexagonRadial#2"/>
    <dgm:cxn modelId="{B526C5CE-879A-4FEC-8759-F49E22817F33}" type="presParOf" srcId="{3F2FA2A0-E01C-4CC8-A175-FDD2CDBE7FA8}" destId="{7F0273A2-DFCD-4805-90AA-6F332DF2D94A}" srcOrd="0" destOrd="0" presId="urn:microsoft.com/office/officeart/2011/layout/HexagonRadial#2"/>
    <dgm:cxn modelId="{659AD82A-F575-492F-A6F2-C48F5C28AC1E}" type="presParOf" srcId="{8AEEFA29-A93E-4C72-B299-AD5800D77900}" destId="{76E2DF38-CB22-4C46-8872-05CB3864CD18}" srcOrd="4" destOrd="0" presId="urn:microsoft.com/office/officeart/2011/layout/HexagonRadial#2"/>
    <dgm:cxn modelId="{B4A3145F-4DB4-4CEB-853B-B4A454412C12}" type="presParOf" srcId="{8AEEFA29-A93E-4C72-B299-AD5800D77900}" destId="{FF069293-D7B6-409B-B414-D3CE1033FCCC}" srcOrd="5" destOrd="0" presId="urn:microsoft.com/office/officeart/2011/layout/HexagonRadial#2"/>
    <dgm:cxn modelId="{D4FEE315-CEF0-49ED-B826-7EA4A4267C77}" type="presParOf" srcId="{FF069293-D7B6-409B-B414-D3CE1033FCCC}" destId="{6A8DBDD1-7785-4847-82D5-931D7F20233A}" srcOrd="0" destOrd="0" presId="urn:microsoft.com/office/officeart/2011/layout/HexagonRadial#2"/>
    <dgm:cxn modelId="{6F5BA5D8-2EE6-403C-B463-FF3E85273F2A}" type="presParOf" srcId="{8AEEFA29-A93E-4C72-B299-AD5800D77900}" destId="{30830000-A553-4E38-8C54-79420FBD7D5A}" srcOrd="6" destOrd="0" presId="urn:microsoft.com/office/officeart/2011/layout/HexagonRadial#2"/>
    <dgm:cxn modelId="{9A063824-8BBA-4ED0-8B30-413B94584B7D}" type="presParOf" srcId="{8AEEFA29-A93E-4C72-B299-AD5800D77900}" destId="{B9A0966B-687E-496F-9C63-EA95F2A3618E}" srcOrd="7" destOrd="0" presId="urn:microsoft.com/office/officeart/2011/layout/HexagonRadial#2"/>
    <dgm:cxn modelId="{161F7DA1-7E20-47C9-9F65-C797B3C753F7}" type="presParOf" srcId="{B9A0966B-687E-496F-9C63-EA95F2A3618E}" destId="{883FFAA7-F9D3-4DF9-96C3-1A9319804CA0}" srcOrd="0" destOrd="0" presId="urn:microsoft.com/office/officeart/2011/layout/HexagonRadial#2"/>
    <dgm:cxn modelId="{AFA550B1-8563-4237-83FC-34D5C5EFA63D}" type="presParOf" srcId="{8AEEFA29-A93E-4C72-B299-AD5800D77900}" destId="{43D9D079-435A-43E8-88F7-EFE28EA96563}" srcOrd="8" destOrd="0" presId="urn:microsoft.com/office/officeart/2011/layout/HexagonRadial#2"/>
    <dgm:cxn modelId="{1ED1620F-9FBA-4700-946B-8D8AB6D9E317}" type="presParOf" srcId="{8AEEFA29-A93E-4C72-B299-AD5800D77900}" destId="{FF29FE3A-F24F-45FF-A4F7-5504436145F6}" srcOrd="9" destOrd="0" presId="urn:microsoft.com/office/officeart/2011/layout/HexagonRadial#2"/>
    <dgm:cxn modelId="{089C96E2-AED1-498E-A511-2C48DB02628F}" type="presParOf" srcId="{FF29FE3A-F24F-45FF-A4F7-5504436145F6}" destId="{5A0E315C-977C-4ED9-AC99-F2F81A7822D6}" srcOrd="0" destOrd="0" presId="urn:microsoft.com/office/officeart/2011/layout/HexagonRadial#2"/>
    <dgm:cxn modelId="{09D2ABE6-530D-42BE-8433-2B13CDA3C9BC}" type="presParOf" srcId="{8AEEFA29-A93E-4C72-B299-AD5800D77900}" destId="{CEEC4E0C-101B-421D-99E0-E114E30F96D4}" srcOrd="10" destOrd="0" presId="urn:microsoft.com/office/officeart/2011/layout/HexagonRadial#2"/>
    <dgm:cxn modelId="{4A24408D-9731-4DEA-88D4-6E18012F3BBC}" type="presParOf" srcId="{8AEEFA29-A93E-4C72-B299-AD5800D77900}" destId="{70027E75-E89D-467C-80DB-A6BBB1998536}" srcOrd="11" destOrd="0" presId="urn:microsoft.com/office/officeart/2011/layout/HexagonRadial#2"/>
    <dgm:cxn modelId="{920F8F99-A57F-400E-ADA0-E225E5B532DB}" type="presParOf" srcId="{70027E75-E89D-467C-80DB-A6BBB1998536}" destId="{7956F5D2-C8CC-4AA4-AB8F-DDA8C176BF24}" srcOrd="0" destOrd="0" presId="urn:microsoft.com/office/officeart/2011/layout/HexagonRadial#2"/>
    <dgm:cxn modelId="{53A6A506-8C69-4903-9043-5514A1C4CF0A}" type="presParOf" srcId="{8AEEFA29-A93E-4C72-B299-AD5800D77900}" destId="{154188D1-8F99-4E75-90A2-D99302EB540E}" srcOrd="12" destOrd="0" presId="urn:microsoft.com/office/officeart/2011/layout/Hexagon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31D397-AF17-4A89-BA02-0A545B7425FB}" type="doc">
      <dgm:prSet loTypeId="urn:microsoft.com/office/officeart/2005/8/layout/vList5" loCatId="list" qsTypeId="urn:microsoft.com/office/officeart/2005/8/quickstyle/3d1" qsCatId="3D" csTypeId="urn:microsoft.com/office/officeart/2005/8/colors/accent1_2" csCatId="accent1" phldr="1"/>
      <dgm:spPr/>
      <dgm:t>
        <a:bodyPr/>
        <a:lstStyle/>
        <a:p>
          <a:endParaRPr lang="en-GB"/>
        </a:p>
      </dgm:t>
    </dgm:pt>
    <dgm:pt modelId="{550749AD-D6A2-46E5-8AE1-37F0FB9CEF45}">
      <dgm:prSet phldrT="[Text]"/>
      <dgm:spPr/>
      <dgm:t>
        <a:bodyPr/>
        <a:lstStyle/>
        <a:p>
          <a:r>
            <a:rPr lang="en-GB" dirty="0" smtClean="0"/>
            <a:t>Create a Digital Vision</a:t>
          </a:r>
          <a:endParaRPr lang="en-GB" dirty="0"/>
        </a:p>
      </dgm:t>
    </dgm:pt>
    <dgm:pt modelId="{6E996B3A-B64D-4A65-A828-2CA56B357A7B}" type="parTrans" cxnId="{6831F77C-DAC5-4BE9-B9B7-CCF3C6E34C93}">
      <dgm:prSet/>
      <dgm:spPr/>
      <dgm:t>
        <a:bodyPr/>
        <a:lstStyle/>
        <a:p>
          <a:endParaRPr lang="en-GB"/>
        </a:p>
      </dgm:t>
    </dgm:pt>
    <dgm:pt modelId="{9A83142B-5340-4FA6-9E8A-805B99BA88AA}" type="sibTrans" cxnId="{6831F77C-DAC5-4BE9-B9B7-CCF3C6E34C93}">
      <dgm:prSet/>
      <dgm:spPr/>
      <dgm:t>
        <a:bodyPr/>
        <a:lstStyle/>
        <a:p>
          <a:endParaRPr lang="en-GB"/>
        </a:p>
      </dgm:t>
    </dgm:pt>
    <dgm:pt modelId="{1621C48D-8A9C-45AE-99B8-DB05FBACABC2}">
      <dgm:prSet phldrT="[Text]"/>
      <dgm:spPr/>
      <dgm:t>
        <a:bodyPr/>
        <a:lstStyle/>
        <a:p>
          <a:r>
            <a:rPr lang="en-GB" dirty="0" smtClean="0"/>
            <a:t>Establish clear leadership</a:t>
          </a:r>
          <a:endParaRPr lang="en-GB" dirty="0"/>
        </a:p>
      </dgm:t>
    </dgm:pt>
    <dgm:pt modelId="{4884D407-899F-4376-AA2F-94E15526C779}" type="parTrans" cxnId="{9FC00982-8A27-465E-A8B0-B0E86A44F3E5}">
      <dgm:prSet/>
      <dgm:spPr/>
      <dgm:t>
        <a:bodyPr/>
        <a:lstStyle/>
        <a:p>
          <a:endParaRPr lang="en-GB"/>
        </a:p>
      </dgm:t>
    </dgm:pt>
    <dgm:pt modelId="{50E7F1BA-4A12-4C23-B0AC-6BE76217BC6F}" type="sibTrans" cxnId="{9FC00982-8A27-465E-A8B0-B0E86A44F3E5}">
      <dgm:prSet/>
      <dgm:spPr/>
      <dgm:t>
        <a:bodyPr/>
        <a:lstStyle/>
        <a:p>
          <a:endParaRPr lang="en-GB"/>
        </a:p>
      </dgm:t>
    </dgm:pt>
    <dgm:pt modelId="{1F2EE405-B21B-49A8-BA4D-AAE015DE2D61}">
      <dgm:prSet phldrT="[Text]"/>
      <dgm:spPr/>
      <dgm:t>
        <a:bodyPr/>
        <a:lstStyle/>
        <a:p>
          <a:r>
            <a:rPr lang="en-GB" dirty="0" smtClean="0"/>
            <a:t>Adopt a Continuous Improvement culture</a:t>
          </a:r>
          <a:endParaRPr lang="en-GB" dirty="0"/>
        </a:p>
      </dgm:t>
    </dgm:pt>
    <dgm:pt modelId="{21C42F44-5F1E-4C0D-9C93-45FEB5482856}" type="parTrans" cxnId="{852DE563-7960-46DD-BE27-2B65BFF4D304}">
      <dgm:prSet/>
      <dgm:spPr/>
      <dgm:t>
        <a:bodyPr/>
        <a:lstStyle/>
        <a:p>
          <a:endParaRPr lang="en-GB"/>
        </a:p>
      </dgm:t>
    </dgm:pt>
    <dgm:pt modelId="{2EF11422-FA49-481B-AEE0-6EFB102C731D}" type="sibTrans" cxnId="{852DE563-7960-46DD-BE27-2B65BFF4D304}">
      <dgm:prSet/>
      <dgm:spPr/>
      <dgm:t>
        <a:bodyPr/>
        <a:lstStyle/>
        <a:p>
          <a:endParaRPr lang="en-GB"/>
        </a:p>
      </dgm:t>
    </dgm:pt>
    <dgm:pt modelId="{2CE31C32-5B69-4D25-B670-0D98FA4D7C24}">
      <dgm:prSet phldrT="[Text]" custT="1"/>
      <dgm:spPr/>
      <dgm:t>
        <a:bodyPr/>
        <a:lstStyle/>
        <a:p>
          <a:r>
            <a:rPr lang="en-GB" sz="10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dirty="0"/>
        </a:p>
      </dgm:t>
    </dgm:pt>
    <dgm:pt modelId="{93606271-F39B-49D5-94E4-0CB8A4D9EE02}" type="parTrans" cxnId="{A77C3ACB-33E4-4B88-881D-B44D31D76E9B}">
      <dgm:prSet/>
      <dgm:spPr/>
      <dgm:t>
        <a:bodyPr/>
        <a:lstStyle/>
        <a:p>
          <a:endParaRPr lang="en-GB"/>
        </a:p>
      </dgm:t>
    </dgm:pt>
    <dgm:pt modelId="{6F3C9DB6-818D-411D-9EDB-08C6FEB3875D}" type="sibTrans" cxnId="{A77C3ACB-33E4-4B88-881D-B44D31D76E9B}">
      <dgm:prSet/>
      <dgm:spPr/>
      <dgm:t>
        <a:bodyPr/>
        <a:lstStyle/>
        <a:p>
          <a:endParaRPr lang="en-GB"/>
        </a:p>
      </dgm:t>
    </dgm:pt>
    <dgm:pt modelId="{4035E6F0-2653-49EC-B354-44AE1F80D034}">
      <dgm:prSet phldrT="[Text]"/>
      <dgm:spPr/>
      <dgm:t>
        <a:bodyPr/>
        <a:lstStyle/>
        <a:p>
          <a:r>
            <a:rPr lang="en-GB" dirty="0" smtClean="0"/>
            <a:t>Select appropriate digital technologies</a:t>
          </a:r>
          <a:endParaRPr lang="en-GB" dirty="0"/>
        </a:p>
      </dgm:t>
    </dgm:pt>
    <dgm:pt modelId="{A35849ED-CA84-42AE-A041-E9A3128B8DBF}" type="parTrans" cxnId="{5536AB98-41E8-4E49-83A5-10004DD4C85E}">
      <dgm:prSet/>
      <dgm:spPr/>
      <dgm:t>
        <a:bodyPr/>
        <a:lstStyle/>
        <a:p>
          <a:endParaRPr lang="en-GB"/>
        </a:p>
      </dgm:t>
    </dgm:pt>
    <dgm:pt modelId="{525C8A4C-94AE-4899-9DB0-D0AE8B431D5B}" type="sibTrans" cxnId="{5536AB98-41E8-4E49-83A5-10004DD4C85E}">
      <dgm:prSet/>
      <dgm:spPr/>
      <dgm:t>
        <a:bodyPr/>
        <a:lstStyle/>
        <a:p>
          <a:endParaRPr lang="en-GB"/>
        </a:p>
      </dgm:t>
    </dgm:pt>
    <dgm:pt modelId="{F02A1940-7240-43CB-A952-0E5350D4C733}">
      <dgm:prSet phldrT="[Text]" custT="1"/>
      <dgm:spPr/>
      <dgm:t>
        <a:bodyPr/>
        <a:lstStyle/>
        <a:p>
          <a:r>
            <a:rPr lang="en-GB" sz="10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dirty="0"/>
        </a:p>
      </dgm:t>
    </dgm:pt>
    <dgm:pt modelId="{F7B066C8-63DE-4820-BF3B-65E1653DDCF2}" type="parTrans" cxnId="{BC9972DF-53CD-43A8-88C8-750F308D503B}">
      <dgm:prSet/>
      <dgm:spPr/>
      <dgm:t>
        <a:bodyPr/>
        <a:lstStyle/>
        <a:p>
          <a:endParaRPr lang="en-GB"/>
        </a:p>
      </dgm:t>
    </dgm:pt>
    <dgm:pt modelId="{939CF3E0-00E2-46C4-A10B-026525EBDCD6}" type="sibTrans" cxnId="{BC9972DF-53CD-43A8-88C8-750F308D503B}">
      <dgm:prSet/>
      <dgm:spPr/>
      <dgm:t>
        <a:bodyPr/>
        <a:lstStyle/>
        <a:p>
          <a:endParaRPr lang="en-GB"/>
        </a:p>
      </dgm:t>
    </dgm:pt>
    <dgm:pt modelId="{EB542997-2A67-4CF1-BF21-44719B99A454}">
      <dgm:prSet phldrT="[Text]" custT="1"/>
      <dgm:spPr/>
      <dgm:t>
        <a:bodyPr/>
        <a:lstStyle/>
        <a:p>
          <a:r>
            <a:rPr lang="en-GB" sz="10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dirty="0"/>
        </a:p>
      </dgm:t>
    </dgm:pt>
    <dgm:pt modelId="{9929562A-0345-4D63-AC9A-95DE83FC784F}" type="parTrans" cxnId="{2E7D3B3B-D1ED-4DF3-BDAF-9B7240382695}">
      <dgm:prSet/>
      <dgm:spPr/>
      <dgm:t>
        <a:bodyPr/>
        <a:lstStyle/>
        <a:p>
          <a:endParaRPr lang="en-GB"/>
        </a:p>
      </dgm:t>
    </dgm:pt>
    <dgm:pt modelId="{0491A2C1-FF85-4AC3-87AD-5E9B656FD671}" type="sibTrans" cxnId="{2E7D3B3B-D1ED-4DF3-BDAF-9B7240382695}">
      <dgm:prSet/>
      <dgm:spPr/>
      <dgm:t>
        <a:bodyPr/>
        <a:lstStyle/>
        <a:p>
          <a:endParaRPr lang="en-GB"/>
        </a:p>
      </dgm:t>
    </dgm:pt>
    <dgm:pt modelId="{4C2C3EAA-0978-40AF-A1B9-D4B7F16C0776}">
      <dgm:prSet phldrT="[Text]" custT="1"/>
      <dgm:spPr/>
      <dgm:t>
        <a:bodyPr/>
        <a:lstStyle/>
        <a:p>
          <a:r>
            <a:rPr lang="en-GB" sz="1000" dirty="0" smtClean="0"/>
            <a:t>Our experience tells us that the best approach to digital change is to avoid dismissing early ideas in order to generate a long-list of digital initiatives, which can then be evaluated against the Digital Vision</a:t>
          </a:r>
          <a:endParaRPr lang="en-GB" sz="1000" dirty="0"/>
        </a:p>
      </dgm:t>
    </dgm:pt>
    <dgm:pt modelId="{1D00B73F-C32E-46B8-8280-D4C54CC7DDAE}" type="parTrans" cxnId="{3742F17C-D190-4AFA-BAAE-5C6E9A7569F7}">
      <dgm:prSet/>
      <dgm:spPr/>
      <dgm:t>
        <a:bodyPr/>
        <a:lstStyle/>
        <a:p>
          <a:endParaRPr lang="en-GB"/>
        </a:p>
      </dgm:t>
    </dgm:pt>
    <dgm:pt modelId="{57C5C51C-D2A7-4BD0-A7AF-FD863141CAF9}" type="sibTrans" cxnId="{3742F17C-D190-4AFA-BAAE-5C6E9A7569F7}">
      <dgm:prSet/>
      <dgm:spPr/>
      <dgm:t>
        <a:bodyPr/>
        <a:lstStyle/>
        <a:p>
          <a:endParaRPr lang="en-GB"/>
        </a:p>
      </dgm:t>
    </dgm:pt>
    <dgm:pt modelId="{2C66580C-F2F9-4E2C-9213-5267BCAB5A78}">
      <dgm:prSet phldrT="[Text]"/>
      <dgm:spPr/>
      <dgm:t>
        <a:bodyPr/>
        <a:lstStyle/>
        <a:p>
          <a:r>
            <a:rPr lang="en-GB" dirty="0" smtClean="0"/>
            <a:t>Build momentum</a:t>
          </a:r>
          <a:endParaRPr lang="en-GB" dirty="0"/>
        </a:p>
      </dgm:t>
    </dgm:pt>
    <dgm:pt modelId="{9963F938-45C7-4022-8A90-BC3B97D3F8AA}" type="parTrans" cxnId="{0ED5B981-B5EB-4F64-9DB3-37B089D84C8E}">
      <dgm:prSet/>
      <dgm:spPr/>
      <dgm:t>
        <a:bodyPr/>
        <a:lstStyle/>
        <a:p>
          <a:endParaRPr lang="en-GB"/>
        </a:p>
      </dgm:t>
    </dgm:pt>
    <dgm:pt modelId="{DD5AFE6D-800C-47DF-9762-6D1774BE655D}" type="sibTrans" cxnId="{0ED5B981-B5EB-4F64-9DB3-37B089D84C8E}">
      <dgm:prSet/>
      <dgm:spPr/>
      <dgm:t>
        <a:bodyPr/>
        <a:lstStyle/>
        <a:p>
          <a:endParaRPr lang="en-GB"/>
        </a:p>
      </dgm:t>
    </dgm:pt>
    <dgm:pt modelId="{E2613F82-71CA-40FF-8DF8-71A901E33406}">
      <dgm:prSet phldrT="[Text]" custT="1"/>
      <dgm:spPr/>
      <dgm:t>
        <a:bodyPr/>
        <a:lstStyle/>
        <a:p>
          <a:r>
            <a:rPr lang="en-GB" sz="1000" dirty="0" smtClean="0"/>
            <a:t>No organisation can do everything at once.  It is vital to be realistic with digital transformation, starting with quick wins and building momentum to drive the transformation forward. </a:t>
          </a:r>
          <a:endParaRPr lang="en-GB" sz="1000" dirty="0"/>
        </a:p>
      </dgm:t>
    </dgm:pt>
    <dgm:pt modelId="{0A77D154-C3AF-4CD9-AAD7-CDC020CC649B}" type="parTrans" cxnId="{F161B9FE-4388-4AD3-B7EA-77495CDBCC17}">
      <dgm:prSet/>
      <dgm:spPr/>
      <dgm:t>
        <a:bodyPr/>
        <a:lstStyle/>
        <a:p>
          <a:endParaRPr lang="en-GB"/>
        </a:p>
      </dgm:t>
    </dgm:pt>
    <dgm:pt modelId="{81674620-4D55-4726-ABBF-46636D8D5D5C}" type="sibTrans" cxnId="{F161B9FE-4388-4AD3-B7EA-77495CDBCC17}">
      <dgm:prSet/>
      <dgm:spPr/>
      <dgm:t>
        <a:bodyPr/>
        <a:lstStyle/>
        <a:p>
          <a:endParaRPr lang="en-GB"/>
        </a:p>
      </dgm:t>
    </dgm:pt>
    <dgm:pt modelId="{A9365479-5B51-41C0-BA94-8EA43C5431ED}" type="pres">
      <dgm:prSet presAssocID="{4D31D397-AF17-4A89-BA02-0A545B7425FB}" presName="Name0" presStyleCnt="0">
        <dgm:presLayoutVars>
          <dgm:dir/>
          <dgm:animLvl val="lvl"/>
          <dgm:resizeHandles val="exact"/>
        </dgm:presLayoutVars>
      </dgm:prSet>
      <dgm:spPr/>
      <dgm:t>
        <a:bodyPr/>
        <a:lstStyle/>
        <a:p>
          <a:endParaRPr lang="en-GB"/>
        </a:p>
      </dgm:t>
    </dgm:pt>
    <dgm:pt modelId="{0408D215-F6C1-477D-9BDB-1A88A4EA201D}" type="pres">
      <dgm:prSet presAssocID="{550749AD-D6A2-46E5-8AE1-37F0FB9CEF45}" presName="linNode" presStyleCnt="0"/>
      <dgm:spPr/>
      <dgm:t>
        <a:bodyPr/>
        <a:lstStyle/>
        <a:p>
          <a:endParaRPr lang="en-GB"/>
        </a:p>
      </dgm:t>
    </dgm:pt>
    <dgm:pt modelId="{B9BB24FE-AFCF-45FA-99DD-C1BE473366E6}" type="pres">
      <dgm:prSet presAssocID="{550749AD-D6A2-46E5-8AE1-37F0FB9CEF45}" presName="parentText" presStyleLbl="node1" presStyleIdx="0" presStyleCnt="5">
        <dgm:presLayoutVars>
          <dgm:chMax val="1"/>
          <dgm:bulletEnabled val="1"/>
        </dgm:presLayoutVars>
      </dgm:prSet>
      <dgm:spPr/>
      <dgm:t>
        <a:bodyPr/>
        <a:lstStyle/>
        <a:p>
          <a:endParaRPr lang="en-GB"/>
        </a:p>
      </dgm:t>
    </dgm:pt>
    <dgm:pt modelId="{35BD5E24-2069-40A0-AA2E-A131E48B6890}" type="pres">
      <dgm:prSet presAssocID="{550749AD-D6A2-46E5-8AE1-37F0FB9CEF45}" presName="descendantText" presStyleLbl="alignAccFollowNode1" presStyleIdx="0" presStyleCnt="5" custScaleX="180757">
        <dgm:presLayoutVars>
          <dgm:bulletEnabled val="1"/>
        </dgm:presLayoutVars>
      </dgm:prSet>
      <dgm:spPr/>
      <dgm:t>
        <a:bodyPr/>
        <a:lstStyle/>
        <a:p>
          <a:endParaRPr lang="en-GB"/>
        </a:p>
      </dgm:t>
    </dgm:pt>
    <dgm:pt modelId="{B51C27A1-5FB6-4AAF-8336-814FE1A390F3}" type="pres">
      <dgm:prSet presAssocID="{9A83142B-5340-4FA6-9E8A-805B99BA88AA}" presName="sp" presStyleCnt="0"/>
      <dgm:spPr/>
      <dgm:t>
        <a:bodyPr/>
        <a:lstStyle/>
        <a:p>
          <a:endParaRPr lang="en-GB"/>
        </a:p>
      </dgm:t>
    </dgm:pt>
    <dgm:pt modelId="{1A4A2C9F-47DA-4B43-93DD-90BC1164C14C}" type="pres">
      <dgm:prSet presAssocID="{1621C48D-8A9C-45AE-99B8-DB05FBACABC2}" presName="linNode" presStyleCnt="0"/>
      <dgm:spPr/>
      <dgm:t>
        <a:bodyPr/>
        <a:lstStyle/>
        <a:p>
          <a:endParaRPr lang="en-GB"/>
        </a:p>
      </dgm:t>
    </dgm:pt>
    <dgm:pt modelId="{3D1AB65D-813D-48D5-9F8F-2DB201CB1437}" type="pres">
      <dgm:prSet presAssocID="{1621C48D-8A9C-45AE-99B8-DB05FBACABC2}" presName="parentText" presStyleLbl="node1" presStyleIdx="1" presStyleCnt="5">
        <dgm:presLayoutVars>
          <dgm:chMax val="1"/>
          <dgm:bulletEnabled val="1"/>
        </dgm:presLayoutVars>
      </dgm:prSet>
      <dgm:spPr/>
      <dgm:t>
        <a:bodyPr/>
        <a:lstStyle/>
        <a:p>
          <a:endParaRPr lang="en-GB"/>
        </a:p>
      </dgm:t>
    </dgm:pt>
    <dgm:pt modelId="{8E7644E6-B29D-4292-ABBA-DA6F4B955786}" type="pres">
      <dgm:prSet presAssocID="{1621C48D-8A9C-45AE-99B8-DB05FBACABC2}" presName="descendantText" presStyleLbl="alignAccFollowNode1" presStyleIdx="1" presStyleCnt="5" custScaleX="180757">
        <dgm:presLayoutVars>
          <dgm:bulletEnabled val="1"/>
        </dgm:presLayoutVars>
      </dgm:prSet>
      <dgm:spPr/>
      <dgm:t>
        <a:bodyPr/>
        <a:lstStyle/>
        <a:p>
          <a:endParaRPr lang="en-GB"/>
        </a:p>
      </dgm:t>
    </dgm:pt>
    <dgm:pt modelId="{058A843F-D8C1-4BC3-B535-5E2189427D8B}" type="pres">
      <dgm:prSet presAssocID="{50E7F1BA-4A12-4C23-B0AC-6BE76217BC6F}" presName="sp" presStyleCnt="0"/>
      <dgm:spPr/>
      <dgm:t>
        <a:bodyPr/>
        <a:lstStyle/>
        <a:p>
          <a:endParaRPr lang="en-GB"/>
        </a:p>
      </dgm:t>
    </dgm:pt>
    <dgm:pt modelId="{083B4C1B-09A4-4C88-91A4-9017BDF93337}" type="pres">
      <dgm:prSet presAssocID="{4035E6F0-2653-49EC-B354-44AE1F80D034}" presName="linNode" presStyleCnt="0"/>
      <dgm:spPr/>
      <dgm:t>
        <a:bodyPr/>
        <a:lstStyle/>
        <a:p>
          <a:endParaRPr lang="en-GB"/>
        </a:p>
      </dgm:t>
    </dgm:pt>
    <dgm:pt modelId="{54B1FF44-AD08-4837-AB4F-8E3A4A3CCA5F}" type="pres">
      <dgm:prSet presAssocID="{4035E6F0-2653-49EC-B354-44AE1F80D034}" presName="parentText" presStyleLbl="node1" presStyleIdx="2" presStyleCnt="5">
        <dgm:presLayoutVars>
          <dgm:chMax val="1"/>
          <dgm:bulletEnabled val="1"/>
        </dgm:presLayoutVars>
      </dgm:prSet>
      <dgm:spPr/>
      <dgm:t>
        <a:bodyPr/>
        <a:lstStyle/>
        <a:p>
          <a:endParaRPr lang="en-GB"/>
        </a:p>
      </dgm:t>
    </dgm:pt>
    <dgm:pt modelId="{0BE12B2B-C2A9-4CDE-AE16-7EB3A5638AEA}" type="pres">
      <dgm:prSet presAssocID="{4035E6F0-2653-49EC-B354-44AE1F80D034}" presName="descendantText" presStyleLbl="alignAccFollowNode1" presStyleIdx="2" presStyleCnt="5" custScaleX="180757">
        <dgm:presLayoutVars>
          <dgm:bulletEnabled val="1"/>
        </dgm:presLayoutVars>
      </dgm:prSet>
      <dgm:spPr/>
      <dgm:t>
        <a:bodyPr/>
        <a:lstStyle/>
        <a:p>
          <a:endParaRPr lang="en-GB"/>
        </a:p>
      </dgm:t>
    </dgm:pt>
    <dgm:pt modelId="{87A7BA0E-0F8D-474B-A6F8-BF92B5D7A234}" type="pres">
      <dgm:prSet presAssocID="{525C8A4C-94AE-4899-9DB0-D0AE8B431D5B}" presName="sp" presStyleCnt="0"/>
      <dgm:spPr/>
      <dgm:t>
        <a:bodyPr/>
        <a:lstStyle/>
        <a:p>
          <a:endParaRPr lang="en-GB"/>
        </a:p>
      </dgm:t>
    </dgm:pt>
    <dgm:pt modelId="{CDDA1617-E50A-485A-8FA4-3644FA0E9E56}" type="pres">
      <dgm:prSet presAssocID="{2C66580C-F2F9-4E2C-9213-5267BCAB5A78}" presName="linNode" presStyleCnt="0"/>
      <dgm:spPr/>
    </dgm:pt>
    <dgm:pt modelId="{066EDDCC-CD9C-4833-BABA-D90596DE672F}" type="pres">
      <dgm:prSet presAssocID="{2C66580C-F2F9-4E2C-9213-5267BCAB5A78}" presName="parentText" presStyleLbl="node1" presStyleIdx="3" presStyleCnt="5">
        <dgm:presLayoutVars>
          <dgm:chMax val="1"/>
          <dgm:bulletEnabled val="1"/>
        </dgm:presLayoutVars>
      </dgm:prSet>
      <dgm:spPr/>
      <dgm:t>
        <a:bodyPr/>
        <a:lstStyle/>
        <a:p>
          <a:endParaRPr lang="en-GB"/>
        </a:p>
      </dgm:t>
    </dgm:pt>
    <dgm:pt modelId="{E3021AA5-EB3E-4DDC-BD69-C24A75E0A694}" type="pres">
      <dgm:prSet presAssocID="{2C66580C-F2F9-4E2C-9213-5267BCAB5A78}" presName="descendantText" presStyleLbl="alignAccFollowNode1" presStyleIdx="3" presStyleCnt="5" custScaleX="180757">
        <dgm:presLayoutVars>
          <dgm:bulletEnabled val="1"/>
        </dgm:presLayoutVars>
      </dgm:prSet>
      <dgm:spPr/>
      <dgm:t>
        <a:bodyPr/>
        <a:lstStyle/>
        <a:p>
          <a:endParaRPr lang="en-GB"/>
        </a:p>
      </dgm:t>
    </dgm:pt>
    <dgm:pt modelId="{FBB7272F-7C4F-49DB-B865-F793428E55A8}" type="pres">
      <dgm:prSet presAssocID="{DD5AFE6D-800C-47DF-9762-6D1774BE655D}" presName="sp" presStyleCnt="0"/>
      <dgm:spPr/>
    </dgm:pt>
    <dgm:pt modelId="{B5CDAEC5-2467-42E5-A6E6-AD5F7721EE80}" type="pres">
      <dgm:prSet presAssocID="{1F2EE405-B21B-49A8-BA4D-AAE015DE2D61}" presName="linNode" presStyleCnt="0"/>
      <dgm:spPr/>
      <dgm:t>
        <a:bodyPr/>
        <a:lstStyle/>
        <a:p>
          <a:endParaRPr lang="en-GB"/>
        </a:p>
      </dgm:t>
    </dgm:pt>
    <dgm:pt modelId="{4CA54A94-663D-48AE-8BFF-07D33868E71E}" type="pres">
      <dgm:prSet presAssocID="{1F2EE405-B21B-49A8-BA4D-AAE015DE2D61}" presName="parentText" presStyleLbl="node1" presStyleIdx="4" presStyleCnt="5">
        <dgm:presLayoutVars>
          <dgm:chMax val="1"/>
          <dgm:bulletEnabled val="1"/>
        </dgm:presLayoutVars>
      </dgm:prSet>
      <dgm:spPr/>
      <dgm:t>
        <a:bodyPr/>
        <a:lstStyle/>
        <a:p>
          <a:endParaRPr lang="en-GB"/>
        </a:p>
      </dgm:t>
    </dgm:pt>
    <dgm:pt modelId="{CA7B1EF9-D115-4F3C-92D9-1DAB56AD8AED}" type="pres">
      <dgm:prSet presAssocID="{1F2EE405-B21B-49A8-BA4D-AAE015DE2D61}" presName="descendantText" presStyleLbl="alignAccFollowNode1" presStyleIdx="4" presStyleCnt="5" custScaleX="180757">
        <dgm:presLayoutVars>
          <dgm:bulletEnabled val="1"/>
        </dgm:presLayoutVars>
      </dgm:prSet>
      <dgm:spPr/>
      <dgm:t>
        <a:bodyPr/>
        <a:lstStyle/>
        <a:p>
          <a:endParaRPr lang="en-GB"/>
        </a:p>
      </dgm:t>
    </dgm:pt>
  </dgm:ptLst>
  <dgm:cxnLst>
    <dgm:cxn modelId="{48A66117-0789-4769-9849-F01ADA7AF6FE}" type="presOf" srcId="{2C66580C-F2F9-4E2C-9213-5267BCAB5A78}" destId="{066EDDCC-CD9C-4833-BABA-D90596DE672F}" srcOrd="0" destOrd="0" presId="urn:microsoft.com/office/officeart/2005/8/layout/vList5"/>
    <dgm:cxn modelId="{852DE563-7960-46DD-BE27-2B65BFF4D304}" srcId="{4D31D397-AF17-4A89-BA02-0A545B7425FB}" destId="{1F2EE405-B21B-49A8-BA4D-AAE015DE2D61}" srcOrd="4" destOrd="0" parTransId="{21C42F44-5F1E-4C0D-9C93-45FEB5482856}" sibTransId="{2EF11422-FA49-481B-AEE0-6EFB102C731D}"/>
    <dgm:cxn modelId="{BC9972DF-53CD-43A8-88C8-750F308D503B}" srcId="{550749AD-D6A2-46E5-8AE1-37F0FB9CEF45}" destId="{F02A1940-7240-43CB-A952-0E5350D4C733}" srcOrd="0" destOrd="0" parTransId="{F7B066C8-63DE-4820-BF3B-65E1653DDCF2}" sibTransId="{939CF3E0-00E2-46C4-A10B-026525EBDCD6}"/>
    <dgm:cxn modelId="{DF010C5B-5BB9-40F8-BFC4-12CD47CD5F27}" type="presOf" srcId="{E2613F82-71CA-40FF-8DF8-71A901E33406}" destId="{E3021AA5-EB3E-4DDC-BD69-C24A75E0A694}" srcOrd="0" destOrd="0" presId="urn:microsoft.com/office/officeart/2005/8/layout/vList5"/>
    <dgm:cxn modelId="{7DE4B984-671F-4622-98DC-2A5EFE214FA3}" type="presOf" srcId="{1F2EE405-B21B-49A8-BA4D-AAE015DE2D61}" destId="{4CA54A94-663D-48AE-8BFF-07D33868E71E}" srcOrd="0" destOrd="0" presId="urn:microsoft.com/office/officeart/2005/8/layout/vList5"/>
    <dgm:cxn modelId="{A77C3ACB-33E4-4B88-881D-B44D31D76E9B}" srcId="{1F2EE405-B21B-49A8-BA4D-AAE015DE2D61}" destId="{2CE31C32-5B69-4D25-B670-0D98FA4D7C24}" srcOrd="0" destOrd="0" parTransId="{93606271-F39B-49D5-94E4-0CB8A4D9EE02}" sibTransId="{6F3C9DB6-818D-411D-9EDB-08C6FEB3875D}"/>
    <dgm:cxn modelId="{F161B9FE-4388-4AD3-B7EA-77495CDBCC17}" srcId="{2C66580C-F2F9-4E2C-9213-5267BCAB5A78}" destId="{E2613F82-71CA-40FF-8DF8-71A901E33406}" srcOrd="0" destOrd="0" parTransId="{0A77D154-C3AF-4CD9-AAD7-CDC020CC649B}" sibTransId="{81674620-4D55-4726-ABBF-46636D8D5D5C}"/>
    <dgm:cxn modelId="{3742F17C-D190-4AFA-BAAE-5C6E9A7569F7}" srcId="{4035E6F0-2653-49EC-B354-44AE1F80D034}" destId="{4C2C3EAA-0978-40AF-A1B9-D4B7F16C0776}" srcOrd="0" destOrd="0" parTransId="{1D00B73F-C32E-46B8-8280-D4C54CC7DDAE}" sibTransId="{57C5C51C-D2A7-4BD0-A7AF-FD863141CAF9}"/>
    <dgm:cxn modelId="{6831F77C-DAC5-4BE9-B9B7-CCF3C6E34C93}" srcId="{4D31D397-AF17-4A89-BA02-0A545B7425FB}" destId="{550749AD-D6A2-46E5-8AE1-37F0FB9CEF45}" srcOrd="0" destOrd="0" parTransId="{6E996B3A-B64D-4A65-A828-2CA56B357A7B}" sibTransId="{9A83142B-5340-4FA6-9E8A-805B99BA88AA}"/>
    <dgm:cxn modelId="{0ED5B981-B5EB-4F64-9DB3-37B089D84C8E}" srcId="{4D31D397-AF17-4A89-BA02-0A545B7425FB}" destId="{2C66580C-F2F9-4E2C-9213-5267BCAB5A78}" srcOrd="3" destOrd="0" parTransId="{9963F938-45C7-4022-8A90-BC3B97D3F8AA}" sibTransId="{DD5AFE6D-800C-47DF-9762-6D1774BE655D}"/>
    <dgm:cxn modelId="{2C5B9CF2-0E38-42EA-AC5D-5F673ACEBABE}" type="presOf" srcId="{4C2C3EAA-0978-40AF-A1B9-D4B7F16C0776}" destId="{0BE12B2B-C2A9-4CDE-AE16-7EB3A5638AEA}" srcOrd="0" destOrd="0" presId="urn:microsoft.com/office/officeart/2005/8/layout/vList5"/>
    <dgm:cxn modelId="{CAEF7CF9-733C-4725-A927-2150F0EA2BBB}" type="presOf" srcId="{EB542997-2A67-4CF1-BF21-44719B99A454}" destId="{8E7644E6-B29D-4292-ABBA-DA6F4B955786}" srcOrd="0" destOrd="0" presId="urn:microsoft.com/office/officeart/2005/8/layout/vList5"/>
    <dgm:cxn modelId="{1EAA1AF4-D673-421D-AC99-D95E355F9BEF}" type="presOf" srcId="{2CE31C32-5B69-4D25-B670-0D98FA4D7C24}" destId="{CA7B1EF9-D115-4F3C-92D9-1DAB56AD8AED}" srcOrd="0" destOrd="0" presId="urn:microsoft.com/office/officeart/2005/8/layout/vList5"/>
    <dgm:cxn modelId="{2E7D3B3B-D1ED-4DF3-BDAF-9B7240382695}" srcId="{1621C48D-8A9C-45AE-99B8-DB05FBACABC2}" destId="{EB542997-2A67-4CF1-BF21-44719B99A454}" srcOrd="0" destOrd="0" parTransId="{9929562A-0345-4D63-AC9A-95DE83FC784F}" sibTransId="{0491A2C1-FF85-4AC3-87AD-5E9B656FD671}"/>
    <dgm:cxn modelId="{C2A4A765-D276-44E0-8787-A84D0F51F084}" type="presOf" srcId="{550749AD-D6A2-46E5-8AE1-37F0FB9CEF45}" destId="{B9BB24FE-AFCF-45FA-99DD-C1BE473366E6}" srcOrd="0" destOrd="0" presId="urn:microsoft.com/office/officeart/2005/8/layout/vList5"/>
    <dgm:cxn modelId="{FB45639C-E107-40E5-B793-5F0F9656F0D5}" type="presOf" srcId="{4035E6F0-2653-49EC-B354-44AE1F80D034}" destId="{54B1FF44-AD08-4837-AB4F-8E3A4A3CCA5F}" srcOrd="0" destOrd="0" presId="urn:microsoft.com/office/officeart/2005/8/layout/vList5"/>
    <dgm:cxn modelId="{5536AB98-41E8-4E49-83A5-10004DD4C85E}" srcId="{4D31D397-AF17-4A89-BA02-0A545B7425FB}" destId="{4035E6F0-2653-49EC-B354-44AE1F80D034}" srcOrd="2" destOrd="0" parTransId="{A35849ED-CA84-42AE-A041-E9A3128B8DBF}" sibTransId="{525C8A4C-94AE-4899-9DB0-D0AE8B431D5B}"/>
    <dgm:cxn modelId="{5677CDBA-57CB-4941-A008-00C937F3A25F}" type="presOf" srcId="{F02A1940-7240-43CB-A952-0E5350D4C733}" destId="{35BD5E24-2069-40A0-AA2E-A131E48B6890}" srcOrd="0" destOrd="0" presId="urn:microsoft.com/office/officeart/2005/8/layout/vList5"/>
    <dgm:cxn modelId="{9FC00982-8A27-465E-A8B0-B0E86A44F3E5}" srcId="{4D31D397-AF17-4A89-BA02-0A545B7425FB}" destId="{1621C48D-8A9C-45AE-99B8-DB05FBACABC2}" srcOrd="1" destOrd="0" parTransId="{4884D407-899F-4376-AA2F-94E15526C779}" sibTransId="{50E7F1BA-4A12-4C23-B0AC-6BE76217BC6F}"/>
    <dgm:cxn modelId="{05C324BB-C0BF-4688-BFF6-F90B5CF38F7B}" type="presOf" srcId="{1621C48D-8A9C-45AE-99B8-DB05FBACABC2}" destId="{3D1AB65D-813D-48D5-9F8F-2DB201CB1437}" srcOrd="0" destOrd="0" presId="urn:microsoft.com/office/officeart/2005/8/layout/vList5"/>
    <dgm:cxn modelId="{B55D7236-8BC3-43FE-8EE8-0B2C1855A169}" type="presOf" srcId="{4D31D397-AF17-4A89-BA02-0A545B7425FB}" destId="{A9365479-5B51-41C0-BA94-8EA43C5431ED}" srcOrd="0" destOrd="0" presId="urn:microsoft.com/office/officeart/2005/8/layout/vList5"/>
    <dgm:cxn modelId="{4FDD13C6-E58F-4605-B423-8E2947A2DBB6}" type="presParOf" srcId="{A9365479-5B51-41C0-BA94-8EA43C5431ED}" destId="{0408D215-F6C1-477D-9BDB-1A88A4EA201D}" srcOrd="0" destOrd="0" presId="urn:microsoft.com/office/officeart/2005/8/layout/vList5"/>
    <dgm:cxn modelId="{0929017F-8445-488D-B06A-8A0D71E48091}" type="presParOf" srcId="{0408D215-F6C1-477D-9BDB-1A88A4EA201D}" destId="{B9BB24FE-AFCF-45FA-99DD-C1BE473366E6}" srcOrd="0" destOrd="0" presId="urn:microsoft.com/office/officeart/2005/8/layout/vList5"/>
    <dgm:cxn modelId="{3EC1875A-CB96-4700-B992-9F5B88BD1C12}" type="presParOf" srcId="{0408D215-F6C1-477D-9BDB-1A88A4EA201D}" destId="{35BD5E24-2069-40A0-AA2E-A131E48B6890}" srcOrd="1" destOrd="0" presId="urn:microsoft.com/office/officeart/2005/8/layout/vList5"/>
    <dgm:cxn modelId="{3C66D4F1-288D-4C9E-A719-60B7F7C45805}" type="presParOf" srcId="{A9365479-5B51-41C0-BA94-8EA43C5431ED}" destId="{B51C27A1-5FB6-4AAF-8336-814FE1A390F3}" srcOrd="1" destOrd="0" presId="urn:microsoft.com/office/officeart/2005/8/layout/vList5"/>
    <dgm:cxn modelId="{FFE1212D-3D7C-4F30-BB5C-00FCE18C0398}" type="presParOf" srcId="{A9365479-5B51-41C0-BA94-8EA43C5431ED}" destId="{1A4A2C9F-47DA-4B43-93DD-90BC1164C14C}" srcOrd="2" destOrd="0" presId="urn:microsoft.com/office/officeart/2005/8/layout/vList5"/>
    <dgm:cxn modelId="{CAF78964-14F4-464D-AFEE-0D83C599802F}" type="presParOf" srcId="{1A4A2C9F-47DA-4B43-93DD-90BC1164C14C}" destId="{3D1AB65D-813D-48D5-9F8F-2DB201CB1437}" srcOrd="0" destOrd="0" presId="urn:microsoft.com/office/officeart/2005/8/layout/vList5"/>
    <dgm:cxn modelId="{15F6C672-5186-473D-AD0C-8D4E9E163D54}" type="presParOf" srcId="{1A4A2C9F-47DA-4B43-93DD-90BC1164C14C}" destId="{8E7644E6-B29D-4292-ABBA-DA6F4B955786}" srcOrd="1" destOrd="0" presId="urn:microsoft.com/office/officeart/2005/8/layout/vList5"/>
    <dgm:cxn modelId="{6750230C-C005-4E36-A59D-C4CB508221FC}" type="presParOf" srcId="{A9365479-5B51-41C0-BA94-8EA43C5431ED}" destId="{058A843F-D8C1-4BC3-B535-5E2189427D8B}" srcOrd="3" destOrd="0" presId="urn:microsoft.com/office/officeart/2005/8/layout/vList5"/>
    <dgm:cxn modelId="{94C1232D-961C-4881-A562-F9982DBE6893}" type="presParOf" srcId="{A9365479-5B51-41C0-BA94-8EA43C5431ED}" destId="{083B4C1B-09A4-4C88-91A4-9017BDF93337}" srcOrd="4" destOrd="0" presId="urn:microsoft.com/office/officeart/2005/8/layout/vList5"/>
    <dgm:cxn modelId="{7108B710-735B-415F-A24C-157740F6682B}" type="presParOf" srcId="{083B4C1B-09A4-4C88-91A4-9017BDF93337}" destId="{54B1FF44-AD08-4837-AB4F-8E3A4A3CCA5F}" srcOrd="0" destOrd="0" presId="urn:microsoft.com/office/officeart/2005/8/layout/vList5"/>
    <dgm:cxn modelId="{E9D51328-E211-4A71-B39A-494323477871}" type="presParOf" srcId="{083B4C1B-09A4-4C88-91A4-9017BDF93337}" destId="{0BE12B2B-C2A9-4CDE-AE16-7EB3A5638AEA}" srcOrd="1" destOrd="0" presId="urn:microsoft.com/office/officeart/2005/8/layout/vList5"/>
    <dgm:cxn modelId="{57EAA607-2400-4E0A-BFF4-8940C0B2F214}" type="presParOf" srcId="{A9365479-5B51-41C0-BA94-8EA43C5431ED}" destId="{87A7BA0E-0F8D-474B-A6F8-BF92B5D7A234}" srcOrd="5" destOrd="0" presId="urn:microsoft.com/office/officeart/2005/8/layout/vList5"/>
    <dgm:cxn modelId="{A47F13B6-09D4-45BB-8ADA-8DD059BD0C43}" type="presParOf" srcId="{A9365479-5B51-41C0-BA94-8EA43C5431ED}" destId="{CDDA1617-E50A-485A-8FA4-3644FA0E9E56}" srcOrd="6" destOrd="0" presId="urn:microsoft.com/office/officeart/2005/8/layout/vList5"/>
    <dgm:cxn modelId="{C7CFCD80-A147-4A94-9669-5B53BE94E96E}" type="presParOf" srcId="{CDDA1617-E50A-485A-8FA4-3644FA0E9E56}" destId="{066EDDCC-CD9C-4833-BABA-D90596DE672F}" srcOrd="0" destOrd="0" presId="urn:microsoft.com/office/officeart/2005/8/layout/vList5"/>
    <dgm:cxn modelId="{9EEF70DE-207E-4653-B04C-21C7BE4D69A7}" type="presParOf" srcId="{CDDA1617-E50A-485A-8FA4-3644FA0E9E56}" destId="{E3021AA5-EB3E-4DDC-BD69-C24A75E0A694}" srcOrd="1" destOrd="0" presId="urn:microsoft.com/office/officeart/2005/8/layout/vList5"/>
    <dgm:cxn modelId="{3B85F286-7E07-4869-9459-69E29D944FCA}" type="presParOf" srcId="{A9365479-5B51-41C0-BA94-8EA43C5431ED}" destId="{FBB7272F-7C4F-49DB-B865-F793428E55A8}" srcOrd="7" destOrd="0" presId="urn:microsoft.com/office/officeart/2005/8/layout/vList5"/>
    <dgm:cxn modelId="{B47FB5E6-07C7-43E4-B281-634025A7C13B}" type="presParOf" srcId="{A9365479-5B51-41C0-BA94-8EA43C5431ED}" destId="{B5CDAEC5-2467-42E5-A6E6-AD5F7721EE80}" srcOrd="8" destOrd="0" presId="urn:microsoft.com/office/officeart/2005/8/layout/vList5"/>
    <dgm:cxn modelId="{7A443BDA-B5E1-4E87-83A5-D5A86E05274F}" type="presParOf" srcId="{B5CDAEC5-2467-42E5-A6E6-AD5F7721EE80}" destId="{4CA54A94-663D-48AE-8BFF-07D33868E71E}" srcOrd="0" destOrd="0" presId="urn:microsoft.com/office/officeart/2005/8/layout/vList5"/>
    <dgm:cxn modelId="{3242EA62-C3BD-4664-940E-24B56CBE4CFC}" type="presParOf" srcId="{B5CDAEC5-2467-42E5-A6E6-AD5F7721EE80}" destId="{CA7B1EF9-D115-4F3C-92D9-1DAB56AD8AE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992C5-F85F-4D92-9F50-5D4CB7993C3D}">
      <dsp:nvSpPr>
        <dsp:cNvPr id="0" name=""/>
        <dsp:cNvSpPr/>
      </dsp:nvSpPr>
      <dsp:spPr>
        <a:xfrm>
          <a:off x="1663823" y="1312215"/>
          <a:ext cx="1667882" cy="1442786"/>
        </a:xfrm>
        <a:prstGeom prst="hexagon">
          <a:avLst>
            <a:gd name="adj" fmla="val 28570"/>
            <a:gd name="vf" fmla="val 115470"/>
          </a:avLst>
        </a:prstGeom>
        <a:solidFill>
          <a:schemeClr val="accent2"/>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RSM Technology Consulting</a:t>
          </a:r>
          <a:endParaRPr lang="en-GB" sz="1100" b="1" kern="1200" dirty="0"/>
        </a:p>
      </dsp:txBody>
      <dsp:txXfrm>
        <a:off x="1940214" y="1551305"/>
        <a:ext cx="1115100" cy="964606"/>
      </dsp:txXfrm>
    </dsp:sp>
    <dsp:sp modelId="{7F0273A2-DFCD-4805-90AA-6F332DF2D94A}">
      <dsp:nvSpPr>
        <dsp:cNvPr id="0" name=""/>
        <dsp:cNvSpPr/>
      </dsp:nvSpPr>
      <dsp:spPr>
        <a:xfrm>
          <a:off x="2708238" y="621939"/>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6EF87B21-B1A0-4002-AFA3-083C9F025C3A}">
      <dsp:nvSpPr>
        <dsp:cNvPr id="0" name=""/>
        <dsp:cNvSpPr/>
      </dsp:nvSpPr>
      <dsp:spPr>
        <a:xfrm>
          <a:off x="1817459" y="0"/>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Digital &amp; IT strategy</a:t>
          </a:r>
          <a:endParaRPr lang="en-GB" sz="1100" b="1" kern="1200" dirty="0"/>
        </a:p>
      </dsp:txBody>
      <dsp:txXfrm>
        <a:off x="2043970" y="195959"/>
        <a:ext cx="913796" cy="790540"/>
      </dsp:txXfrm>
    </dsp:sp>
    <dsp:sp modelId="{6A8DBDD1-7785-4847-82D5-931D7F20233A}">
      <dsp:nvSpPr>
        <dsp:cNvPr id="0" name=""/>
        <dsp:cNvSpPr/>
      </dsp:nvSpPr>
      <dsp:spPr>
        <a:xfrm>
          <a:off x="3442665" y="1635591"/>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76E2DF38-CB22-4C46-8872-05CB3864CD18}">
      <dsp:nvSpPr>
        <dsp:cNvPr id="0" name=""/>
        <dsp:cNvSpPr/>
      </dsp:nvSpPr>
      <dsp:spPr>
        <a:xfrm>
          <a:off x="3050857" y="7437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System selection</a:t>
          </a:r>
          <a:endParaRPr lang="en-GB" sz="1100" b="1" kern="1200" dirty="0"/>
        </a:p>
      </dsp:txBody>
      <dsp:txXfrm>
        <a:off x="3277368" y="939733"/>
        <a:ext cx="913796" cy="790540"/>
      </dsp:txXfrm>
    </dsp:sp>
    <dsp:sp modelId="{883FFAA7-F9D3-4DF9-96C3-1A9319804CA0}">
      <dsp:nvSpPr>
        <dsp:cNvPr id="0" name=""/>
        <dsp:cNvSpPr/>
      </dsp:nvSpPr>
      <dsp:spPr>
        <a:xfrm>
          <a:off x="2932485" y="2779814"/>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30830000-A553-4E38-8C54-79420FBD7D5A}">
      <dsp:nvSpPr>
        <dsp:cNvPr id="0" name=""/>
        <dsp:cNvSpPr/>
      </dsp:nvSpPr>
      <dsp:spPr>
        <a:xfrm>
          <a:off x="3070990" y="2157061"/>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ERP &amp; accounting systems</a:t>
          </a:r>
          <a:endParaRPr lang="en-GB" sz="1100" b="1" kern="1200" dirty="0"/>
        </a:p>
      </dsp:txBody>
      <dsp:txXfrm>
        <a:off x="3297501" y="2353020"/>
        <a:ext cx="913796" cy="790540"/>
      </dsp:txXfrm>
    </dsp:sp>
    <dsp:sp modelId="{5A0E315C-977C-4ED9-AC99-F2F81A7822D6}">
      <dsp:nvSpPr>
        <dsp:cNvPr id="0" name=""/>
        <dsp:cNvSpPr/>
      </dsp:nvSpPr>
      <dsp:spPr>
        <a:xfrm>
          <a:off x="1666927" y="2898588"/>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43D9D079-435A-43E8-88F7-EFE28EA96563}">
      <dsp:nvSpPr>
        <dsp:cNvPr id="0" name=""/>
        <dsp:cNvSpPr/>
      </dsp:nvSpPr>
      <dsp:spPr>
        <a:xfrm>
          <a:off x="1817459" y="2885165"/>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project delivery</a:t>
          </a:r>
          <a:endParaRPr lang="en-GB" sz="1100" b="1" kern="1200" dirty="0"/>
        </a:p>
      </dsp:txBody>
      <dsp:txXfrm>
        <a:off x="2043970" y="3081124"/>
        <a:ext cx="913796" cy="790540"/>
      </dsp:txXfrm>
    </dsp:sp>
    <dsp:sp modelId="{7956F5D2-C8CC-4AA4-AB8F-DDA8C176BF24}">
      <dsp:nvSpPr>
        <dsp:cNvPr id="0" name=""/>
        <dsp:cNvSpPr/>
      </dsp:nvSpPr>
      <dsp:spPr>
        <a:xfrm>
          <a:off x="920473" y="1885343"/>
          <a:ext cx="629287" cy="542214"/>
        </a:xfrm>
        <a:prstGeom prst="hexagon">
          <a:avLst>
            <a:gd name="adj" fmla="val 28900"/>
            <a:gd name="vf" fmla="val 115470"/>
          </a:avLst>
        </a:prstGeom>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CEEC4E0C-101B-421D-99E0-E114E30F96D4}">
      <dsp:nvSpPr>
        <dsp:cNvPr id="0" name=""/>
        <dsp:cNvSpPr/>
      </dsp:nvSpPr>
      <dsp:spPr>
        <a:xfrm>
          <a:off x="558109" y="21578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smtClean="0">
              <a:latin typeface="Arial"/>
              <a:ea typeface="+mn-ea"/>
              <a:cs typeface="+mn-cs"/>
            </a:rPr>
            <a:t>IT risk</a:t>
          </a:r>
          <a:br>
            <a:rPr lang="en-GB" sz="1100" b="1" kern="1200" smtClean="0">
              <a:latin typeface="Arial"/>
              <a:ea typeface="+mn-ea"/>
              <a:cs typeface="+mn-cs"/>
            </a:rPr>
          </a:br>
          <a:r>
            <a:rPr lang="en-GB" sz="1100" b="1" kern="1200" smtClean="0">
              <a:latin typeface="Arial"/>
              <a:ea typeface="+mn-ea"/>
              <a:cs typeface="+mn-cs"/>
            </a:rPr>
            <a:t>and</a:t>
          </a:r>
          <a:br>
            <a:rPr lang="en-GB" sz="1100" b="1" kern="1200" smtClean="0">
              <a:latin typeface="Arial"/>
              <a:ea typeface="+mn-ea"/>
              <a:cs typeface="+mn-cs"/>
            </a:rPr>
          </a:br>
          <a:r>
            <a:rPr lang="en-GB" sz="1100" b="1" kern="1200" smtClean="0">
              <a:latin typeface="Arial"/>
              <a:ea typeface="+mn-ea"/>
              <a:cs typeface="+mn-cs"/>
            </a:rPr>
            <a:t>security</a:t>
          </a:r>
          <a:endParaRPr lang="en-GB" sz="1100" b="1" kern="1200" dirty="0"/>
        </a:p>
      </dsp:txBody>
      <dsp:txXfrm>
        <a:off x="784620" y="2353833"/>
        <a:ext cx="913796" cy="790540"/>
      </dsp:txXfrm>
    </dsp:sp>
    <dsp:sp modelId="{154188D1-8F99-4E75-90A2-D99302EB540E}">
      <dsp:nvSpPr>
        <dsp:cNvPr id="0" name=""/>
        <dsp:cNvSpPr/>
      </dsp:nvSpPr>
      <dsp:spPr>
        <a:xfrm>
          <a:off x="558109" y="72566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resilience</a:t>
          </a:r>
          <a:endParaRPr lang="en-GB" sz="1100" b="1" kern="1200" dirty="0"/>
        </a:p>
      </dsp:txBody>
      <dsp:txXfrm>
        <a:off x="784620" y="921623"/>
        <a:ext cx="913796" cy="790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D5E24-2069-40A0-AA2E-A131E48B6890}">
      <dsp:nvSpPr>
        <dsp:cNvPr id="0" name=""/>
        <dsp:cNvSpPr/>
      </dsp:nvSpPr>
      <dsp:spPr>
        <a:xfrm rot="5400000">
          <a:off x="3244355" y="-1820969"/>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kern="1200" dirty="0"/>
        </a:p>
      </dsp:txBody>
      <dsp:txXfrm rot="-5400000">
        <a:off x="1351969" y="98684"/>
        <a:ext cx="4316069" cy="504028"/>
      </dsp:txXfrm>
    </dsp:sp>
    <dsp:sp modelId="{B9BB24FE-AFCF-45FA-99DD-C1BE473366E6}">
      <dsp:nvSpPr>
        <dsp:cNvPr id="0" name=""/>
        <dsp:cNvSpPr/>
      </dsp:nvSpPr>
      <dsp:spPr>
        <a:xfrm>
          <a:off x="360" y="159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Create a Digital Vision</a:t>
          </a:r>
          <a:endParaRPr lang="en-GB" sz="1100" kern="1200" dirty="0"/>
        </a:p>
      </dsp:txBody>
      <dsp:txXfrm>
        <a:off x="34443" y="35679"/>
        <a:ext cx="1283442" cy="630037"/>
      </dsp:txXfrm>
    </dsp:sp>
    <dsp:sp modelId="{8E7644E6-B29D-4292-ABBA-DA6F4B955786}">
      <dsp:nvSpPr>
        <dsp:cNvPr id="0" name=""/>
        <dsp:cNvSpPr/>
      </dsp:nvSpPr>
      <dsp:spPr>
        <a:xfrm rot="5400000">
          <a:off x="3244355" y="-1087856"/>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kern="1200" dirty="0"/>
        </a:p>
      </dsp:txBody>
      <dsp:txXfrm rot="-5400000">
        <a:off x="1351969" y="831797"/>
        <a:ext cx="4316069" cy="504028"/>
      </dsp:txXfrm>
    </dsp:sp>
    <dsp:sp modelId="{3D1AB65D-813D-48D5-9F8F-2DB201CB1437}">
      <dsp:nvSpPr>
        <dsp:cNvPr id="0" name=""/>
        <dsp:cNvSpPr/>
      </dsp:nvSpPr>
      <dsp:spPr>
        <a:xfrm>
          <a:off x="360" y="734710"/>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Establish clear leadership</a:t>
          </a:r>
          <a:endParaRPr lang="en-GB" sz="1100" kern="1200" dirty="0"/>
        </a:p>
      </dsp:txBody>
      <dsp:txXfrm>
        <a:off x="34443" y="768793"/>
        <a:ext cx="1283442" cy="630037"/>
      </dsp:txXfrm>
    </dsp:sp>
    <dsp:sp modelId="{0BE12B2B-C2A9-4CDE-AE16-7EB3A5638AEA}">
      <dsp:nvSpPr>
        <dsp:cNvPr id="0" name=""/>
        <dsp:cNvSpPr/>
      </dsp:nvSpPr>
      <dsp:spPr>
        <a:xfrm rot="5400000">
          <a:off x="3244355" y="-35474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Our experience tells us that the best approach to digital change is to avoid dismissing early ideas in order to generate a long-list of digital initiatives, which can then be evaluated against the Digital Vision</a:t>
          </a:r>
          <a:endParaRPr lang="en-GB" sz="1000" kern="1200" dirty="0"/>
        </a:p>
      </dsp:txBody>
      <dsp:txXfrm rot="-5400000">
        <a:off x="1351969" y="1564910"/>
        <a:ext cx="4316069" cy="504028"/>
      </dsp:txXfrm>
    </dsp:sp>
    <dsp:sp modelId="{54B1FF44-AD08-4837-AB4F-8E3A4A3CCA5F}">
      <dsp:nvSpPr>
        <dsp:cNvPr id="0" name=""/>
        <dsp:cNvSpPr/>
      </dsp:nvSpPr>
      <dsp:spPr>
        <a:xfrm>
          <a:off x="360" y="1467823"/>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Select appropriate digital technologies</a:t>
          </a:r>
          <a:endParaRPr lang="en-GB" sz="1100" kern="1200" dirty="0"/>
        </a:p>
      </dsp:txBody>
      <dsp:txXfrm>
        <a:off x="34443" y="1501906"/>
        <a:ext cx="1283442" cy="630037"/>
      </dsp:txXfrm>
    </dsp:sp>
    <dsp:sp modelId="{E3021AA5-EB3E-4DDC-BD69-C24A75E0A694}">
      <dsp:nvSpPr>
        <dsp:cNvPr id="0" name=""/>
        <dsp:cNvSpPr/>
      </dsp:nvSpPr>
      <dsp:spPr>
        <a:xfrm rot="5400000">
          <a:off x="3244355" y="378370"/>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No organisation can do everything at once.  It is vital to be realistic with digital transformation, starting with quick wins and building momentum to drive the transformation forward. </a:t>
          </a:r>
          <a:endParaRPr lang="en-GB" sz="1000" kern="1200" dirty="0"/>
        </a:p>
      </dsp:txBody>
      <dsp:txXfrm rot="-5400000">
        <a:off x="1351969" y="2298024"/>
        <a:ext cx="4316069" cy="504028"/>
      </dsp:txXfrm>
    </dsp:sp>
    <dsp:sp modelId="{066EDDCC-CD9C-4833-BABA-D90596DE672F}">
      <dsp:nvSpPr>
        <dsp:cNvPr id="0" name=""/>
        <dsp:cNvSpPr/>
      </dsp:nvSpPr>
      <dsp:spPr>
        <a:xfrm>
          <a:off x="360" y="220093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Build momentum</a:t>
          </a:r>
          <a:endParaRPr lang="en-GB" sz="1100" kern="1200" dirty="0"/>
        </a:p>
      </dsp:txBody>
      <dsp:txXfrm>
        <a:off x="34443" y="2235019"/>
        <a:ext cx="1283442" cy="630037"/>
      </dsp:txXfrm>
    </dsp:sp>
    <dsp:sp modelId="{CA7B1EF9-D115-4F3C-92D9-1DAB56AD8AED}">
      <dsp:nvSpPr>
        <dsp:cNvPr id="0" name=""/>
        <dsp:cNvSpPr/>
      </dsp:nvSpPr>
      <dsp:spPr>
        <a:xfrm rot="5400000">
          <a:off x="3244355" y="111148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kern="1200" dirty="0"/>
        </a:p>
      </dsp:txBody>
      <dsp:txXfrm rot="-5400000">
        <a:off x="1351969" y="3031137"/>
        <a:ext cx="4316069" cy="504028"/>
      </dsp:txXfrm>
    </dsp:sp>
    <dsp:sp modelId="{4CA54A94-663D-48AE-8BFF-07D33868E71E}">
      <dsp:nvSpPr>
        <dsp:cNvPr id="0" name=""/>
        <dsp:cNvSpPr/>
      </dsp:nvSpPr>
      <dsp:spPr>
        <a:xfrm>
          <a:off x="360" y="2934049"/>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Adopt a Continuous Improvement culture</a:t>
          </a:r>
          <a:endParaRPr lang="en-GB" sz="1100" kern="1200" dirty="0"/>
        </a:p>
      </dsp:txBody>
      <dsp:txXfrm>
        <a:off x="34443" y="2968132"/>
        <a:ext cx="1283442" cy="630037"/>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2">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1E473AF6-2FAB-4713-B6C6-E0386261291F}" type="datetimeFigureOut">
              <a:rPr lang="en-GB" smtClean="0"/>
              <a:t>01/07/2016</a:t>
            </a:fld>
            <a:endParaRPr lang="en-GB"/>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6898E0F9-4544-4B83-BE12-483232559C3B}" type="slidenum">
              <a:rPr lang="en-GB" smtClean="0"/>
              <a:t>‹#›</a:t>
            </a:fld>
            <a:endParaRPr lang="en-GB"/>
          </a:p>
        </p:txBody>
      </p:sp>
    </p:spTree>
    <p:extLst>
      <p:ext uri="{BB962C8B-B14F-4D97-AF65-F5344CB8AC3E}">
        <p14:creationId xmlns:p14="http://schemas.microsoft.com/office/powerpoint/2010/main" val="845763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2339265-ADFC-4563-A924-76225813E49E}" type="datetimeFigureOut">
              <a:rPr lang="en-GB" smtClean="0"/>
              <a:t>01/07/2016</a:t>
            </a:fld>
            <a:endParaRPr lang="en-GB"/>
          </a:p>
        </p:txBody>
      </p:sp>
      <p:sp>
        <p:nvSpPr>
          <p:cNvPr id="4" name="Slide Image Placeholder 3"/>
          <p:cNvSpPr>
            <a:spLocks noGrp="1" noRot="1" noChangeAspect="1"/>
          </p:cNvSpPr>
          <p:nvPr>
            <p:ph type="sldImg" idx="2"/>
          </p:nvPr>
        </p:nvSpPr>
        <p:spPr>
          <a:xfrm>
            <a:off x="42863" y="739775"/>
            <a:ext cx="6583362"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F7D8859B-D7B2-4524-A914-23A343B7401F}" type="slidenum">
              <a:rPr lang="en-GB" smtClean="0"/>
              <a:t>‹#›</a:t>
            </a:fld>
            <a:endParaRPr lang="en-GB"/>
          </a:p>
        </p:txBody>
      </p:sp>
    </p:spTree>
    <p:extLst>
      <p:ext uri="{BB962C8B-B14F-4D97-AF65-F5344CB8AC3E}">
        <p14:creationId xmlns:p14="http://schemas.microsoft.com/office/powerpoint/2010/main" val="2295960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a:t>
            </a:fld>
            <a:endParaRPr lang="en-GB"/>
          </a:p>
        </p:txBody>
      </p:sp>
    </p:spTree>
    <p:extLst>
      <p:ext uri="{BB962C8B-B14F-4D97-AF65-F5344CB8AC3E}">
        <p14:creationId xmlns:p14="http://schemas.microsoft.com/office/powerpoint/2010/main" val="1627040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4</a:t>
            </a:fld>
            <a:endParaRPr lang="en-GB"/>
          </a:p>
        </p:txBody>
      </p:sp>
    </p:spTree>
    <p:extLst>
      <p:ext uri="{BB962C8B-B14F-4D97-AF65-F5344CB8AC3E}">
        <p14:creationId xmlns:p14="http://schemas.microsoft.com/office/powerpoint/2010/main" val="121607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5</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Broader than just ERP…fits with global</a:t>
            </a:r>
            <a:r>
              <a:rPr lang="en-GB" baseline="0" dirty="0" smtClean="0"/>
              <a:t> vision &amp; market positioning.</a:t>
            </a:r>
            <a:endParaRPr lang="en-GB" dirty="0" smtClean="0"/>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6</a:t>
            </a:fld>
            <a:endParaRPr lang="en-GB"/>
          </a:p>
        </p:txBody>
      </p:sp>
    </p:spTree>
    <p:extLst>
      <p:ext uri="{BB962C8B-B14F-4D97-AF65-F5344CB8AC3E}">
        <p14:creationId xmlns:p14="http://schemas.microsoft.com/office/powerpoint/2010/main" val="253550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7</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Strategy is worth little if it cannot be operationalised …</a:t>
            </a:r>
          </a:p>
          <a:p>
            <a:r>
              <a:rPr lang="en-GB" dirty="0" smtClean="0"/>
              <a:t>Strategy horizons have shortened considerably</a:t>
            </a:r>
          </a:p>
          <a:p>
            <a:r>
              <a:rPr lang="en-GB" dirty="0" smtClean="0"/>
              <a:t>Agility</a:t>
            </a:r>
          </a:p>
          <a:p>
            <a:r>
              <a:rPr lang="en-GB" dirty="0" smtClean="0"/>
              <a:t>Collaboration</a:t>
            </a:r>
          </a:p>
          <a:p>
            <a:r>
              <a:rPr lang="en-GB" dirty="0" smtClean="0"/>
              <a:t>Don’t forget the soft side of strategy (skills, culture, </a:t>
            </a:r>
            <a:r>
              <a:rPr lang="en-GB" dirty="0" err="1" smtClean="0"/>
              <a:t>etc</a:t>
            </a:r>
            <a:r>
              <a:rPr lang="en-GB" dirty="0" smtClean="0"/>
              <a:t>)</a:t>
            </a:r>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9</a:t>
            </a:fld>
            <a:endParaRPr lang="en-GB"/>
          </a:p>
        </p:txBody>
      </p:sp>
    </p:spTree>
    <p:extLst>
      <p:ext uri="{BB962C8B-B14F-4D97-AF65-F5344CB8AC3E}">
        <p14:creationId xmlns:p14="http://schemas.microsoft.com/office/powerpoint/2010/main" val="150054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10</a:t>
            </a:fld>
            <a:endParaRPr lang="en-GB"/>
          </a:p>
        </p:txBody>
      </p:sp>
    </p:spTree>
    <p:extLst>
      <p:ext uri="{BB962C8B-B14F-4D97-AF65-F5344CB8AC3E}">
        <p14:creationId xmlns:p14="http://schemas.microsoft.com/office/powerpoint/2010/main" val="42811643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Slide">
    <p:spTree>
      <p:nvGrpSpPr>
        <p:cNvPr id="1" name=""/>
        <p:cNvGrpSpPr/>
        <p:nvPr/>
      </p:nvGrpSpPr>
      <p:grpSpPr>
        <a:xfrm>
          <a:off x="0" y="0"/>
          <a:ext cx="0" cy="0"/>
          <a:chOff x="0" y="0"/>
          <a:chExt cx="0" cy="0"/>
        </a:xfrm>
      </p:grpSpPr>
      <p:sp>
        <p:nvSpPr>
          <p:cNvPr id="4" name="Rectangle 3"/>
          <p:cNvSpPr/>
          <p:nvPr userDrawn="1"/>
        </p:nvSpPr>
        <p:spPr>
          <a:xfrm>
            <a:off x="0" y="180000"/>
            <a:ext cx="8964000" cy="40119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 </a:t>
            </a:r>
            <a:endParaRPr lang="en-GB" dirty="0"/>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THE POWER </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OF BEING UNDERSTOOD</a:t>
            </a:r>
            <a:endParaRPr lang="en-GB" dirty="0">
              <a:solidFill>
                <a:schemeClr val="bg1"/>
              </a:solidFill>
            </a:endParaRPr>
          </a:p>
        </p:txBody>
      </p:sp>
      <p:sp>
        <p:nvSpPr>
          <p:cNvPr id="5" name="TextBox 4"/>
          <p:cNvSpPr txBox="1"/>
          <p:nvPr userDrawn="1"/>
        </p:nvSpPr>
        <p:spPr>
          <a:xfrm>
            <a:off x="1115616" y="3363838"/>
            <a:ext cx="43204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rPr>
              <a:t>AUDIT | TAX | CONSULTING</a:t>
            </a:r>
          </a:p>
        </p:txBody>
      </p:sp>
      <p:sp>
        <p:nvSpPr>
          <p:cNvPr id="9" name="Rounded Rectangle 8"/>
          <p:cNvSpPr/>
          <p:nvPr userDrawn="1"/>
        </p:nvSpPr>
        <p:spPr>
          <a:xfrm>
            <a:off x="6156176" y="3651871"/>
            <a:ext cx="1296144" cy="354305"/>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85763"/>
            <a:ext cx="7385449" cy="2906067"/>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6164" y="4261757"/>
            <a:ext cx="1567120" cy="815342"/>
          </a:xfrm>
          <a:prstGeom prst="rect">
            <a:avLst/>
          </a:prstGeom>
        </p:spPr>
      </p:pic>
    </p:spTree>
    <p:extLst>
      <p:ext uri="{BB962C8B-B14F-4D97-AF65-F5344CB8AC3E}">
        <p14:creationId xmlns:p14="http://schemas.microsoft.com/office/powerpoint/2010/main" val="41382097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57175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165650"/>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14398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14398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14398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711814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114875"/>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708775"/>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21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21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21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158802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1691680" y="184736"/>
            <a:ext cx="727280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1" y="184736"/>
            <a:ext cx="323529"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395538" y="185739"/>
            <a:ext cx="1224134"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4317656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3851920" y="184736"/>
            <a:ext cx="511256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0" y="184736"/>
            <a:ext cx="971600"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9"/>
            <a:ext cx="2664822"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21675286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SM Image Slide 2">
    <p:spTree>
      <p:nvGrpSpPr>
        <p:cNvPr id="1" name=""/>
        <p:cNvGrpSpPr/>
        <p:nvPr/>
      </p:nvGrpSpPr>
      <p:grpSpPr>
        <a:xfrm>
          <a:off x="0" y="0"/>
          <a:ext cx="0" cy="0"/>
          <a:chOff x="0" y="0"/>
          <a:chExt cx="0" cy="0"/>
        </a:xfrm>
      </p:grpSpPr>
      <p:sp>
        <p:nvSpPr>
          <p:cNvPr id="2" name="Rectangle 1"/>
          <p:cNvSpPr/>
          <p:nvPr userDrawn="1"/>
        </p:nvSpPr>
        <p:spPr>
          <a:xfrm>
            <a:off x="3851919" y="185737"/>
            <a:ext cx="511745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userDrawn="1"/>
        </p:nvSpPr>
        <p:spPr>
          <a:xfrm>
            <a:off x="0" y="184736"/>
            <a:ext cx="971600" cy="42449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8"/>
            <a:ext cx="2664822" cy="42449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27804140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SM Image Slide">
    <p:spTree>
      <p:nvGrpSpPr>
        <p:cNvPr id="1" name=""/>
        <p:cNvGrpSpPr/>
        <p:nvPr/>
      </p:nvGrpSpPr>
      <p:grpSpPr>
        <a:xfrm>
          <a:off x="0" y="0"/>
          <a:ext cx="0" cy="0"/>
          <a:chOff x="0" y="0"/>
          <a:chExt cx="0" cy="0"/>
        </a:xfrm>
      </p:grpSpPr>
      <p:sp>
        <p:nvSpPr>
          <p:cNvPr id="2" name="Rectangle 1"/>
          <p:cNvSpPr/>
          <p:nvPr userDrawn="1"/>
        </p:nvSpPr>
        <p:spPr>
          <a:xfrm>
            <a:off x="0" y="182563"/>
            <a:ext cx="896937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82760355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ation Slide">
    <p:spTree>
      <p:nvGrpSpPr>
        <p:cNvPr id="1" name=""/>
        <p:cNvGrpSpPr/>
        <p:nvPr/>
      </p:nvGrpSpPr>
      <p:grpSpPr>
        <a:xfrm>
          <a:off x="0" y="0"/>
          <a:ext cx="0" cy="0"/>
          <a:chOff x="0" y="0"/>
          <a:chExt cx="0" cy="0"/>
        </a:xfrm>
      </p:grpSpPr>
      <p:sp>
        <p:nvSpPr>
          <p:cNvPr id="2" name="Rectangle 1"/>
          <p:cNvSpPr/>
          <p:nvPr userDrawn="1"/>
        </p:nvSpPr>
        <p:spPr>
          <a:xfrm>
            <a:off x="0" y="182241"/>
            <a:ext cx="8969375" cy="42484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Z:\RSM International\1 Design\2015\Brand\powerpoints\Quotation marks-09.pn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225614" y="0"/>
            <a:ext cx="2356772" cy="1857984"/>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sz="quarter" idx="10" hasCustomPrompt="1"/>
          </p:nvPr>
        </p:nvSpPr>
        <p:spPr>
          <a:xfrm>
            <a:off x="1547664" y="1563639"/>
            <a:ext cx="5976938" cy="1764196"/>
          </a:xfrm>
          <a:prstGeom prst="rect">
            <a:avLst/>
          </a:prstGeom>
        </p:spPr>
        <p:txBody>
          <a:bodyPr>
            <a:normAutofit/>
          </a:bodyPr>
          <a:lstStyle>
            <a:lvl1pPr marL="0" indent="0" algn="ctr">
              <a:buNone/>
              <a:defRPr sz="2400" b="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smtClean="0"/>
              <a:t>Quotation here – 24pt</a:t>
            </a:r>
          </a:p>
        </p:txBody>
      </p:sp>
      <p:sp>
        <p:nvSpPr>
          <p:cNvPr id="7" name="Text Placeholder 6"/>
          <p:cNvSpPr>
            <a:spLocks noGrp="1"/>
          </p:cNvSpPr>
          <p:nvPr>
            <p:ph type="body" sz="quarter" idx="11" hasCustomPrompt="1"/>
          </p:nvPr>
        </p:nvSpPr>
        <p:spPr>
          <a:xfrm>
            <a:off x="2915816" y="3489723"/>
            <a:ext cx="3313112" cy="306163"/>
          </a:xfrm>
          <a:prstGeom prst="rect">
            <a:avLst/>
          </a:prstGeom>
        </p:spPr>
        <p:txBody>
          <a:bodyPr>
            <a:noAutofit/>
          </a:bodyPr>
          <a:lstStyle>
            <a:lvl1pPr marL="0" indent="0" algn="ctr">
              <a:buNone/>
              <a:defRPr sz="1800" b="1">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Author of quote – 18pt</a:t>
            </a:r>
            <a:endParaRPr lang="en-GB" dirty="0"/>
          </a:p>
        </p:txBody>
      </p:sp>
      <p:sp>
        <p:nvSpPr>
          <p:cNvPr id="12" name="Text Placeholder 6"/>
          <p:cNvSpPr>
            <a:spLocks noGrp="1"/>
          </p:cNvSpPr>
          <p:nvPr>
            <p:ph type="body" sz="quarter" idx="12" hasCustomPrompt="1"/>
          </p:nvPr>
        </p:nvSpPr>
        <p:spPr>
          <a:xfrm>
            <a:off x="2915816" y="3795886"/>
            <a:ext cx="3313112" cy="288032"/>
          </a:xfrm>
          <a:prstGeom prst="rect">
            <a:avLst/>
          </a:prstGeom>
        </p:spPr>
        <p:txBody>
          <a:bodyPr>
            <a:noAutofit/>
          </a:bodyPr>
          <a:lstStyle>
            <a:lvl1pPr marL="0" indent="0" algn="ctr">
              <a:buNone/>
              <a:defRPr sz="1800" b="0">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Title – 18pt</a:t>
            </a:r>
            <a:endParaRPr lang="en-GB"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0153994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8" name="Rectangle 7"/>
          <p:cNvSpPr/>
          <p:nvPr userDrawn="1"/>
        </p:nvSpPr>
        <p:spPr>
          <a:xfrm>
            <a:off x="0" y="915989"/>
            <a:ext cx="3635896" cy="3527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hasCustomPrompt="1"/>
          </p:nvPr>
        </p:nvSpPr>
        <p:spPr>
          <a:xfrm>
            <a:off x="314524" y="1096434"/>
            <a:ext cx="3033340" cy="3161426"/>
          </a:xfrm>
          <a:prstGeom prst="rect">
            <a:avLst/>
          </a:prstGeom>
        </p:spPr>
        <p:txBody>
          <a:bodyPr anchor="ctr">
            <a:normAutofit/>
          </a:bodyPr>
          <a:lstStyle>
            <a:lvl1pPr marL="0" indent="0" algn="ctr">
              <a:buNone/>
              <a:defRPr sz="3200" b="0" i="0" cap="none"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dirty="0" smtClean="0"/>
              <a:t>Stand out fact/figure/chart</a:t>
            </a:r>
          </a:p>
        </p:txBody>
      </p:sp>
      <p:sp>
        <p:nvSpPr>
          <p:cNvPr id="21"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2" name="Straight Connector 21"/>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Content Placeholder 2"/>
          <p:cNvSpPr>
            <a:spLocks noGrp="1"/>
          </p:cNvSpPr>
          <p:nvPr>
            <p:ph sz="quarter" idx="16"/>
          </p:nvPr>
        </p:nvSpPr>
        <p:spPr>
          <a:xfrm>
            <a:off x="3851920" y="915989"/>
            <a:ext cx="51125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14004819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8" name="Rectangle 7"/>
          <p:cNvSpPr/>
          <p:nvPr userDrawn="1"/>
        </p:nvSpPr>
        <p:spPr>
          <a:xfrm>
            <a:off x="0" y="915988"/>
            <a:ext cx="8892480" cy="35279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p:cNvSpPr/>
          <p:nvPr userDrawn="1"/>
        </p:nvSpPr>
        <p:spPr>
          <a:xfrm>
            <a:off x="5652120" y="915988"/>
            <a:ext cx="3312368" cy="35279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p:nvPr>
        </p:nvSpPr>
        <p:spPr>
          <a:xfrm>
            <a:off x="251520" y="1059582"/>
            <a:ext cx="5040560" cy="2376264"/>
          </a:xfrm>
          <a:prstGeom prst="rect">
            <a:avLst/>
          </a:prstGeom>
        </p:spPr>
        <p:txBody>
          <a:bodyPr anchor="ctr">
            <a:normAutofit/>
          </a:bodyPr>
          <a:lstStyle>
            <a:lvl1pPr marL="0" indent="0" algn="ctr">
              <a:buNone/>
              <a:defRPr sz="2000" b="0" i="0" cap="all"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smtClean="0"/>
              <a:t>Click to edit Master text styles</a:t>
            </a:r>
          </a:p>
        </p:txBody>
      </p:sp>
      <p:sp>
        <p:nvSpPr>
          <p:cNvPr id="4" name="Text Placeholder 3"/>
          <p:cNvSpPr>
            <a:spLocks noGrp="1"/>
          </p:cNvSpPr>
          <p:nvPr>
            <p:ph type="body" sz="quarter" idx="15"/>
          </p:nvPr>
        </p:nvSpPr>
        <p:spPr>
          <a:xfrm>
            <a:off x="5796137" y="1059583"/>
            <a:ext cx="3038480" cy="3198277"/>
          </a:xfrm>
          <a:prstGeom prst="rect">
            <a:avLst/>
          </a:prstGeom>
          <a:ln>
            <a:noFill/>
          </a:ln>
        </p:spPr>
        <p:txBody>
          <a:bodyPr>
            <a:normAutofit/>
          </a:bodyPr>
          <a:lstStyle>
            <a:lvl1pPr>
              <a:spcAft>
                <a:spcPts val="600"/>
              </a:spcAft>
              <a:defRPr sz="1800" baseline="0">
                <a:solidFill>
                  <a:schemeClr val="bg1"/>
                </a:solidFill>
              </a:defRPr>
            </a:lvl1pPr>
            <a:lvl2pPr>
              <a:defRPr sz="1800" baseline="0">
                <a:solidFill>
                  <a:schemeClr val="bg1"/>
                </a:solidFill>
              </a:defRPr>
            </a:lvl2pPr>
            <a:lvl3pPr>
              <a:defRPr sz="1600" baseline="0">
                <a:solidFill>
                  <a:schemeClr val="bg1"/>
                </a:solidFill>
              </a:defRPr>
            </a:lvl3pPr>
            <a:lvl4pPr>
              <a:defRPr sz="1400" baseline="0">
                <a:solidFill>
                  <a:schemeClr val="bg1"/>
                </a:solidFill>
              </a:defRPr>
            </a:lvl4pPr>
            <a:lvl5pPr>
              <a:defRPr sz="1200" baseline="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ext Placeholder 5"/>
          <p:cNvSpPr>
            <a:spLocks noGrp="1"/>
          </p:cNvSpPr>
          <p:nvPr>
            <p:ph type="body" sz="quarter" idx="17" hasCustomPrompt="1"/>
          </p:nvPr>
        </p:nvSpPr>
        <p:spPr>
          <a:xfrm>
            <a:off x="250825" y="3579863"/>
            <a:ext cx="5041900" cy="673859"/>
          </a:xfrm>
          <a:prstGeom prst="rect">
            <a:avLst/>
          </a:prstGeom>
        </p:spPr>
        <p:txBody>
          <a:bodyPr>
            <a:normAutofit/>
          </a:bodyPr>
          <a:lstStyle>
            <a:lvl1pPr marL="0" indent="0">
              <a:spcAft>
                <a:spcPts val="1200"/>
              </a:spcAft>
              <a:buNone/>
              <a:defRPr sz="1600" baseline="0"/>
            </a:lvl1pPr>
            <a:lvl2pPr>
              <a:defRPr sz="1400" baseline="0"/>
            </a:lvl2pPr>
            <a:lvl3pPr>
              <a:defRPr sz="1400" baseline="0"/>
            </a:lvl3pPr>
            <a:lvl4pPr>
              <a:defRPr sz="1400" baseline="0"/>
            </a:lvl4pPr>
            <a:lvl5pPr>
              <a:defRPr sz="1400" baseline="0"/>
            </a:lvl5pPr>
          </a:lstStyle>
          <a:p>
            <a:pPr lvl="0"/>
            <a:r>
              <a:rPr lang="en-US" dirty="0" smtClean="0"/>
              <a:t>Paragraph/caption for object above</a:t>
            </a:r>
          </a:p>
        </p:txBody>
      </p:sp>
      <p:sp>
        <p:nvSpPr>
          <p:cNvPr id="13"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14" name="Straight Connector 13"/>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08326415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Slide 1">
    <p:spTree>
      <p:nvGrpSpPr>
        <p:cNvPr id="1" name=""/>
        <p:cNvGrpSpPr/>
        <p:nvPr/>
      </p:nvGrpSpPr>
      <p:grpSpPr>
        <a:xfrm>
          <a:off x="0" y="0"/>
          <a:ext cx="0" cy="0"/>
          <a:chOff x="0" y="0"/>
          <a:chExt cx="0" cy="0"/>
        </a:xfrm>
      </p:grpSpPr>
      <p:sp>
        <p:nvSpPr>
          <p:cNvPr id="21" name="Rectangle 20"/>
          <p:cNvSpPr/>
          <p:nvPr userDrawn="1"/>
        </p:nvSpPr>
        <p:spPr>
          <a:xfrm>
            <a:off x="0" y="915988"/>
            <a:ext cx="50304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userDrawn="1"/>
        </p:nvSpPr>
        <p:spPr>
          <a:xfrm>
            <a:off x="611560" y="915988"/>
            <a:ext cx="1080120"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 Placeholder 5"/>
          <p:cNvSpPr>
            <a:spLocks noGrp="1"/>
          </p:cNvSpPr>
          <p:nvPr>
            <p:ph type="body" sz="quarter" idx="14" hasCustomPrompt="1"/>
          </p:nvPr>
        </p:nvSpPr>
        <p:spPr>
          <a:xfrm>
            <a:off x="1844080" y="915989"/>
            <a:ext cx="712040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1844080" y="1484314"/>
            <a:ext cx="7120408"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83255071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251520" y="915989"/>
            <a:ext cx="87129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83319366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Slide 3">
    <p:spTree>
      <p:nvGrpSpPr>
        <p:cNvPr id="1" name=""/>
        <p:cNvGrpSpPr/>
        <p:nvPr/>
      </p:nvGrpSpPr>
      <p:grpSpPr>
        <a:xfrm>
          <a:off x="0" y="0"/>
          <a:ext cx="0" cy="0"/>
          <a:chOff x="0" y="0"/>
          <a:chExt cx="0" cy="0"/>
        </a:xfrm>
      </p:grpSpPr>
      <p:sp>
        <p:nvSpPr>
          <p:cNvPr id="22"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6" name="Text Placeholder 5"/>
          <p:cNvSpPr>
            <a:spLocks noGrp="1"/>
          </p:cNvSpPr>
          <p:nvPr>
            <p:ph type="body" sz="quarter" idx="14" hasCustomPrompt="1"/>
          </p:nvPr>
        </p:nvSpPr>
        <p:spPr>
          <a:xfrm>
            <a:off x="1024485" y="915989"/>
            <a:ext cx="794417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27" name="Content Placeholder 2"/>
          <p:cNvSpPr>
            <a:spLocks noGrp="1"/>
          </p:cNvSpPr>
          <p:nvPr>
            <p:ph sz="quarter" idx="16"/>
          </p:nvPr>
        </p:nvSpPr>
        <p:spPr>
          <a:xfrm>
            <a:off x="1024403" y="1484314"/>
            <a:ext cx="7944972"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Rectangle 10"/>
          <p:cNvSpPr/>
          <p:nvPr userDrawn="1"/>
        </p:nvSpPr>
        <p:spPr>
          <a:xfrm>
            <a:off x="0" y="915988"/>
            <a:ext cx="25152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userDrawn="1"/>
        </p:nvSpPr>
        <p:spPr>
          <a:xfrm>
            <a:off x="316280" y="915988"/>
            <a:ext cx="626027"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127583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Slide 4 - with columns">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25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ontent Placeholder 2"/>
          <p:cNvSpPr>
            <a:spLocks noGrp="1"/>
          </p:cNvSpPr>
          <p:nvPr>
            <p:ph sz="quarter" idx="16"/>
          </p:nvPr>
        </p:nvSpPr>
        <p:spPr>
          <a:xfrm>
            <a:off x="251520" y="1484314"/>
            <a:ext cx="8712968" cy="2959100"/>
          </a:xfrm>
          <a:prstGeom prst="rect">
            <a:avLst/>
          </a:prstGeom>
        </p:spPr>
        <p:txBody>
          <a:bodyPr numCol="2">
            <a:no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994030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Slide 5">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96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p:cNvSpPr>
            <a:spLocks noGrp="1"/>
          </p:cNvSpPr>
          <p:nvPr>
            <p:ph sz="quarter" idx="15"/>
          </p:nvPr>
        </p:nvSpPr>
        <p:spPr>
          <a:xfrm>
            <a:off x="4679952" y="1479551"/>
            <a:ext cx="4289425" cy="2951163"/>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Content Placeholder 2"/>
          <p:cNvSpPr>
            <a:spLocks noGrp="1"/>
          </p:cNvSpPr>
          <p:nvPr>
            <p:ph sz="quarter" idx="16"/>
          </p:nvPr>
        </p:nvSpPr>
        <p:spPr>
          <a:xfrm>
            <a:off x="251522" y="1484314"/>
            <a:ext cx="4287143"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45988394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s and Testimonials Slide">
    <p:spTree>
      <p:nvGrpSpPr>
        <p:cNvPr id="1" name=""/>
        <p:cNvGrpSpPr/>
        <p:nvPr/>
      </p:nvGrpSpPr>
      <p:grpSpPr>
        <a:xfrm>
          <a:off x="0" y="0"/>
          <a:ext cx="0" cy="0"/>
          <a:chOff x="0" y="0"/>
          <a:chExt cx="0" cy="0"/>
        </a:xfrm>
      </p:grpSpPr>
      <p:sp>
        <p:nvSpPr>
          <p:cNvPr id="2" name="Rectangle 1"/>
          <p:cNvSpPr/>
          <p:nvPr userDrawn="1"/>
        </p:nvSpPr>
        <p:spPr>
          <a:xfrm>
            <a:off x="1" y="915989"/>
            <a:ext cx="4538663" cy="352754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4679951" y="915989"/>
            <a:ext cx="4289424" cy="1943794"/>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4679950" y="3003799"/>
            <a:ext cx="4289424" cy="143973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8" name="Text Placeholder 5"/>
          <p:cNvSpPr>
            <a:spLocks noGrp="1"/>
          </p:cNvSpPr>
          <p:nvPr>
            <p:ph type="body" sz="quarter" idx="20" hasCustomPrompt="1"/>
          </p:nvPr>
        </p:nvSpPr>
        <p:spPr>
          <a:xfrm>
            <a:off x="4932365" y="3219823"/>
            <a:ext cx="3959929" cy="1007691"/>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0" name="Text Placeholder 5"/>
          <p:cNvSpPr>
            <a:spLocks noGrp="1"/>
          </p:cNvSpPr>
          <p:nvPr>
            <p:ph type="body" sz="quarter" idx="22" hasCustomPrompt="1"/>
          </p:nvPr>
        </p:nvSpPr>
        <p:spPr>
          <a:xfrm>
            <a:off x="4932365" y="1131888"/>
            <a:ext cx="3959929" cy="1547875"/>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1" name="Text Placeholder 5"/>
          <p:cNvSpPr>
            <a:spLocks noGrp="1"/>
          </p:cNvSpPr>
          <p:nvPr>
            <p:ph type="body" sz="quarter" idx="23" hasCustomPrompt="1"/>
          </p:nvPr>
        </p:nvSpPr>
        <p:spPr>
          <a:xfrm>
            <a:off x="468089" y="1131888"/>
            <a:ext cx="3743325" cy="3096047"/>
          </a:xfrm>
          <a:prstGeom prst="rect">
            <a:avLst/>
          </a:prstGeom>
        </p:spPr>
        <p:txBody>
          <a:bodyPr anchor="ctr" anchorCtr="0">
            <a:normAutofit/>
          </a:bodyPr>
          <a:lstStyle>
            <a:lvl1pPr marL="0" indent="0">
              <a:buNone/>
              <a:defRPr sz="1600"/>
            </a:lvl1pPr>
          </a:lstStyle>
          <a:p>
            <a:pPr lvl="0"/>
            <a:r>
              <a:rPr lang="en-US" dirty="0" smtClean="0"/>
              <a:t>“Click to edit quote – 16pt”</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71147462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7"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8" name="Straight Connector 7"/>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Picture Placeholder 11"/>
          <p:cNvSpPr>
            <a:spLocks noGrp="1"/>
          </p:cNvSpPr>
          <p:nvPr>
            <p:ph type="pic" sz="quarter" idx="14"/>
          </p:nvPr>
        </p:nvSpPr>
        <p:spPr>
          <a:xfrm>
            <a:off x="250827" y="1131888"/>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12" name="Rectangle 11"/>
          <p:cNvSpPr/>
          <p:nvPr userDrawn="1"/>
        </p:nvSpPr>
        <p:spPr>
          <a:xfrm>
            <a:off x="1691680"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4"/>
          <p:cNvSpPr>
            <a:spLocks noGrp="1"/>
          </p:cNvSpPr>
          <p:nvPr>
            <p:ph type="body" sz="quarter" idx="20" hasCustomPrompt="1"/>
          </p:nvPr>
        </p:nvSpPr>
        <p:spPr>
          <a:xfrm>
            <a:off x="1844081"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14" name="Text Placeholder 24"/>
          <p:cNvSpPr>
            <a:spLocks noGrp="1"/>
          </p:cNvSpPr>
          <p:nvPr>
            <p:ph type="body" sz="quarter" idx="21" hasCustomPrompt="1"/>
          </p:nvPr>
        </p:nvSpPr>
        <p:spPr>
          <a:xfrm>
            <a:off x="1844081"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15" name="Text Placeholder 24"/>
          <p:cNvSpPr>
            <a:spLocks noGrp="1"/>
          </p:cNvSpPr>
          <p:nvPr>
            <p:ph type="body" sz="quarter" idx="22" hasCustomPrompt="1"/>
          </p:nvPr>
        </p:nvSpPr>
        <p:spPr>
          <a:xfrm>
            <a:off x="1844081"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21" name="Picture Placeholder 11"/>
          <p:cNvSpPr>
            <a:spLocks noGrp="1"/>
          </p:cNvSpPr>
          <p:nvPr>
            <p:ph type="pic" sz="quarter" idx="27"/>
          </p:nvPr>
        </p:nvSpPr>
        <p:spPr>
          <a:xfrm>
            <a:off x="250827"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22" name="Rectangle 21"/>
          <p:cNvSpPr/>
          <p:nvPr userDrawn="1"/>
        </p:nvSpPr>
        <p:spPr>
          <a:xfrm>
            <a:off x="1691680"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24"/>
          <p:cNvSpPr>
            <a:spLocks noGrp="1"/>
          </p:cNvSpPr>
          <p:nvPr>
            <p:ph type="body" sz="quarter" idx="28" hasCustomPrompt="1"/>
          </p:nvPr>
        </p:nvSpPr>
        <p:spPr>
          <a:xfrm>
            <a:off x="1844081"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24" name="Text Placeholder 24"/>
          <p:cNvSpPr>
            <a:spLocks noGrp="1"/>
          </p:cNvSpPr>
          <p:nvPr>
            <p:ph type="body" sz="quarter" idx="29" hasCustomPrompt="1"/>
          </p:nvPr>
        </p:nvSpPr>
        <p:spPr>
          <a:xfrm>
            <a:off x="1844081"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25" name="Text Placeholder 24"/>
          <p:cNvSpPr>
            <a:spLocks noGrp="1"/>
          </p:cNvSpPr>
          <p:nvPr>
            <p:ph type="body" sz="quarter" idx="30" hasCustomPrompt="1"/>
          </p:nvPr>
        </p:nvSpPr>
        <p:spPr>
          <a:xfrm>
            <a:off x="1844081"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1" name="Picture Placeholder 11"/>
          <p:cNvSpPr>
            <a:spLocks noGrp="1"/>
          </p:cNvSpPr>
          <p:nvPr>
            <p:ph type="pic" sz="quarter" idx="23"/>
          </p:nvPr>
        </p:nvSpPr>
        <p:spPr>
          <a:xfrm>
            <a:off x="4783885" y="1131889"/>
            <a:ext cx="1440855" cy="1440854"/>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2" name="Rectangle 31"/>
          <p:cNvSpPr/>
          <p:nvPr userDrawn="1"/>
        </p:nvSpPr>
        <p:spPr>
          <a:xfrm>
            <a:off x="6224738"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 Placeholder 24"/>
          <p:cNvSpPr>
            <a:spLocks noGrp="1"/>
          </p:cNvSpPr>
          <p:nvPr>
            <p:ph type="body" sz="quarter" idx="24" hasCustomPrompt="1"/>
          </p:nvPr>
        </p:nvSpPr>
        <p:spPr>
          <a:xfrm>
            <a:off x="6377140"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4" name="Text Placeholder 24"/>
          <p:cNvSpPr>
            <a:spLocks noGrp="1"/>
          </p:cNvSpPr>
          <p:nvPr>
            <p:ph type="body" sz="quarter" idx="25" hasCustomPrompt="1"/>
          </p:nvPr>
        </p:nvSpPr>
        <p:spPr>
          <a:xfrm>
            <a:off x="6377140"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35" name="Text Placeholder 24"/>
          <p:cNvSpPr>
            <a:spLocks noGrp="1"/>
          </p:cNvSpPr>
          <p:nvPr>
            <p:ph type="body" sz="quarter" idx="26" hasCustomPrompt="1"/>
          </p:nvPr>
        </p:nvSpPr>
        <p:spPr>
          <a:xfrm>
            <a:off x="6377140"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6" name="Picture Placeholder 11"/>
          <p:cNvSpPr>
            <a:spLocks noGrp="1"/>
          </p:cNvSpPr>
          <p:nvPr>
            <p:ph type="pic" sz="quarter" idx="31"/>
          </p:nvPr>
        </p:nvSpPr>
        <p:spPr>
          <a:xfrm>
            <a:off x="4783885"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7" name="Rectangle 36"/>
          <p:cNvSpPr/>
          <p:nvPr userDrawn="1"/>
        </p:nvSpPr>
        <p:spPr>
          <a:xfrm>
            <a:off x="6224738"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 Placeholder 24"/>
          <p:cNvSpPr>
            <a:spLocks noGrp="1"/>
          </p:cNvSpPr>
          <p:nvPr>
            <p:ph type="body" sz="quarter" idx="32" hasCustomPrompt="1"/>
          </p:nvPr>
        </p:nvSpPr>
        <p:spPr>
          <a:xfrm>
            <a:off x="6377140"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9" name="Text Placeholder 24"/>
          <p:cNvSpPr>
            <a:spLocks noGrp="1"/>
          </p:cNvSpPr>
          <p:nvPr>
            <p:ph type="body" sz="quarter" idx="33" hasCustomPrompt="1"/>
          </p:nvPr>
        </p:nvSpPr>
        <p:spPr>
          <a:xfrm>
            <a:off x="6377140"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40" name="Text Placeholder 24"/>
          <p:cNvSpPr>
            <a:spLocks noGrp="1"/>
          </p:cNvSpPr>
          <p:nvPr>
            <p:ph type="body" sz="quarter" idx="34" hasCustomPrompt="1"/>
          </p:nvPr>
        </p:nvSpPr>
        <p:spPr>
          <a:xfrm>
            <a:off x="6377140"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4922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216296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estions and Answers Slide">
    <p:spTree>
      <p:nvGrpSpPr>
        <p:cNvPr id="1" name=""/>
        <p:cNvGrpSpPr/>
        <p:nvPr/>
      </p:nvGrpSpPr>
      <p:grpSpPr>
        <a:xfrm>
          <a:off x="0" y="0"/>
          <a:ext cx="0" cy="0"/>
          <a:chOff x="0" y="0"/>
          <a:chExt cx="0" cy="0"/>
        </a:xfrm>
      </p:grpSpPr>
      <p:sp>
        <p:nvSpPr>
          <p:cNvPr id="2" name="Rectangle 1"/>
          <p:cNvSpPr/>
          <p:nvPr userDrawn="1"/>
        </p:nvSpPr>
        <p:spPr>
          <a:xfrm>
            <a:off x="0" y="185739"/>
            <a:ext cx="8964488" cy="4244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3"/>
          <p:cNvSpPr/>
          <p:nvPr userDrawn="1"/>
        </p:nvSpPr>
        <p:spPr>
          <a:xfrm>
            <a:off x="7499355" y="411510"/>
            <a:ext cx="1008112"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userDrawn="1"/>
        </p:nvSpPr>
        <p:spPr>
          <a:xfrm>
            <a:off x="1043608" y="519522"/>
            <a:ext cx="6768752" cy="3204356"/>
          </a:xfrm>
          <a:prstGeom prst="roundRect">
            <a:avLst>
              <a:gd name="adj" fmla="val 5265"/>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userDrawn="1"/>
        </p:nvSpPr>
        <p:spPr>
          <a:xfrm>
            <a:off x="467544" y="681540"/>
            <a:ext cx="6840761" cy="3402378"/>
          </a:xfrm>
          <a:prstGeom prst="roundRect">
            <a:avLst>
              <a:gd name="adj" fmla="val 437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userDrawn="1"/>
        </p:nvSpPr>
        <p:spPr>
          <a:xfrm>
            <a:off x="1331640" y="1492250"/>
            <a:ext cx="5760640" cy="1938992"/>
          </a:xfrm>
          <a:prstGeom prst="rect">
            <a:avLst/>
          </a:prstGeom>
          <a:noFill/>
        </p:spPr>
        <p:txBody>
          <a:bodyPr wrap="square" rtlCol="0">
            <a:spAutoFit/>
          </a:bodyPr>
          <a:lstStyle/>
          <a:p>
            <a:r>
              <a:rPr kumimoji="0" lang="en-US" sz="6000" b="0" i="0" u="none" strike="noStrike" kern="1200" cap="none" spc="0" normalizeH="0" baseline="0" noProof="0" dirty="0" smtClean="0">
                <a:ln>
                  <a:noFill/>
                </a:ln>
                <a:solidFill>
                  <a:schemeClr val="bg1"/>
                </a:solidFill>
                <a:effectLst/>
                <a:uLnTx/>
                <a:uFillTx/>
                <a:latin typeface="+mn-lt"/>
              </a:rPr>
              <a:t>Questions </a:t>
            </a:r>
          </a:p>
          <a:p>
            <a:r>
              <a:rPr kumimoji="0" lang="en-US" sz="6000" b="0" i="0" u="none" strike="noStrike" kern="1200" cap="none" spc="0" normalizeH="0" baseline="0" noProof="0" dirty="0" smtClean="0">
                <a:ln>
                  <a:noFill/>
                </a:ln>
                <a:solidFill>
                  <a:schemeClr val="bg1"/>
                </a:solidFill>
                <a:effectLst/>
                <a:uLnTx/>
                <a:uFillTx/>
                <a:latin typeface="+mn-lt"/>
              </a:rPr>
              <a:t>and answers?</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9536306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4" name="Rectangle 3"/>
          <p:cNvSpPr/>
          <p:nvPr userDrawn="1"/>
        </p:nvSpPr>
        <p:spPr>
          <a:xfrm>
            <a:off x="-1" y="185738"/>
            <a:ext cx="8969375" cy="4244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Thank you</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for your time</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and attention</a:t>
            </a:r>
          </a:p>
        </p:txBody>
      </p:sp>
      <p:sp>
        <p:nvSpPr>
          <p:cNvPr id="9" name="Rounded Rectangle 8"/>
          <p:cNvSpPr/>
          <p:nvPr userDrawn="1"/>
        </p:nvSpPr>
        <p:spPr>
          <a:xfrm>
            <a:off x="6156176" y="3651870"/>
            <a:ext cx="1296144"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03498"/>
            <a:ext cx="7385449" cy="2988332"/>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31231735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51870"/>
            <a:ext cx="8229600" cy="540060"/>
          </a:xfrm>
          <a:prstGeom prst="rect">
            <a:avLst/>
          </a:prstGeom>
        </p:spPr>
        <p:txBody>
          <a:bodyPr>
            <a:noAutofit/>
          </a:bodyPr>
          <a:lstStyle>
            <a:lvl1pPr algn="l">
              <a:defRPr sz="2800" b="0" i="0" cap="all" baseline="0">
                <a:solidFill>
                  <a:schemeClr val="accent2"/>
                </a:solidFill>
              </a:defRPr>
            </a:lvl1pPr>
          </a:lstStyle>
          <a:p>
            <a:r>
              <a:rPr lang="en-US" dirty="0" smtClean="0"/>
              <a:t>Click to edit heading – 28pt</a:t>
            </a:r>
            <a:endParaRPr lang="en-GB" dirty="0"/>
          </a:p>
        </p:txBody>
      </p:sp>
      <p:sp>
        <p:nvSpPr>
          <p:cNvPr id="8" name="Text Placeholder 7"/>
          <p:cNvSpPr>
            <a:spLocks noGrp="1"/>
          </p:cNvSpPr>
          <p:nvPr>
            <p:ph type="body" sz="quarter" idx="10" hasCustomPrompt="1"/>
          </p:nvPr>
        </p:nvSpPr>
        <p:spPr>
          <a:xfrm>
            <a:off x="468313" y="4245770"/>
            <a:ext cx="5543550" cy="342205"/>
          </a:xfrm>
          <a:prstGeom prst="rect">
            <a:avLst/>
          </a:prstGeom>
        </p:spPr>
        <p:txBody>
          <a:bodyPr>
            <a:noAutofit/>
          </a:bodyPr>
          <a:lstStyle>
            <a:lvl1pPr marL="0" indent="0">
              <a:buNone/>
              <a:defRPr sz="2000" baseline="0"/>
            </a:lvl1pPr>
          </a:lstStyle>
          <a:p>
            <a:pPr lvl="0"/>
            <a:r>
              <a:rPr lang="en-US" dirty="0" smtClean="0"/>
              <a:t>Click to edit subheading – 20pt</a:t>
            </a:r>
          </a:p>
        </p:txBody>
      </p:sp>
      <p:sp>
        <p:nvSpPr>
          <p:cNvPr id="10" name="Picture Placeholder 9"/>
          <p:cNvSpPr>
            <a:spLocks noGrp="1"/>
          </p:cNvSpPr>
          <p:nvPr>
            <p:ph type="pic" sz="quarter" idx="11"/>
          </p:nvPr>
        </p:nvSpPr>
        <p:spPr>
          <a:xfrm>
            <a:off x="0" y="195487"/>
            <a:ext cx="8964488" cy="3294236"/>
          </a:xfrm>
          <a:prstGeom prst="rect">
            <a:avLst/>
          </a:prstGeom>
        </p:spPr>
        <p:txBody>
          <a:bodyPr/>
          <a:lstStyle/>
          <a:p>
            <a:r>
              <a:rPr lang="en-US" smtClean="0"/>
              <a:t>Click icon to add picture</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7368116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480884"/>
      </p:ext>
    </p:extLst>
  </p:cSld>
  <p:clrMap bg1="lt1" tx1="dk1" bg2="lt2" tx2="dk2" accent1="accent1" accent2="accent2" accent3="accent3" accent4="accent4" accent5="accent5" accent6="accent6" hlink="hlink" folHlink="folHlink"/>
  <p:sldLayoutIdLst>
    <p:sldLayoutId id="2147483663" r:id="rId1"/>
    <p:sldLayoutId id="2147483654" r:id="rId2"/>
    <p:sldLayoutId id="2147483679" r:id="rId3"/>
    <p:sldLayoutId id="2147483667" r:id="rId4"/>
    <p:sldLayoutId id="2147483680" r:id="rId5"/>
    <p:sldLayoutId id="2147483676" r:id="rId6"/>
    <p:sldLayoutId id="2147483664" r:id="rId7"/>
    <p:sldLayoutId id="2147483665" r:id="rId8"/>
    <p:sldLayoutId id="2147483656" r:id="rId9"/>
    <p:sldLayoutId id="2147483661" r:id="rId10"/>
    <p:sldLayoutId id="2147483660" r:id="rId11"/>
    <p:sldLayoutId id="2147483674" r:id="rId12"/>
    <p:sldLayoutId id="2147483668" r:id="rId13"/>
    <p:sldLayoutId id="2147483669" r:id="rId14"/>
    <p:sldLayoutId id="2147483670" r:id="rId15"/>
    <p:sldLayoutId id="2147483675" r:id="rId16"/>
    <p:sldLayoutId id="2147483678" r:id="rId17"/>
    <p:sldLayoutId id="2147483677" r:id="rId18"/>
    <p:sldLayoutId id="2147483671" r:id="rId19"/>
    <p:sldLayoutId id="2147483672" r:id="rId20"/>
    <p:sldLayoutId id="2147483681" r:id="rId2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e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jpe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4.xml"/><Relationship Id="rId6" Type="http://schemas.openxmlformats.org/officeDocument/2006/relationships/hyperlink" Target="http://www.google.co.uk/url?sa=i&amp;rct=j&amp;q=&amp;esrc=s&amp;frm=1&amp;source=images&amp;cd=&amp;cad=rja&amp;uact=8&amp;docid=PbLkAV8GE-iUXM&amp;tbnid=vkEC8c3eeFUIOM:&amp;ved=0CAUQjRw&amp;url=http://geekyfanboy.blogspot.com/2014/01/moving-in-day-7-internet-pga.html&amp;ei=r-6KU9L8Ic6a0QWf-ICIAg&amp;bvm=bv.67720277,d.ZWU&amp;psig=AFQjCNENEDj16G5sPZQsAVEhuTK5snBBnw&amp;ust=1401700289108580" TargetMode="External"/><Relationship Id="rId5" Type="http://schemas.microsoft.com/office/2007/relationships/hdphoto" Target="../media/hdphoto1.wdp"/><Relationship Id="rId4" Type="http://schemas.openxmlformats.org/officeDocument/2006/relationships/image" Target="../media/image7.jpeg"/><Relationship Id="rId9" Type="http://schemas.openxmlformats.org/officeDocument/2006/relationships/image" Target="../media/image9.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91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Roger Lovis</a:t>
            </a:r>
            <a:endParaRPr lang="en-GB" dirty="0"/>
          </a:p>
        </p:txBody>
      </p:sp>
      <p:graphicFrame>
        <p:nvGraphicFramePr>
          <p:cNvPr id="29" name="Diagram 28"/>
          <p:cNvGraphicFramePr/>
          <p:nvPr>
            <p:extLst>
              <p:ext uri="{D42A27DB-BD31-4B8C-83A1-F6EECF244321}">
                <p14:modId xmlns:p14="http://schemas.microsoft.com/office/powerpoint/2010/main" val="67361087"/>
              </p:ext>
            </p:extLst>
          </p:nvPr>
        </p:nvGraphicFramePr>
        <p:xfrm>
          <a:off x="3649113" y="872042"/>
          <a:ext cx="4995918" cy="4067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 Placeholder 5"/>
          <p:cNvSpPr>
            <a:spLocks noGrp="1"/>
          </p:cNvSpPr>
          <p:nvPr>
            <p:ph type="body" sz="quarter" idx="14"/>
          </p:nvPr>
        </p:nvSpPr>
        <p:spPr>
          <a:xfrm>
            <a:off x="866775" y="2877503"/>
            <a:ext cx="1967865" cy="810203"/>
          </a:xfrm>
          <a:ln>
            <a:noFill/>
          </a:ln>
        </p:spPr>
        <p:txBody>
          <a:bodyPr/>
          <a:lstStyle/>
          <a:p>
            <a:r>
              <a:rPr lang="en-US" sz="1000" b="1" dirty="0" smtClean="0">
                <a:solidFill>
                  <a:schemeClr val="accent1"/>
                </a:solidFill>
              </a:rPr>
              <a:t>Roger Lovis</a:t>
            </a:r>
          </a:p>
          <a:p>
            <a:r>
              <a:rPr lang="en-US" sz="1000" b="1" dirty="0" smtClean="0">
                <a:solidFill>
                  <a:schemeClr val="accent1"/>
                </a:solidFill>
              </a:rPr>
              <a:t>Associé, Technology Consulting</a:t>
            </a:r>
          </a:p>
          <a:p>
            <a:r>
              <a:rPr lang="en-US" sz="1000" b="1" dirty="0" smtClean="0">
                <a:solidFill>
                  <a:schemeClr val="accent1"/>
                </a:solidFill>
              </a:rPr>
              <a:t>roger.lovis@rsmuk.com</a:t>
            </a:r>
          </a:p>
          <a:p>
            <a:r>
              <a:rPr lang="en-US" sz="1000" b="1" dirty="0" smtClean="0">
                <a:solidFill>
                  <a:schemeClr val="accent1"/>
                </a:solidFill>
              </a:rPr>
              <a:t>T : (0)7976 855126</a:t>
            </a: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7775" t="6491" r="3229" b="6491"/>
          <a:stretch/>
        </p:blipFill>
        <p:spPr>
          <a:xfrm>
            <a:off x="874395" y="1419225"/>
            <a:ext cx="1409700" cy="1409700"/>
          </a:xfrm>
          <a:prstGeom prst="rect">
            <a:avLst/>
          </a:prstGeom>
          <a:ln>
            <a:noFill/>
          </a:ln>
        </p:spPr>
      </p:pic>
      <p:sp>
        <p:nvSpPr>
          <p:cNvPr id="6" name="Rectangle 5"/>
          <p:cNvSpPr/>
          <p:nvPr/>
        </p:nvSpPr>
        <p:spPr bwMode="auto">
          <a:xfrm>
            <a:off x="874395" y="2828924"/>
            <a:ext cx="1409699" cy="45719"/>
          </a:xfrm>
          <a:prstGeom prst="rect">
            <a:avLst/>
          </a:prstGeom>
          <a:solidFill>
            <a:schemeClr val="accent1"/>
          </a:solidFill>
          <a:ln w="9525" cap="flat" cmpd="sng" algn="ctr">
            <a:no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0" marR="0" indent="0" algn="ctr" defTabSz="914400" rtl="0" eaLnBrk="1" fontAlgn="base" latinLnBrk="0" hangingPunct="1">
              <a:lnSpc>
                <a:spcPct val="110000"/>
              </a:lnSpc>
              <a:spcBef>
                <a:spcPct val="50000"/>
              </a:spcBef>
              <a:spcAft>
                <a:spcPct val="20000"/>
              </a:spcAft>
              <a:buClrTx/>
              <a:buSzTx/>
              <a:buFont typeface="Arial" charset="0"/>
              <a:buNone/>
              <a:tabLst/>
            </a:pPr>
            <a:endParaRPr kumimoji="0" lang="en-GB" sz="10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43927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Que se passe-t-il là-dehors ?</a:t>
            </a:r>
          </a:p>
        </p:txBody>
      </p:sp>
      <p:cxnSp>
        <p:nvCxnSpPr>
          <p:cNvPr id="70" name="Straight Connector 69"/>
          <p:cNvCxnSpPr/>
          <p:nvPr/>
        </p:nvCxnSpPr>
        <p:spPr bwMode="auto">
          <a:xfrm flipV="1">
            <a:off x="3149288" y="4008590"/>
            <a:ext cx="708578"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1" name="Straight Connector 70"/>
          <p:cNvCxnSpPr/>
          <p:nvPr/>
        </p:nvCxnSpPr>
        <p:spPr bwMode="auto">
          <a:xfrm flipH="1" flipV="1">
            <a:off x="2077644" y="1855537"/>
            <a:ext cx="1193399" cy="5521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2" name="Straight Connector 71"/>
          <p:cNvCxnSpPr/>
          <p:nvPr/>
        </p:nvCxnSpPr>
        <p:spPr bwMode="auto">
          <a:xfrm flipH="1">
            <a:off x="1838325" y="3234710"/>
            <a:ext cx="1432719"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3" name="Straight Connector 72"/>
          <p:cNvCxnSpPr/>
          <p:nvPr/>
        </p:nvCxnSpPr>
        <p:spPr bwMode="auto">
          <a:xfrm flipH="1">
            <a:off x="5861847" y="1855537"/>
            <a:ext cx="1105424" cy="552152"/>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4" name="Straight Connector 73"/>
          <p:cNvCxnSpPr/>
          <p:nvPr/>
        </p:nvCxnSpPr>
        <p:spPr bwMode="auto">
          <a:xfrm flipH="1">
            <a:off x="5861846" y="3234711"/>
            <a:ext cx="1148780"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pic>
        <p:nvPicPr>
          <p:cNvPr id="75" name="Picture 74" descr="mobility.jpg"/>
          <p:cNvPicPr>
            <a:picLocks noChangeAspect="1"/>
          </p:cNvPicPr>
          <p:nvPr/>
        </p:nvPicPr>
        <p:blipFill>
          <a:blip r:embed="rId2" cstate="screen">
            <a:duotone>
              <a:srgbClr val="8064A2">
                <a:shade val="45000"/>
                <a:satMod val="135000"/>
              </a:srgbClr>
              <a:prstClr val="white"/>
            </a:duotone>
          </a:blip>
          <a:srcRect/>
          <a:stretch>
            <a:fillRect/>
          </a:stretch>
        </p:blipFill>
        <p:spPr>
          <a:xfrm>
            <a:off x="509066" y="2945434"/>
            <a:ext cx="988077" cy="1537009"/>
          </a:xfrm>
          <a:prstGeom prst="rect">
            <a:avLst/>
          </a:prstGeom>
        </p:spPr>
      </p:pic>
      <p:pic>
        <p:nvPicPr>
          <p:cNvPr id="76" name="Picture 75" descr="Social media.jpg"/>
          <p:cNvPicPr>
            <a:picLocks noChangeAspect="1"/>
          </p:cNvPicPr>
          <p:nvPr/>
        </p:nvPicPr>
        <p:blipFill>
          <a:blip r:embed="rId3" cstate="screen">
            <a:duotone>
              <a:srgbClr val="8064A2">
                <a:shade val="45000"/>
                <a:satMod val="135000"/>
              </a:srgbClr>
              <a:prstClr val="white"/>
            </a:duotone>
          </a:blip>
          <a:srcRect/>
          <a:stretch>
            <a:fillRect/>
          </a:stretch>
        </p:blipFill>
        <p:spPr>
          <a:xfrm>
            <a:off x="6926262" y="2839453"/>
            <a:ext cx="1781192" cy="1159846"/>
          </a:xfrm>
          <a:prstGeom prst="rect">
            <a:avLst/>
          </a:prstGeom>
        </p:spPr>
      </p:pic>
      <p:pic>
        <p:nvPicPr>
          <p:cNvPr id="77" name="Picture 76" descr="Big data.jpg"/>
          <p:cNvPicPr>
            <a:picLocks noChangeAspect="1"/>
          </p:cNvPicPr>
          <p:nvPr/>
        </p:nvPicPr>
        <p:blipFill>
          <a:blip r:embed="rId4" cstate="screen">
            <a:duotone>
              <a:srgbClr val="8064A2">
                <a:shade val="45000"/>
                <a:satMod val="135000"/>
              </a:srgbClr>
              <a:prstClr val="white"/>
            </a:duotone>
            <a:extLst>
              <a:ext uri="{BEBA8EAE-BF5A-486C-A8C5-ECC9F3942E4B}">
                <a14:imgProps xmlns:a14="http://schemas.microsoft.com/office/drawing/2010/main">
                  <a14:imgLayer r:embed="rId5">
                    <a14:imgEffect>
                      <a14:artisticPhotocopy/>
                    </a14:imgEffect>
                  </a14:imgLayer>
                </a14:imgProps>
              </a:ext>
            </a:extLst>
          </a:blip>
          <a:srcRect/>
          <a:stretch>
            <a:fillRect/>
          </a:stretch>
        </p:blipFill>
        <p:spPr>
          <a:xfrm>
            <a:off x="611558" y="1162734"/>
            <a:ext cx="1360323" cy="1260788"/>
          </a:xfrm>
          <a:prstGeom prst="rect">
            <a:avLst/>
          </a:prstGeom>
        </p:spPr>
      </p:pic>
      <p:sp>
        <p:nvSpPr>
          <p:cNvPr id="78" name="TextBox 77"/>
          <p:cNvSpPr txBox="1"/>
          <p:nvPr/>
        </p:nvSpPr>
        <p:spPr>
          <a:xfrm>
            <a:off x="216114" y="887782"/>
            <a:ext cx="2286000" cy="369332"/>
          </a:xfrm>
          <a:prstGeom prst="rect">
            <a:avLst/>
          </a:prstGeom>
          <a:noFill/>
        </p:spPr>
        <p:txBody>
          <a:bodyPr wrap="square" rtlCol="0">
            <a:spAutoFit/>
          </a:bodyPr>
          <a:lstStyle/>
          <a:p>
            <a:r>
              <a:rPr lang="en-US" b="1" kern="0" dirty="0" smtClean="0">
                <a:latin typeface="Calibri"/>
              </a:rPr>
              <a:t>Big Data et analytique</a:t>
            </a:r>
          </a:p>
        </p:txBody>
      </p:sp>
      <p:sp>
        <p:nvSpPr>
          <p:cNvPr id="79" name="TextBox 78"/>
          <p:cNvSpPr txBox="1"/>
          <p:nvPr/>
        </p:nvSpPr>
        <p:spPr>
          <a:xfrm>
            <a:off x="344670" y="2663210"/>
            <a:ext cx="1832510" cy="369332"/>
          </a:xfrm>
          <a:prstGeom prst="rect">
            <a:avLst/>
          </a:prstGeom>
          <a:noFill/>
        </p:spPr>
        <p:txBody>
          <a:bodyPr wrap="square" rtlCol="0">
            <a:spAutoFit/>
          </a:bodyPr>
          <a:lstStyle/>
          <a:p>
            <a:r>
              <a:rPr lang="en-US" b="1" kern="0" dirty="0" smtClean="0">
                <a:latin typeface="Calibri"/>
              </a:rPr>
              <a:t>Travail mobile</a:t>
            </a:r>
          </a:p>
        </p:txBody>
      </p:sp>
      <p:sp>
        <p:nvSpPr>
          <p:cNvPr id="80" name="TextBox 79"/>
          <p:cNvSpPr txBox="1"/>
          <p:nvPr/>
        </p:nvSpPr>
        <p:spPr>
          <a:xfrm>
            <a:off x="6758879" y="793402"/>
            <a:ext cx="2133600" cy="369332"/>
          </a:xfrm>
          <a:prstGeom prst="rect">
            <a:avLst/>
          </a:prstGeom>
          <a:noFill/>
        </p:spPr>
        <p:txBody>
          <a:bodyPr wrap="square" rtlCol="0">
            <a:spAutoFit/>
          </a:bodyPr>
          <a:lstStyle/>
          <a:p>
            <a:r>
              <a:rPr lang="en-US" b="1" kern="0" dirty="0" smtClean="0">
                <a:latin typeface="Calibri"/>
              </a:rPr>
              <a:t>Le cloud</a:t>
            </a:r>
          </a:p>
        </p:txBody>
      </p:sp>
      <p:sp>
        <p:nvSpPr>
          <p:cNvPr id="81" name="TextBox 80"/>
          <p:cNvSpPr txBox="1"/>
          <p:nvPr/>
        </p:nvSpPr>
        <p:spPr>
          <a:xfrm>
            <a:off x="7066842" y="2580896"/>
            <a:ext cx="1427651" cy="369332"/>
          </a:xfrm>
          <a:prstGeom prst="rect">
            <a:avLst/>
          </a:prstGeom>
          <a:noFill/>
        </p:spPr>
        <p:txBody>
          <a:bodyPr wrap="square" rtlCol="0">
            <a:spAutoFit/>
          </a:bodyPr>
          <a:lstStyle/>
          <a:p>
            <a:r>
              <a:rPr lang="en-US" b="1" kern="0" dirty="0" smtClean="0">
                <a:latin typeface="Calibri"/>
              </a:rPr>
              <a:t>Réseaux sociaux</a:t>
            </a:r>
          </a:p>
        </p:txBody>
      </p:sp>
      <p:grpSp>
        <p:nvGrpSpPr>
          <p:cNvPr id="82" name="Group 81"/>
          <p:cNvGrpSpPr/>
          <p:nvPr/>
        </p:nvGrpSpPr>
        <p:grpSpPr>
          <a:xfrm>
            <a:off x="6968402" y="1162411"/>
            <a:ext cx="1695217" cy="1159818"/>
            <a:chOff x="7697735" y="2749147"/>
            <a:chExt cx="1903232" cy="1385447"/>
          </a:xfrm>
        </p:grpSpPr>
        <p:sp>
          <p:nvSpPr>
            <p:cNvPr id="83" name="Cloud 82"/>
            <p:cNvSpPr/>
            <p:nvPr/>
          </p:nvSpPr>
          <p:spPr bwMode="auto">
            <a:xfrm>
              <a:off x="8075576" y="2749147"/>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4" name="Cloud 83"/>
            <p:cNvSpPr/>
            <p:nvPr/>
          </p:nvSpPr>
          <p:spPr bwMode="auto">
            <a:xfrm>
              <a:off x="7697735" y="3637806"/>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5" name="Cloud 84"/>
            <p:cNvSpPr/>
            <p:nvPr/>
          </p:nvSpPr>
          <p:spPr bwMode="auto">
            <a:xfrm>
              <a:off x="8763000" y="3328719"/>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cxnSp>
          <p:nvCxnSpPr>
            <p:cNvPr id="86" name="Curved Connector 85"/>
            <p:cNvCxnSpPr>
              <a:stCxn id="83" idx="2"/>
              <a:endCxn id="84" idx="3"/>
            </p:cNvCxnSpPr>
            <p:nvPr/>
          </p:nvCxnSpPr>
          <p:spPr bwMode="auto">
            <a:xfrm rot="10800000" flipH="1" flipV="1">
              <a:off x="8078175" y="2997540"/>
              <a:ext cx="38544" cy="668669"/>
            </a:xfrm>
            <a:prstGeom prst="curvedConnector4">
              <a:avLst>
                <a:gd name="adj1" fmla="val -593088"/>
                <a:gd name="adj2" fmla="val 6645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7" name="Curved Connector 86"/>
            <p:cNvCxnSpPr>
              <a:stCxn id="83" idx="0"/>
              <a:endCxn id="85" idx="3"/>
            </p:cNvCxnSpPr>
            <p:nvPr/>
          </p:nvCxnSpPr>
          <p:spPr bwMode="auto">
            <a:xfrm>
              <a:off x="8912845" y="2997541"/>
              <a:ext cx="269139" cy="359582"/>
            </a:xfrm>
            <a:prstGeom prst="curvedConnector2">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8" name="Curved Connector 87"/>
            <p:cNvCxnSpPr>
              <a:stCxn id="85" idx="2"/>
              <a:endCxn id="84" idx="0"/>
            </p:cNvCxnSpPr>
            <p:nvPr/>
          </p:nvCxnSpPr>
          <p:spPr bwMode="auto">
            <a:xfrm rot="10800000" flipV="1">
              <a:off x="8535005" y="3577112"/>
              <a:ext cx="230595" cy="309087"/>
            </a:xfrm>
            <a:prstGeom prst="curvedConnector3">
              <a:avLst>
                <a:gd name="adj1" fmla="val 5000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grpSp>
      <p:sp>
        <p:nvSpPr>
          <p:cNvPr id="89" name="Rounded Rectangle 88"/>
          <p:cNvSpPr/>
          <p:nvPr/>
        </p:nvSpPr>
        <p:spPr bwMode="auto">
          <a:xfrm>
            <a:off x="3271043" y="1522535"/>
            <a:ext cx="2590801" cy="2486055"/>
          </a:xfrm>
          <a:prstGeom prst="roundRect">
            <a:avLst/>
          </a:prstGeom>
          <a:solidFill>
            <a:schemeClr val="accent1">
              <a:lumMod val="75000"/>
            </a:schemeClr>
          </a:solidFill>
          <a:ln w="25400" cap="flat" cmpd="sng" algn="ctr">
            <a:solidFill>
              <a:srgbClr val="4F81BD"/>
            </a:solidFill>
            <a:prstDash val="solid"/>
            <a:headEnd type="none" w="med" len="med"/>
            <a:tailEnd type="none" w="med" len="med"/>
          </a:ln>
          <a:effectLst/>
        </p:spPr>
        <p:txBody>
          <a:bodyPr vert="horz" wrap="square" lIns="54000" tIns="45720" rIns="54000" bIns="45720" numCol="1" rtlCol="0" anchor="t" anchorCtr="0" compatLnSpc="1">
            <a:prstTxWarp prst="textNoShape">
              <a:avLst/>
            </a:prstTxWarp>
            <a:normAutofit/>
          </a:bodyPr>
          <a:lstStyle/>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Comment puis-je utiliser la technologie pour…</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Améliorer le service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Maîtriser les coûts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Piloter les opérations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Collaborer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
            </a:r>
          </a:p>
        </p:txBody>
      </p:sp>
      <p:pic>
        <p:nvPicPr>
          <p:cNvPr id="90" name="Picture 2" descr="http://1.bp.blogspot.com/-KIrts9tKr-E/UtjYITlwFII/AAAAAAAAMfY/_4JcocU8XFc/s1600/logo-internet-sem-fio.png">
            <a:hlinkClick r:id="rId6"/>
          </p:cNvPr>
          <p:cNvPicPr>
            <a:picLocks noChangeAspect="1" noChangeArrowheads="1"/>
          </p:cNvPicPr>
          <p:nvPr/>
        </p:nvPicPr>
        <p:blipFill>
          <a:blip r:embed="rId7" cstate="print">
            <a:duotone>
              <a:srgbClr val="8064A2">
                <a:shade val="45000"/>
                <a:satMod val="135000"/>
              </a:srgbClr>
              <a:prstClr val="white"/>
            </a:duotone>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971881" y="3884674"/>
            <a:ext cx="1071644" cy="875585"/>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p:cNvSpPr txBox="1"/>
          <p:nvPr/>
        </p:nvSpPr>
        <p:spPr>
          <a:xfrm>
            <a:off x="1587936" y="4684059"/>
            <a:ext cx="1944216" cy="369332"/>
          </a:xfrm>
          <a:prstGeom prst="rect">
            <a:avLst/>
          </a:prstGeom>
          <a:noFill/>
        </p:spPr>
        <p:txBody>
          <a:bodyPr wrap="square" rtlCol="0">
            <a:spAutoFit/>
          </a:bodyPr>
          <a:lstStyle/>
          <a:p>
            <a:r>
              <a:rPr lang="en-US" b="1" kern="0" dirty="0" smtClean="0">
                <a:latin typeface="Calibri"/>
              </a:rPr>
              <a:t>Internet des objets</a:t>
            </a:r>
          </a:p>
        </p:txBody>
      </p:sp>
      <p:pic>
        <p:nvPicPr>
          <p:cNvPr id="92" name="Picture 2" descr="C:\Program Files\Microsoft Office\MEDIA\CAGCAT10\j0222015.wmf"/>
          <p:cNvPicPr>
            <a:picLocks noChangeAspect="1" noChangeArrowheads="1"/>
          </p:cNvPicPr>
          <p:nvPr/>
        </p:nvPicPr>
        <p:blipFill>
          <a:blip r:embed="rId9" cstate="print">
            <a:duotone>
              <a:srgbClr val="8064A2">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27736" y="3999299"/>
            <a:ext cx="816999" cy="819936"/>
          </a:xfrm>
          <a:prstGeom prst="rect">
            <a:avLst/>
          </a:prstGeom>
          <a:solidFill>
            <a:sysClr val="window" lastClr="FFFFFF"/>
          </a:solidFill>
        </p:spPr>
      </p:pic>
      <p:sp>
        <p:nvSpPr>
          <p:cNvPr id="93" name="TextBox 92"/>
          <p:cNvSpPr txBox="1"/>
          <p:nvPr/>
        </p:nvSpPr>
        <p:spPr>
          <a:xfrm>
            <a:off x="5220073" y="4714084"/>
            <a:ext cx="2322811" cy="369332"/>
          </a:xfrm>
          <a:prstGeom prst="rect">
            <a:avLst/>
          </a:prstGeom>
          <a:noFill/>
        </p:spPr>
        <p:txBody>
          <a:bodyPr wrap="square" rtlCol="0">
            <a:spAutoFit/>
          </a:bodyPr>
          <a:lstStyle/>
          <a:p>
            <a:r>
              <a:rPr lang="en-US" b="1" kern="0" dirty="0" smtClean="0">
                <a:latin typeface="Calibri"/>
              </a:rPr>
              <a:t>Transactions sur Internet</a:t>
            </a:r>
          </a:p>
        </p:txBody>
      </p:sp>
      <p:cxnSp>
        <p:nvCxnSpPr>
          <p:cNvPr id="94" name="Straight Connector 93"/>
          <p:cNvCxnSpPr/>
          <p:nvPr/>
        </p:nvCxnSpPr>
        <p:spPr bwMode="auto">
          <a:xfrm flipH="1" flipV="1">
            <a:off x="5220073" y="4008590"/>
            <a:ext cx="641773"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spTree>
    <p:extLst>
      <p:ext uri="{BB962C8B-B14F-4D97-AF65-F5344CB8AC3E}">
        <p14:creationId xmlns:p14="http://schemas.microsoft.com/office/powerpoint/2010/main" val="22900670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Grandes tendances</a:t>
            </a:r>
          </a:p>
        </p:txBody>
      </p:sp>
      <p:sp>
        <p:nvSpPr>
          <p:cNvPr id="3" name="Cloud Callout 2"/>
          <p:cNvSpPr/>
          <p:nvPr/>
        </p:nvSpPr>
        <p:spPr>
          <a:xfrm>
            <a:off x="123824"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Personnalisation</a:t>
            </a:r>
          </a:p>
        </p:txBody>
      </p:sp>
      <p:sp>
        <p:nvSpPr>
          <p:cNvPr id="5" name="Cloud Callout 4"/>
          <p:cNvSpPr/>
          <p:nvPr/>
        </p:nvSpPr>
        <p:spPr>
          <a:xfrm>
            <a:off x="6753224" y="1910215"/>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Automatisation</a:t>
            </a:r>
          </a:p>
        </p:txBody>
      </p:sp>
      <p:sp>
        <p:nvSpPr>
          <p:cNvPr id="6" name="Cloud Callout 5"/>
          <p:cNvSpPr/>
          <p:nvPr/>
        </p:nvSpPr>
        <p:spPr>
          <a:xfrm>
            <a:off x="5519737" y="605290"/>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Rapidité et agilité</a:t>
            </a:r>
          </a:p>
        </p:txBody>
      </p:sp>
      <p:sp>
        <p:nvSpPr>
          <p:cNvPr id="7" name="Cloud Callout 6"/>
          <p:cNvSpPr/>
          <p:nvPr/>
        </p:nvSpPr>
        <p:spPr>
          <a:xfrm>
            <a:off x="4099560" y="196822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Évolutivité</a:t>
            </a:r>
          </a:p>
        </p:txBody>
      </p:sp>
      <p:sp>
        <p:nvSpPr>
          <p:cNvPr id="8" name="Cloud Callout 7"/>
          <p:cNvSpPr/>
          <p:nvPr/>
        </p:nvSpPr>
        <p:spPr>
          <a:xfrm>
            <a:off x="2433637" y="896574"/>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Sur site ou dans le cloud</a:t>
            </a:r>
          </a:p>
        </p:txBody>
      </p:sp>
      <p:sp>
        <p:nvSpPr>
          <p:cNvPr id="10" name="Cloud Callout 9"/>
          <p:cNvSpPr/>
          <p:nvPr/>
        </p:nvSpPr>
        <p:spPr>
          <a:xfrm>
            <a:off x="5886450" y="3460342"/>
            <a:ext cx="24288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Meilleur de sa catégorie ou solution à plateforme unique</a:t>
            </a:r>
          </a:p>
        </p:txBody>
      </p:sp>
      <p:sp>
        <p:nvSpPr>
          <p:cNvPr id="11" name="Cloud Callout 10"/>
          <p:cNvSpPr/>
          <p:nvPr/>
        </p:nvSpPr>
        <p:spPr>
          <a:xfrm>
            <a:off x="1712594" y="2385241"/>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Innovation</a:t>
            </a:r>
            <a:endParaRPr lang="en-GB" sz="1600" dirty="0"/>
          </a:p>
        </p:txBody>
      </p:sp>
      <p:sp>
        <p:nvSpPr>
          <p:cNvPr id="12" name="Cloud Callout 11"/>
          <p:cNvSpPr/>
          <p:nvPr/>
        </p:nvSpPr>
        <p:spPr>
          <a:xfrm>
            <a:off x="3395662"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Disrupteurs</a:t>
            </a:r>
          </a:p>
        </p:txBody>
      </p:sp>
      <p:sp>
        <p:nvSpPr>
          <p:cNvPr id="14" name="Cloud Callout 13"/>
          <p:cNvSpPr/>
          <p:nvPr/>
        </p:nvSpPr>
        <p:spPr>
          <a:xfrm>
            <a:off x="123825" y="119860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Accessibilité – « facilité d'utilisation »</a:t>
            </a:r>
          </a:p>
        </p:txBody>
      </p:sp>
    </p:spTree>
    <p:extLst>
      <p:ext uri="{BB962C8B-B14F-4D97-AF65-F5344CB8AC3E}">
        <p14:creationId xmlns:p14="http://schemas.microsoft.com/office/powerpoint/2010/main" val="4716958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a:bodyPr>
          <a:lstStyle/>
          <a:p>
            <a:r>
              <a:rPr lang="en-US" sz="3200" dirty="0" smtClean="0"/>
              <a:t>Comment les outils numériques peuvent-ils aider mon organisation à atteindre ses objectifs ?</a:t>
            </a:r>
          </a:p>
        </p:txBody>
      </p:sp>
    </p:spTree>
    <p:extLst>
      <p:ext uri="{BB962C8B-B14F-4D97-AF65-F5344CB8AC3E}">
        <p14:creationId xmlns:p14="http://schemas.microsoft.com/office/powerpoint/2010/main" val="1843471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Stratégie informatique</a:t>
            </a:r>
          </a:p>
        </p:txBody>
      </p:sp>
    </p:spTree>
    <p:extLst>
      <p:ext uri="{BB962C8B-B14F-4D97-AF65-F5344CB8AC3E}">
        <p14:creationId xmlns:p14="http://schemas.microsoft.com/office/powerpoint/2010/main" val="1125878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fontScale="92500" lnSpcReduction="10000"/>
          </a:bodyPr>
          <a:lstStyle/>
          <a:p>
            <a:r>
              <a:rPr lang="en-US" i="1" dirty="0" smtClean="0"/>
              <a:t>…les technologies [numériques] telles que les réseaux sociaux, la mobilité et l'analyse de données ne sont pas des objectifs à atteindre… [mais] des outils pour se rapprocher des clients, responsabiliser les collaborateurs et transformer les processus métier internes</a:t>
            </a:r>
          </a:p>
        </p:txBody>
      </p:sp>
      <p:sp>
        <p:nvSpPr>
          <p:cNvPr id="3" name="Text Placeholder 6"/>
          <p:cNvSpPr txBox="1">
            <a:spLocks/>
          </p:cNvSpPr>
          <p:nvPr/>
        </p:nvSpPr>
        <p:spPr>
          <a:xfrm>
            <a:off x="2791883" y="3328989"/>
            <a:ext cx="3776133" cy="71300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b="1" dirty="0" err="1" smtClean="0">
                <a:solidFill>
                  <a:schemeClr val="bg1"/>
                </a:solidFill>
              </a:rPr>
              <a:t>Westman, Bonnie et McAfee, « Leading Digital: Turning Technology into Business Transformation » (HBR, 2014)</a:t>
            </a:r>
          </a:p>
        </p:txBody>
      </p:sp>
    </p:spTree>
    <p:extLst>
      <p:ext uri="{BB962C8B-B14F-4D97-AF65-F5344CB8AC3E}">
        <p14:creationId xmlns:p14="http://schemas.microsoft.com/office/powerpoint/2010/main" val="34430874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Les piliers traditionnels de la stratégie informatique</a:t>
            </a:r>
          </a:p>
        </p:txBody>
      </p:sp>
      <p:grpSp>
        <p:nvGrpSpPr>
          <p:cNvPr id="33" name="Group 32"/>
          <p:cNvGrpSpPr/>
          <p:nvPr/>
        </p:nvGrpSpPr>
        <p:grpSpPr>
          <a:xfrm>
            <a:off x="1917080" y="1389923"/>
            <a:ext cx="5344781" cy="2554104"/>
            <a:chOff x="1895856" y="1088136"/>
            <a:chExt cx="6312408" cy="4584193"/>
          </a:xfrm>
          <a:solidFill>
            <a:srgbClr val="FFFFFF">
              <a:lumMod val="75000"/>
            </a:srgbClr>
          </a:solidFill>
        </p:grpSpPr>
        <p:sp>
          <p:nvSpPr>
            <p:cNvPr id="34" name="Isosceles Triangle 33"/>
            <p:cNvSpPr/>
            <p:nvPr/>
          </p:nvSpPr>
          <p:spPr bwMode="auto">
            <a:xfrm>
              <a:off x="3680460" y="1088136"/>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srgbClr val="FFFFFF">
                    <a:lumMod val="95000"/>
                  </a:srgbClr>
                </a:solidFill>
                <a:effectLst/>
                <a:uLnTx/>
                <a:uFillTx/>
              </a:endParaRPr>
            </a:p>
          </p:txBody>
        </p:sp>
        <p:sp>
          <p:nvSpPr>
            <p:cNvPr id="35" name="Isosceles Triangle 34"/>
            <p:cNvSpPr/>
            <p:nvPr/>
          </p:nvSpPr>
          <p:spPr bwMode="auto">
            <a:xfrm>
              <a:off x="5465064" y="3819144"/>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r>
                <a:rPr kumimoji="0" lang="en-US" sz="1200" b="1" i="0" u="none" strike="noStrike" kern="0" cap="none" spc="0" normalizeH="0" baseline="0" noProof="0" dirty="0">
                  <a:ln>
                    <a:noFill/>
                  </a:ln>
                  <a:solidFill>
                    <a:srgbClr val="FFFFFF">
                      <a:lumMod val="95000"/>
                    </a:srgbClr>
                  </a:solidFill>
                  <a:effectLst/>
                  <a:uLnTx/>
                  <a:uFillTx/>
                </a:rPr>
                <a:t>Personnel et support</a:t>
              </a:r>
            </a:p>
            <a:p>
              <a:r>
                <a:rPr kumimoji="0" lang="en-US" sz="1200" b="1" i="0" u="none" strike="noStrike" kern="0" cap="none" spc="0" normalizeH="0" baseline="0" noProof="0" dirty="0">
                  <a:ln>
                    <a:noFill/>
                  </a:ln>
                  <a:solidFill>
                    <a:srgbClr val="FFFFFF">
                      <a:lumMod val="95000"/>
                    </a:srgbClr>
                  </a:solidFill>
                  <a:effectLst/>
                  <a:uLnTx/>
                  <a:uFillTx/>
                </a:rPr>
                <a:t>informatiques</a:t>
              </a:r>
            </a:p>
          </p:txBody>
        </p:sp>
        <p:sp>
          <p:nvSpPr>
            <p:cNvPr id="36" name="Isosceles Triangle 35"/>
            <p:cNvSpPr/>
            <p:nvPr/>
          </p:nvSpPr>
          <p:spPr bwMode="auto">
            <a:xfrm>
              <a:off x="1895856" y="3843528"/>
              <a:ext cx="2743200" cy="1828801"/>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Systèmes, données</a:t>
              </a:r>
            </a:p>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et</a:t>
              </a:r>
            </a:p>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infrastructure</a:t>
              </a:r>
            </a:p>
          </p:txBody>
        </p:sp>
        <p:pic>
          <p:nvPicPr>
            <p:cNvPr id="37" name="Picture 4" descr="C:\Documents and Settings\bhill\Local Settings\Temporary Internet Files\Content.IE5\NVP3J1KW\MCj04348020000[1].png"/>
            <p:cNvPicPr>
              <a:picLocks noChangeAspect="1" noChangeArrowheads="1"/>
            </p:cNvPicPr>
            <p:nvPr/>
          </p:nvPicPr>
          <p:blipFill>
            <a:blip r:embed="rId2" cstate="print">
              <a:duotone>
                <a:prstClr val="black"/>
                <a:srgbClr val="0096D7">
                  <a:tint val="45000"/>
                  <a:satMod val="400000"/>
                </a:srgbClr>
              </a:duotone>
            </a:blip>
            <a:srcRect/>
            <a:stretch>
              <a:fillRect/>
            </a:stretch>
          </p:blipFill>
          <p:spPr bwMode="auto">
            <a:xfrm>
              <a:off x="4562970" y="3604970"/>
              <a:ext cx="969150" cy="969150"/>
            </a:xfrm>
            <a:prstGeom prst="rect">
              <a:avLst/>
            </a:prstGeom>
            <a:noFill/>
            <a:ln>
              <a:noFill/>
            </a:ln>
          </p:spPr>
        </p:pic>
        <p:sp>
          <p:nvSpPr>
            <p:cNvPr id="38" name="Left-Right Arrow 37"/>
            <p:cNvSpPr/>
            <p:nvPr/>
          </p:nvSpPr>
          <p:spPr bwMode="auto">
            <a:xfrm rot="5400000">
              <a:off x="4687530" y="3124016"/>
              <a:ext cx="727100" cy="322001"/>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1" name="Left-Right Arrow 40"/>
            <p:cNvSpPr/>
            <p:nvPr/>
          </p:nvSpPr>
          <p:spPr bwMode="auto">
            <a:xfrm rot="2221447">
              <a:off x="5489521" y="4353755"/>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4" name="Left-Right Arrow 43"/>
            <p:cNvSpPr/>
            <p:nvPr/>
          </p:nvSpPr>
          <p:spPr bwMode="auto">
            <a:xfrm rot="19533541">
              <a:off x="3916131" y="4353754"/>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grpSp>
      <p:sp>
        <p:nvSpPr>
          <p:cNvPr id="45" name="TextBox 44"/>
          <p:cNvSpPr txBox="1"/>
          <p:nvPr/>
        </p:nvSpPr>
        <p:spPr>
          <a:xfrm>
            <a:off x="4053107" y="1846140"/>
            <a:ext cx="1072730" cy="461665"/>
          </a:xfrm>
          <a:prstGeom prst="rect">
            <a:avLst/>
          </a:prstGeom>
          <a:noFill/>
        </p:spPr>
        <p:txBody>
          <a:bodyPr wrap="none">
            <a:spAutoFit/>
          </a:bodyPr>
          <a:lstStyle/>
          <a:p>
            <a:r>
              <a:rPr kumimoji="0" lang="en-US" sz="1200" b="1" i="0" u="none" strike="noStrike" kern="0" cap="none" spc="0" normalizeH="0" baseline="0" noProof="0" dirty="0">
                <a:ln>
                  <a:noFill/>
                </a:ln>
                <a:solidFill>
                  <a:srgbClr val="FFFFFF">
                    <a:lumMod val="95000"/>
                  </a:srgbClr>
                </a:solidFill>
                <a:effectLst/>
                <a:uLnTx/>
                <a:uFillTx/>
              </a:rPr>
              <a:t>Gouvernance</a:t>
            </a:r>
          </a:p>
          <a:p>
            <a:r>
              <a:rPr kumimoji="0" lang="en-US" sz="1200" b="1" i="0" u="none" strike="noStrike" kern="0" cap="none" spc="0" normalizeH="0" baseline="0" noProof="0" dirty="0">
                <a:ln>
                  <a:noFill/>
                </a:ln>
                <a:solidFill>
                  <a:srgbClr val="FFFFFF">
                    <a:lumMod val="95000"/>
                  </a:srgbClr>
                </a:solidFill>
                <a:effectLst/>
                <a:uLnTx/>
                <a:uFillTx/>
              </a:rPr>
              <a:t>informatique</a:t>
            </a:r>
          </a:p>
        </p:txBody>
      </p:sp>
      <p:sp>
        <p:nvSpPr>
          <p:cNvPr id="46" name="TextBox 19"/>
          <p:cNvSpPr txBox="1">
            <a:spLocks noChangeArrowheads="1"/>
          </p:cNvSpPr>
          <p:nvPr/>
        </p:nvSpPr>
        <p:spPr bwMode="auto">
          <a:xfrm>
            <a:off x="4933617" y="1381847"/>
            <a:ext cx="3129816" cy="900246"/>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Les projets informatiques doivent être alignés sur la stratégie de l'entreprise, la performance informatique doit être suivie régulièrement, et une communication efficace doit exister entre l'informatique et les utilisateurs métier.</a:t>
            </a:r>
          </a:p>
        </p:txBody>
      </p:sp>
      <p:sp>
        <p:nvSpPr>
          <p:cNvPr id="47" name="TextBox 17"/>
          <p:cNvSpPr txBox="1">
            <a:spLocks noChangeArrowheads="1"/>
          </p:cNvSpPr>
          <p:nvPr/>
        </p:nvSpPr>
        <p:spPr bwMode="auto">
          <a:xfrm>
            <a:off x="6365175" y="2791212"/>
            <a:ext cx="2159700" cy="1223412"/>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Le personnel et le support informatiques doivent être adaptés au niveau de besoin, avec les compétences requises ainsi que des parcours de carrière et des plans de fidélisation en place pour le personnel.</a:t>
            </a:r>
          </a:p>
        </p:txBody>
      </p:sp>
      <p:sp>
        <p:nvSpPr>
          <p:cNvPr id="48" name="TextBox 18"/>
          <p:cNvSpPr txBox="1">
            <a:spLocks noChangeArrowheads="1"/>
          </p:cNvSpPr>
          <p:nvPr/>
        </p:nvSpPr>
        <p:spPr bwMode="auto">
          <a:xfrm>
            <a:off x="177800" y="2755493"/>
            <a:ext cx="2592288" cy="1223412"/>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Les systèmes informatiques doivent être adaptés aux besoins de l'entreprise, les données doivent être bien gérées et accessibles, et l'infrastructure doit être surveillée et maintenue efficacement.</a:t>
            </a:r>
          </a:p>
          <a:p>
            <a:r>
              <a:rPr kumimoji="0" lang="en-US" sz="1050" b="0" i="0" u="none" strike="noStrike" kern="0" cap="none" spc="0" normalizeH="0" baseline="0" noProof="0" dirty="0">
                <a:ln>
                  <a:noFill/>
                </a:ln>
                <a:effectLst/>
                <a:uLnTx/>
                <a:uFillTx/>
              </a:rPr>
              <a:t/>
            </a:r>
          </a:p>
          <a:p>
            <a:r>
              <a:rPr kumimoji="0" lang="en-US" sz="1050" b="0" i="0" u="none" strike="noStrike" kern="0" cap="none" spc="0" normalizeH="0" baseline="0" noProof="0" dirty="0">
                <a:ln>
                  <a:noFill/>
                </a:ln>
                <a:effectLst/>
                <a:uLnTx/>
                <a:uFillTx/>
              </a:rPr>
              <a:t/>
            </a:r>
          </a:p>
        </p:txBody>
      </p:sp>
    </p:spTree>
    <p:extLst>
      <p:ext uri="{BB962C8B-B14F-4D97-AF65-F5344CB8AC3E}">
        <p14:creationId xmlns:p14="http://schemas.microsoft.com/office/powerpoint/2010/main" val="35688149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Le parcours – élaborer la stratégie numérique</a:t>
            </a:r>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134" y="851212"/>
            <a:ext cx="6041496" cy="405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69655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Comment aborder la transformation numérique</a:t>
            </a:r>
          </a:p>
        </p:txBody>
      </p:sp>
      <p:sp>
        <p:nvSpPr>
          <p:cNvPr id="3" name="Content Placeholder 2"/>
          <p:cNvSpPr>
            <a:spLocks noGrp="1"/>
          </p:cNvSpPr>
          <p:nvPr>
            <p:ph sz="quarter" idx="16"/>
          </p:nvPr>
        </p:nvSpPr>
        <p:spPr>
          <a:xfrm>
            <a:off x="251519" y="864809"/>
            <a:ext cx="6476827" cy="3527425"/>
          </a:xfrm>
        </p:spPr>
        <p:txBody>
          <a:bodyPr>
            <a:noAutofit/>
          </a:bodyPr>
          <a:lstStyle/>
          <a:p>
            <a:r>
              <a:rPr lang="en-US" sz="1200" b="1" dirty="0" smtClean="0"/>
              <a:t>D'après notre expérience de la transformation numérique, les facteurs suivants sont déterminants pour la réussite :</a:t>
            </a:r>
          </a:p>
        </p:txBody>
      </p:sp>
      <p:graphicFrame>
        <p:nvGraphicFramePr>
          <p:cNvPr id="5" name="Diagram 4"/>
          <p:cNvGraphicFramePr/>
          <p:nvPr>
            <p:extLst>
              <p:ext uri="{D42A27DB-BD31-4B8C-83A1-F6EECF244321}">
                <p14:modId xmlns:p14="http://schemas.microsoft.com/office/powerpoint/2010/main" val="4221701148"/>
              </p:ext>
            </p:extLst>
          </p:nvPr>
        </p:nvGraphicFramePr>
        <p:xfrm>
          <a:off x="1496857" y="1187289"/>
          <a:ext cx="5695666" cy="363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887257" y="1330657"/>
            <a:ext cx="477672" cy="341876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3355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18570" y="3815219"/>
            <a:ext cx="4536504" cy="338554"/>
          </a:xfrm>
          <a:prstGeom prst="rect">
            <a:avLst/>
          </a:prstGeom>
          <a:noFill/>
        </p:spPr>
        <p:txBody>
          <a:bodyPr wrap="square" rtlCol="0">
            <a:spAutoFit/>
          </a:bodyPr>
          <a:lstStyle/>
          <a:p>
            <a:r>
              <a:rPr lang="en-GB" sz="2400" baseline="30000" dirty="0">
                <a:solidFill>
                  <a:schemeClr val="bg1"/>
                </a:solidFill>
              </a:rPr>
              <a:t>Collaboration. Compréhension. Idées et perspectives.</a:t>
            </a:r>
          </a:p>
        </p:txBody>
      </p:sp>
      <p:pic>
        <p:nvPicPr>
          <p:cNvPr id="3074" name="Picture 2" descr="Z:\RSM International\1 Design\2015\Brand\Icons and illustrations\PNGs for powerpoint\collab-ideas-insight.pn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862261" y="449075"/>
            <a:ext cx="2954590" cy="3120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536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4000" y="356526"/>
            <a:ext cx="8696325" cy="4185761"/>
          </a:xfrm>
          <a:prstGeom prst="rect">
            <a:avLst/>
          </a:prstGeom>
        </p:spPr>
        <p:txBody>
          <a:bodyPr wrap="square">
            <a:spAutoFit/>
          </a:bodyPr>
          <a:lstStyle/>
          <a:p>
            <a:r>
              <a:rPr lang="de-DE" sz="1100" dirty="0">
                <a:solidFill>
                  <a:srgbClr val="63666A"/>
                </a:solidFill>
              </a:rPr>
              <a:t>RSM 25 Farringdon Street Londres EC4A 4AB</a:t>
            </a:r>
          </a:p>
          <a:p>
            <a:r>
              <a:rPr lang="de-DE" sz="1100" dirty="0">
                <a:solidFill>
                  <a:srgbClr val="63666A"/>
                </a:solidFill>
              </a:rPr>
              <a:t/>
            </a:r>
          </a:p>
          <a:p>
            <a:r>
              <a:rPr lang="de-DE" sz="1100" dirty="0">
                <a:solidFill>
                  <a:srgbClr val="63666A"/>
                </a:solidFill>
              </a:rPr>
              <a:t>rsmuk.com</a:t>
            </a:r>
          </a:p>
          <a:p>
            <a:r>
              <a:rPr lang="de-DE" sz="1100" dirty="0">
                <a:solidFill>
                  <a:srgbClr val="63666A"/>
                </a:solidFill>
              </a:rPr>
              <a:t/>
            </a:r>
          </a:p>
          <a:p>
            <a:r>
              <a:rPr lang="de-DE" sz="1100" dirty="0">
                <a:solidFill>
                  <a:srgbClr val="63666A"/>
                </a:solidFill>
              </a:rPr>
              <a:t>Le groupe de sociétés et de LLP au Royaume-Uni exerçant sous le nom de RSM est membre du réseau RSM. RSM est le nom commercial utilisé par les membres du réseau RSM. Chaque membre du réseau RSM est un cabinet d'expertise comptable et de conseil indépendant, exerçant chacun en son nom propre. Le réseau RSM n'est pas lui-même une entité juridique distincte de quelque nature que ce soit, dans quelque juridiction que ce soit. Le réseau RSM est administré par RSM International Limited, une société immatriculée en Angleterre et au pays de Galles (numéro de société 4040598) dont le siège social est situé au 11 Old Jewry, Londres EC2R 8DU. La marque et le nom commercial RSM ainsi que les autres droits de propriété intellectuelle utilisés par les membres du réseau sont la propriété de RSM International Association, une association régie par les articles 60 et suivants du Code civil suisse, dont le siège est à Zoug.</a:t>
            </a:r>
          </a:p>
          <a:p>
            <a:r>
              <a:rPr lang="de-DE" sz="1100" dirty="0">
                <a:solidFill>
                  <a:srgbClr val="63666A"/>
                </a:solidFill>
              </a:rPr>
              <a:t/>
            </a:r>
          </a:p>
          <a:p>
            <a:r>
              <a:rPr lang="de-DE" sz="1100" dirty="0">
                <a:solidFill>
                  <a:srgbClr val="63666A"/>
                </a:solidFill>
              </a:rPr>
              <a:t>RSM UK Consulting LLP, RSM Corporate Finance LLP, RSM Restructuring Advisory LLP, RSM Risk Assurance Services LLP, RSM Tax and Advisory Services LLP, RSM UK Audit LLP et RSM UK Tax and Accounting Limited ne sont pas agréés au titre du Financial Services and Markets Act 2000, mais nous sommes en mesure, dans certaines circonstances, de proposer une gamme limitée de services d'investissement, car nous sommes membres de l'Institute of Chartered Accountants in England and Wales. Nous pouvons fournir ces services d'investissement lorsqu'ils constituent un élément accessoire des services professionnels pour lesquels nous avons été mandatés. Baker Tilly Creditor Services LLP est agréé et réglementé par la Financial Conduct Authority pour les activités réglementées liées au crédit. RSM Co (UK) Limited est agréé et réglementé par la Financial Conduct Authority pour exercer une gamme d'activités d'investissement. Bien que tout ait été mis en œuvre pour en garantir l'exactitude, les informations contenues dans la présente communication peuvent ne pas être exhaustives et les destinataires ne devraient pas agir sur cette base sans conseil professionnel.</a:t>
            </a:r>
          </a:p>
          <a:p>
            <a:r>
              <a:rPr lang="de-DE" sz="1100" dirty="0">
                <a:solidFill>
                  <a:srgbClr val="63666A"/>
                </a:solidFill>
              </a:rPr>
              <a:t/>
            </a:r>
          </a:p>
          <a:p>
            <a:r>
              <a:rPr lang="de-DE" sz="1100" dirty="0">
                <a:solidFill>
                  <a:srgbClr val="63666A"/>
                </a:solidFill>
              </a:rPr>
              <a:t>© 2016 RSM UK Group LLP, tous droits réservés.</a:t>
            </a:r>
          </a:p>
        </p:txBody>
      </p:sp>
    </p:spTree>
    <p:extLst>
      <p:ext uri="{BB962C8B-B14F-4D97-AF65-F5344CB8AC3E}">
        <p14:creationId xmlns:p14="http://schemas.microsoft.com/office/powerpoint/2010/main" val="2234750485"/>
      </p:ext>
    </p:extLst>
  </p:cSld>
  <p:clrMapOvr>
    <a:masterClrMapping/>
  </p:clrMapOvr>
  <p:timing>
    <p:tnLst>
      <p:par>
        <p:cTn id="1" dur="indefinite" restart="never" nodeType="tmRoot"/>
      </p:par>
    </p:tnLst>
  </p:timing>
</p:sld>
</file>

<file path=ppt/theme/theme1.xml><?xml version="1.0" encoding="utf-8"?>
<a:theme xmlns:a="http://schemas.openxmlformats.org/drawingml/2006/main" name="16.9 Quick_presentation">
  <a:themeElements>
    <a:clrScheme name="RSM">
      <a:dk1>
        <a:srgbClr val="63666A"/>
      </a:dk1>
      <a:lt1>
        <a:sysClr val="window" lastClr="FFFFFF"/>
      </a:lt1>
      <a:dk2>
        <a:srgbClr val="888B8D"/>
      </a:dk2>
      <a:lt2>
        <a:srgbClr val="DCDDDE"/>
      </a:lt2>
      <a:accent1>
        <a:srgbClr val="009CDE"/>
      </a:accent1>
      <a:accent2>
        <a:srgbClr val="3F9C35"/>
      </a:accent2>
      <a:accent3>
        <a:srgbClr val="34A798"/>
      </a:accent3>
      <a:accent4>
        <a:srgbClr val="9F5CC0"/>
      </a:accent4>
      <a:accent5>
        <a:srgbClr val="F1B434"/>
      </a:accent5>
      <a:accent6>
        <a:srgbClr val="E40046"/>
      </a:accent6>
      <a:hlink>
        <a:srgbClr val="009CDE"/>
      </a:hlink>
      <a:folHlink>
        <a:srgbClr val="63666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16.9 Quick_presentation</Template>
  <TotalTime>2216</TotalTime>
  <Words>542</Words>
  <Application>Microsoft Office PowerPoint</Application>
  <PresentationFormat>On-screen Show (16:9)</PresentationFormat>
  <Paragraphs>85</Paragraphs>
  <Slides>12</Slides>
  <Notes>7</Notes>
  <HiddenSlides>1</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16.9 Quick_presentation</vt:lpstr>
      <vt:lpstr>PowerPoint Presentation</vt:lpstr>
      <vt:lpstr>PowerPoint Presentation</vt:lpstr>
      <vt:lpstr>PowerPoint Presentation</vt:lpstr>
      <vt:lpstr>PowerPoint Presentation</vt:lpstr>
      <vt:lpstr>PowerPoint Presentation</vt:lpstr>
      <vt:lpstr>IT Strategy</vt:lpstr>
      <vt:lpstr>PowerPoint Presentation</vt:lpstr>
      <vt:lpstr>PowerPoint Presentation</vt:lpstr>
      <vt:lpstr>PowerPoint Presentation</vt:lpstr>
      <vt:lpstr>PowerPoint Presentation</vt:lpstr>
      <vt:lpstr>PowerPoint Presentation</vt:lpstr>
      <vt:lpstr>PowerPoint Presentation</vt:lpstr>
    </vt:vector>
  </TitlesOfParts>
  <Company>RSM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Knowles Chris</dc:creator>
  <cp:lastModifiedBy>Hipple Frances</cp:lastModifiedBy>
  <cp:revision>63</cp:revision>
  <cp:lastPrinted>2016-06-29T14:37:19Z</cp:lastPrinted>
  <dcterms:created xsi:type="dcterms:W3CDTF">2016-01-18T07:06:48Z</dcterms:created>
  <dcterms:modified xsi:type="dcterms:W3CDTF">2016-07-01T09:44:23Z</dcterms:modified>
</cp:coreProperties>
</file>