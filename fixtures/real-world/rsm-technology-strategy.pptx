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8" r:id="rId2"/>
    <p:sldId id="297" r:id="rId3"/>
    <p:sldId id="290" r:id="rId4"/>
    <p:sldId id="309" r:id="rId5"/>
    <p:sldId id="295" r:id="rId6"/>
    <p:sldId id="311" r:id="rId7"/>
    <p:sldId id="303" r:id="rId8"/>
    <p:sldId id="304" r:id="rId9"/>
    <p:sldId id="305" r:id="rId10"/>
    <p:sldId id="306" r:id="rId11"/>
    <p:sldId id="307" r:id="rId12"/>
    <p:sldId id="310" r:id="rId13"/>
  </p:sldIdLst>
  <p:sldSz cx="9144000" cy="5143500" type="screen16x9"/>
  <p:notesSz cx="666908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121">
          <p15:clr>
            <a:srgbClr val="A4A3A4"/>
          </p15:clr>
        </p15:guide>
        <p15:guide id="2" orient="horz" pos="2791">
          <p15:clr>
            <a:srgbClr val="A4A3A4"/>
          </p15:clr>
        </p15:guide>
        <p15:guide id="3" orient="horz" pos="117">
          <p15:clr>
            <a:srgbClr val="A4A3A4"/>
          </p15:clr>
        </p15:guide>
        <p15:guide id="4" orient="horz">
          <p15:clr>
            <a:srgbClr val="A4A3A4"/>
          </p15:clr>
        </p15:guide>
        <p15:guide id="5" orient="horz" pos="239">
          <p15:clr>
            <a:srgbClr val="A4A3A4"/>
          </p15:clr>
        </p15:guide>
        <p15:guide id="6" orient="horz" pos="486">
          <p15:clr>
            <a:srgbClr val="A4A3A4"/>
          </p15:clr>
        </p15:guide>
        <p15:guide id="7" orient="horz" pos="2903">
          <p15:clr>
            <a:srgbClr val="A4A3A4"/>
          </p15:clr>
        </p15:guide>
        <p15:guide id="8" pos="2880">
          <p15:clr>
            <a:srgbClr val="A4A3A4"/>
          </p15:clr>
        </p15:guide>
        <p15:guide id="9" pos="5650">
          <p15:clr>
            <a:srgbClr val="A4A3A4"/>
          </p15:clr>
        </p15:guide>
        <p15:guide id="10" pos="34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7F7"/>
    <a:srgbClr val="DBECD4"/>
    <a:srgbClr val="6366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93" autoAdjust="0"/>
    <p:restoredTop sz="84460" autoAdjust="0"/>
  </p:normalViewPr>
  <p:slideViewPr>
    <p:cSldViewPr snapToGrid="0">
      <p:cViewPr>
        <p:scale>
          <a:sx n="100" d="100"/>
          <a:sy n="100" d="100"/>
        </p:scale>
        <p:origin x="-2220" y="-594"/>
      </p:cViewPr>
      <p:guideLst>
        <p:guide orient="horz" pos="3121"/>
        <p:guide orient="horz" pos="2791"/>
        <p:guide orient="horz" pos="117"/>
        <p:guide orient="horz"/>
        <p:guide orient="horz" pos="581"/>
        <p:guide orient="horz" pos="486"/>
        <p:guide orient="horz" pos="2903"/>
        <p:guide orient="horz" pos="935"/>
        <p:guide pos="2859"/>
        <p:guide pos="5650"/>
        <p:guide pos="160"/>
        <p:guide pos="2948"/>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786" y="-96"/>
      </p:cViewPr>
      <p:guideLst>
        <p:guide orient="horz" pos="3110"/>
        <p:guide pos="210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s>
</file>

<file path=ppt/diagrams/_rels/drawing1.xml.rels><?xml version="1.0" encoding="UTF-8" standalone="yes"?>
<Relationships xmlns="http://schemas.openxmlformats.org/package/2006/relationships"><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2188F3-9FB1-47D5-BC96-AC070B6E90C7}" type="doc">
      <dgm:prSet loTypeId="urn:microsoft.com/office/officeart/2011/layout/HexagonRadial#2" loCatId="officeonline" qsTypeId="urn:microsoft.com/office/officeart/2005/8/quickstyle/3d1" qsCatId="3D" csTypeId="urn:microsoft.com/office/officeart/2005/8/colors/accent1_2" csCatId="accent1" phldr="1"/>
      <dgm:spPr/>
      <dgm:t>
        <a:bodyPr/>
        <a:lstStyle/>
        <a:p>
          <a:endParaRPr lang="en-GB"/>
        </a:p>
      </dgm:t>
    </dgm:pt>
    <dgm:pt modelId="{D9401464-59BF-4294-BF66-70EE0654FA02}">
      <dgm:prSet phldrT="[Text]" custT="1"/>
      <dgm:spPr>
        <a:solidFill>
          <a:schemeClr val="accent2"/>
        </a:solidFill>
      </dgm:spPr>
      <dgm:t>
        <a:bodyPr/>
        <a:lstStyle/>
        <a:p>
          <a:r>
            <a:rPr lang="en-GB" sz="1100" b="1" dirty="0" smtClean="0"/>
            <a:t>RSM Technology Consulting</a:t>
          </a:r>
          <a:endParaRPr lang="en-GB" sz="1100" b="1" dirty="0"/>
        </a:p>
      </dgm:t>
    </dgm:pt>
    <dgm:pt modelId="{79AAD480-5CCF-4255-BA01-15572179A438}" type="parTrans" cxnId="{3ADDB16E-4218-4916-87CC-4D0AA67159E6}">
      <dgm:prSet/>
      <dgm:spPr/>
      <dgm:t>
        <a:bodyPr/>
        <a:lstStyle/>
        <a:p>
          <a:endParaRPr lang="en-GB" sz="1800" b="1"/>
        </a:p>
      </dgm:t>
    </dgm:pt>
    <dgm:pt modelId="{892E24AE-A27D-4511-A450-3A1727C8252F}" type="sibTrans" cxnId="{3ADDB16E-4218-4916-87CC-4D0AA67159E6}">
      <dgm:prSet/>
      <dgm:spPr/>
      <dgm:t>
        <a:bodyPr/>
        <a:lstStyle/>
        <a:p>
          <a:endParaRPr lang="en-GB" sz="1800" b="1"/>
        </a:p>
      </dgm:t>
    </dgm:pt>
    <dgm:pt modelId="{CC18DAA4-D3FC-44B1-96AD-05D22DA4A5CB}">
      <dgm:prSet phldrT="[Text]" custT="1"/>
      <dgm:spPr/>
      <dgm:t>
        <a:bodyPr/>
        <a:lstStyle/>
        <a:p>
          <a:r>
            <a:rPr lang="en-GB" sz="1100" b="1" dirty="0" smtClean="0"/>
            <a:t>Digital &amp; IT strategy</a:t>
          </a:r>
          <a:endParaRPr lang="en-GB" sz="1100" b="1" dirty="0"/>
        </a:p>
      </dgm:t>
    </dgm:pt>
    <dgm:pt modelId="{1AB2CA4B-60D4-4D7C-92E4-F8D120C807B4}" type="parTrans" cxnId="{7791FAB0-6744-402E-BC90-BC989E73883F}">
      <dgm:prSet/>
      <dgm:spPr/>
      <dgm:t>
        <a:bodyPr/>
        <a:lstStyle/>
        <a:p>
          <a:endParaRPr lang="en-GB" sz="1800" b="1"/>
        </a:p>
      </dgm:t>
    </dgm:pt>
    <dgm:pt modelId="{72D4550F-F21D-47F0-910E-1C179FF33882}" type="sibTrans" cxnId="{7791FAB0-6744-402E-BC90-BC989E73883F}">
      <dgm:prSet/>
      <dgm:spPr/>
      <dgm:t>
        <a:bodyPr/>
        <a:lstStyle/>
        <a:p>
          <a:endParaRPr lang="en-GB" sz="1800" b="1"/>
        </a:p>
      </dgm:t>
    </dgm:pt>
    <dgm:pt modelId="{9CE2B8EA-FEDD-4D9F-A03E-D91E6094A2BE}">
      <dgm:prSet phldrT="[Text]" custT="1"/>
      <dgm:spPr/>
      <dgm:t>
        <a:bodyPr/>
        <a:lstStyle/>
        <a:p>
          <a:r>
            <a:rPr lang="en-GB" sz="1100" b="1" dirty="0" smtClean="0"/>
            <a:t>ERP &amp; accounting systems</a:t>
          </a:r>
          <a:endParaRPr lang="en-GB" sz="1100" b="1" dirty="0"/>
        </a:p>
      </dgm:t>
    </dgm:pt>
    <dgm:pt modelId="{FD0A8BC8-F0BC-4F92-BB11-423D1994F1AF}" type="parTrans" cxnId="{4545DE56-D099-4CA5-B47F-2E0F0677EDF8}">
      <dgm:prSet/>
      <dgm:spPr/>
      <dgm:t>
        <a:bodyPr/>
        <a:lstStyle/>
        <a:p>
          <a:endParaRPr lang="en-GB" sz="1800" b="1"/>
        </a:p>
      </dgm:t>
    </dgm:pt>
    <dgm:pt modelId="{71D3F13C-64AD-418E-863E-4134255218B5}" type="sibTrans" cxnId="{4545DE56-D099-4CA5-B47F-2E0F0677EDF8}">
      <dgm:prSet/>
      <dgm:spPr/>
      <dgm:t>
        <a:bodyPr/>
        <a:lstStyle/>
        <a:p>
          <a:endParaRPr lang="en-GB" sz="1800" b="1"/>
        </a:p>
      </dgm:t>
    </dgm:pt>
    <dgm:pt modelId="{08846AA7-E90C-44B3-90C7-5713507432B9}">
      <dgm:prSet phldrT="[Text]" custT="1"/>
      <dgm:spPr/>
      <dgm:t>
        <a:bodyPr/>
        <a:lstStyle/>
        <a:p>
          <a:r>
            <a:rPr lang="en-GB" sz="1100" b="1" smtClean="0">
              <a:latin typeface="Arial"/>
              <a:ea typeface="+mn-ea"/>
              <a:cs typeface="+mn-cs"/>
            </a:rPr>
            <a:t>IT risk</a:t>
          </a:r>
          <a:br>
            <a:rPr lang="en-GB" sz="1100" b="1" smtClean="0">
              <a:latin typeface="Arial"/>
              <a:ea typeface="+mn-ea"/>
              <a:cs typeface="+mn-cs"/>
            </a:rPr>
          </a:br>
          <a:r>
            <a:rPr lang="en-GB" sz="1100" b="1" smtClean="0">
              <a:latin typeface="Arial"/>
              <a:ea typeface="+mn-ea"/>
              <a:cs typeface="+mn-cs"/>
            </a:rPr>
            <a:t>and</a:t>
          </a:r>
          <a:br>
            <a:rPr lang="en-GB" sz="1100" b="1" smtClean="0">
              <a:latin typeface="Arial"/>
              <a:ea typeface="+mn-ea"/>
              <a:cs typeface="+mn-cs"/>
            </a:rPr>
          </a:br>
          <a:r>
            <a:rPr lang="en-GB" sz="1100" b="1" smtClean="0">
              <a:latin typeface="Arial"/>
              <a:ea typeface="+mn-ea"/>
              <a:cs typeface="+mn-cs"/>
            </a:rPr>
            <a:t>security</a:t>
          </a:r>
          <a:endParaRPr lang="en-GB" sz="1100" b="1" dirty="0"/>
        </a:p>
      </dgm:t>
    </dgm:pt>
    <dgm:pt modelId="{38CFB952-6096-4BC5-8222-95241DE740C2}" type="parTrans" cxnId="{E3CC780C-AFE9-46F9-941F-D9B5DEF6F2EC}">
      <dgm:prSet/>
      <dgm:spPr/>
      <dgm:t>
        <a:bodyPr/>
        <a:lstStyle/>
        <a:p>
          <a:endParaRPr lang="en-GB" sz="1800" b="1"/>
        </a:p>
      </dgm:t>
    </dgm:pt>
    <dgm:pt modelId="{DDE67675-0C9F-47F6-9BDF-554FCF0B80AF}" type="sibTrans" cxnId="{E3CC780C-AFE9-46F9-941F-D9B5DEF6F2EC}">
      <dgm:prSet/>
      <dgm:spPr/>
      <dgm:t>
        <a:bodyPr/>
        <a:lstStyle/>
        <a:p>
          <a:endParaRPr lang="en-GB" sz="1800" b="1"/>
        </a:p>
      </dgm:t>
    </dgm:pt>
    <dgm:pt modelId="{32982E59-02CD-4CC7-ABD7-53B7762D2B12}">
      <dgm:prSet phldrT="[Text]" custT="1"/>
      <dgm:spPr/>
      <dgm:t>
        <a:bodyPr/>
        <a:lstStyle/>
        <a:p>
          <a:r>
            <a:rPr lang="en-GB" sz="1100" b="1" dirty="0" smtClean="0"/>
            <a:t>IT resilience</a:t>
          </a:r>
          <a:endParaRPr lang="en-GB" sz="1100" b="1" dirty="0"/>
        </a:p>
      </dgm:t>
    </dgm:pt>
    <dgm:pt modelId="{94BBE739-F564-4B78-B979-4E500A5CE6A7}" type="parTrans" cxnId="{36670866-49F1-4824-9FBE-E10273CD7111}">
      <dgm:prSet/>
      <dgm:spPr/>
      <dgm:t>
        <a:bodyPr/>
        <a:lstStyle/>
        <a:p>
          <a:endParaRPr lang="en-GB" sz="1800" b="1"/>
        </a:p>
      </dgm:t>
    </dgm:pt>
    <dgm:pt modelId="{B2359486-32FB-43AC-8367-7ABFE2202951}" type="sibTrans" cxnId="{36670866-49F1-4824-9FBE-E10273CD7111}">
      <dgm:prSet/>
      <dgm:spPr/>
      <dgm:t>
        <a:bodyPr/>
        <a:lstStyle/>
        <a:p>
          <a:endParaRPr lang="en-GB" sz="1800" b="1"/>
        </a:p>
      </dgm:t>
    </dgm:pt>
    <dgm:pt modelId="{90778DC4-7E48-4B2C-9FA7-8F980A2C31C2}">
      <dgm:prSet phldrT="[Text]" custT="1"/>
      <dgm:spPr/>
      <dgm:t>
        <a:bodyPr/>
        <a:lstStyle/>
        <a:p>
          <a:r>
            <a:rPr lang="en-GB" sz="1100" b="1" dirty="0" smtClean="0"/>
            <a:t>System selection</a:t>
          </a:r>
          <a:endParaRPr lang="en-GB" sz="1100" b="1" dirty="0"/>
        </a:p>
      </dgm:t>
    </dgm:pt>
    <dgm:pt modelId="{7795E3F7-039D-4778-B495-14D01E02935D}" type="sibTrans" cxnId="{C6B97A13-E199-410F-B8B8-4BCA762282C7}">
      <dgm:prSet/>
      <dgm:spPr/>
      <dgm:t>
        <a:bodyPr/>
        <a:lstStyle/>
        <a:p>
          <a:endParaRPr lang="en-GB" sz="1800" b="1"/>
        </a:p>
      </dgm:t>
    </dgm:pt>
    <dgm:pt modelId="{8EE8C71A-3825-4E91-B88F-F1F3FBF8F29B}" type="parTrans" cxnId="{C6B97A13-E199-410F-B8B8-4BCA762282C7}">
      <dgm:prSet/>
      <dgm:spPr/>
      <dgm:t>
        <a:bodyPr/>
        <a:lstStyle/>
        <a:p>
          <a:endParaRPr lang="en-GB" sz="1800" b="1"/>
        </a:p>
      </dgm:t>
    </dgm:pt>
    <dgm:pt modelId="{A28BB058-7700-4C1A-8449-22F5AF489E07}">
      <dgm:prSet phldrT="[Text]" custT="1"/>
      <dgm:spPr/>
      <dgm:t>
        <a:bodyPr/>
        <a:lstStyle/>
        <a:p>
          <a:r>
            <a:rPr lang="en-GB" sz="1100" b="1" dirty="0" smtClean="0"/>
            <a:t>IT project delivery</a:t>
          </a:r>
          <a:endParaRPr lang="en-GB" sz="1100" b="1" dirty="0"/>
        </a:p>
      </dgm:t>
    </dgm:pt>
    <dgm:pt modelId="{78E60011-C1C2-410E-BFFE-FF43522D97AD}" type="parTrans" cxnId="{1C3C63BE-B808-4923-AB00-A22D5DD3D7A1}">
      <dgm:prSet/>
      <dgm:spPr/>
      <dgm:t>
        <a:bodyPr/>
        <a:lstStyle/>
        <a:p>
          <a:endParaRPr lang="en-GB"/>
        </a:p>
      </dgm:t>
    </dgm:pt>
    <dgm:pt modelId="{B2E0C665-E859-407A-90EF-7DF697D81DC7}" type="sibTrans" cxnId="{1C3C63BE-B808-4923-AB00-A22D5DD3D7A1}">
      <dgm:prSet/>
      <dgm:spPr/>
      <dgm:t>
        <a:bodyPr/>
        <a:lstStyle/>
        <a:p>
          <a:endParaRPr lang="en-GB"/>
        </a:p>
      </dgm:t>
    </dgm:pt>
    <dgm:pt modelId="{8AEEFA29-A93E-4C72-B299-AD5800D77900}" type="pres">
      <dgm:prSet presAssocID="{572188F3-9FB1-47D5-BC96-AC070B6E90C7}" presName="Name0" presStyleCnt="0">
        <dgm:presLayoutVars>
          <dgm:chMax val="1"/>
          <dgm:chPref val="1"/>
          <dgm:dir/>
          <dgm:animOne val="branch"/>
          <dgm:animLvl val="lvl"/>
        </dgm:presLayoutVars>
      </dgm:prSet>
      <dgm:spPr/>
      <dgm:t>
        <a:bodyPr/>
        <a:lstStyle/>
        <a:p>
          <a:endParaRPr lang="en-GB"/>
        </a:p>
      </dgm:t>
    </dgm:pt>
    <dgm:pt modelId="{8AD992C5-F85F-4D92-9F50-5D4CB7993C3D}" type="pres">
      <dgm:prSet presAssocID="{D9401464-59BF-4294-BF66-70EE0654FA02}" presName="Parent" presStyleLbl="node0" presStyleIdx="0" presStyleCnt="1">
        <dgm:presLayoutVars>
          <dgm:chMax val="6"/>
          <dgm:chPref val="6"/>
        </dgm:presLayoutVars>
      </dgm:prSet>
      <dgm:spPr/>
      <dgm:t>
        <a:bodyPr/>
        <a:lstStyle/>
        <a:p>
          <a:endParaRPr lang="en-GB"/>
        </a:p>
      </dgm:t>
    </dgm:pt>
    <dgm:pt modelId="{09C86F38-9F7A-4050-83B5-CB214208CC78}" type="pres">
      <dgm:prSet presAssocID="{CC18DAA4-D3FC-44B1-96AD-05D22DA4A5CB}" presName="Accent1" presStyleCnt="0"/>
      <dgm:spPr/>
      <dgm:t>
        <a:bodyPr/>
        <a:lstStyle/>
        <a:p>
          <a:endParaRPr lang="en-GB"/>
        </a:p>
      </dgm:t>
    </dgm:pt>
    <dgm:pt modelId="{D68F5B25-2DE8-46C4-A60F-8776173323E7}" type="pres">
      <dgm:prSet presAssocID="{CC18DAA4-D3FC-44B1-96AD-05D22DA4A5CB}" presName="Accent" presStyleLbl="bgShp" presStyleIdx="0" presStyleCnt="6"/>
      <dgm:spPr/>
      <dgm:t>
        <a:bodyPr/>
        <a:lstStyle/>
        <a:p>
          <a:endParaRPr lang="en-GB"/>
        </a:p>
      </dgm:t>
    </dgm:pt>
    <dgm:pt modelId="{6EF87B21-B1A0-4002-AFA3-083C9F025C3A}" type="pres">
      <dgm:prSet presAssocID="{CC18DAA4-D3FC-44B1-96AD-05D22DA4A5CB}" presName="Child1" presStyleLbl="node1" presStyleIdx="0" presStyleCnt="6">
        <dgm:presLayoutVars>
          <dgm:chMax val="0"/>
          <dgm:chPref val="0"/>
          <dgm:bulletEnabled val="1"/>
        </dgm:presLayoutVars>
      </dgm:prSet>
      <dgm:spPr/>
      <dgm:t>
        <a:bodyPr/>
        <a:lstStyle/>
        <a:p>
          <a:endParaRPr lang="en-GB"/>
        </a:p>
      </dgm:t>
    </dgm:pt>
    <dgm:pt modelId="{3F2FA2A0-E01C-4CC8-A175-FDD2CDBE7FA8}" type="pres">
      <dgm:prSet presAssocID="{90778DC4-7E48-4B2C-9FA7-8F980A2C31C2}" presName="Accent2" presStyleCnt="0"/>
      <dgm:spPr/>
      <dgm:t>
        <a:bodyPr/>
        <a:lstStyle/>
        <a:p>
          <a:endParaRPr lang="en-GB"/>
        </a:p>
      </dgm:t>
    </dgm:pt>
    <dgm:pt modelId="{7F0273A2-DFCD-4805-90AA-6F332DF2D94A}" type="pres">
      <dgm:prSet presAssocID="{90778DC4-7E48-4B2C-9FA7-8F980A2C31C2}" presName="Accent" presStyleLbl="bgShp" presStyleIdx="1" presStyleCnt="6"/>
      <dgm:spPr/>
      <dgm:t>
        <a:bodyPr/>
        <a:lstStyle/>
        <a:p>
          <a:endParaRPr lang="en-GB"/>
        </a:p>
      </dgm:t>
    </dgm:pt>
    <dgm:pt modelId="{76E2DF38-CB22-4C46-8872-05CB3864CD18}" type="pres">
      <dgm:prSet presAssocID="{90778DC4-7E48-4B2C-9FA7-8F980A2C31C2}" presName="Child2" presStyleLbl="node1" presStyleIdx="1" presStyleCnt="6" custLinFactNeighborX="-1473" custLinFactNeighborY="1394">
        <dgm:presLayoutVars>
          <dgm:chMax val="0"/>
          <dgm:chPref val="0"/>
          <dgm:bulletEnabled val="1"/>
        </dgm:presLayoutVars>
      </dgm:prSet>
      <dgm:spPr/>
      <dgm:t>
        <a:bodyPr/>
        <a:lstStyle/>
        <a:p>
          <a:endParaRPr lang="en-GB"/>
        </a:p>
      </dgm:t>
    </dgm:pt>
    <dgm:pt modelId="{FF069293-D7B6-409B-B414-D3CE1033FCCC}" type="pres">
      <dgm:prSet presAssocID="{9CE2B8EA-FEDD-4D9F-A03E-D91E6094A2BE}" presName="Accent3" presStyleCnt="0"/>
      <dgm:spPr/>
      <dgm:t>
        <a:bodyPr/>
        <a:lstStyle/>
        <a:p>
          <a:endParaRPr lang="en-GB"/>
        </a:p>
      </dgm:t>
    </dgm:pt>
    <dgm:pt modelId="{6A8DBDD1-7785-4847-82D5-931D7F20233A}" type="pres">
      <dgm:prSet presAssocID="{9CE2B8EA-FEDD-4D9F-A03E-D91E6094A2BE}" presName="Accent" presStyleLbl="bgShp" presStyleIdx="2" presStyleCnt="6"/>
      <dgm:spPr/>
      <dgm:t>
        <a:bodyPr/>
        <a:lstStyle/>
        <a:p>
          <a:endParaRPr lang="en-GB"/>
        </a:p>
      </dgm:t>
    </dgm:pt>
    <dgm:pt modelId="{30830000-A553-4E38-8C54-79420FBD7D5A}" type="pres">
      <dgm:prSet presAssocID="{9CE2B8EA-FEDD-4D9F-A03E-D91E6094A2BE}" presName="Child3" presStyleLbl="node1" presStyleIdx="2" presStyleCnt="6">
        <dgm:presLayoutVars>
          <dgm:chMax val="0"/>
          <dgm:chPref val="0"/>
          <dgm:bulletEnabled val="1"/>
        </dgm:presLayoutVars>
      </dgm:prSet>
      <dgm:spPr/>
      <dgm:t>
        <a:bodyPr/>
        <a:lstStyle/>
        <a:p>
          <a:endParaRPr lang="en-GB"/>
        </a:p>
      </dgm:t>
    </dgm:pt>
    <dgm:pt modelId="{B9A0966B-687E-496F-9C63-EA95F2A3618E}" type="pres">
      <dgm:prSet presAssocID="{A28BB058-7700-4C1A-8449-22F5AF489E07}" presName="Accent4" presStyleCnt="0"/>
      <dgm:spPr/>
      <dgm:t>
        <a:bodyPr/>
        <a:lstStyle/>
        <a:p>
          <a:endParaRPr lang="en-GB"/>
        </a:p>
      </dgm:t>
    </dgm:pt>
    <dgm:pt modelId="{883FFAA7-F9D3-4DF9-96C3-1A9319804CA0}" type="pres">
      <dgm:prSet presAssocID="{A28BB058-7700-4C1A-8449-22F5AF489E07}" presName="Accent" presStyleLbl="bgShp" presStyleIdx="3" presStyleCnt="6"/>
      <dgm:spPr/>
      <dgm:t>
        <a:bodyPr/>
        <a:lstStyle/>
        <a:p>
          <a:endParaRPr lang="en-GB"/>
        </a:p>
      </dgm:t>
    </dgm:pt>
    <dgm:pt modelId="{43D9D079-435A-43E8-88F7-EFE28EA96563}" type="pres">
      <dgm:prSet presAssocID="{A28BB058-7700-4C1A-8449-22F5AF489E07}" presName="Child4" presStyleLbl="node1" presStyleIdx="3" presStyleCnt="6">
        <dgm:presLayoutVars>
          <dgm:chMax val="0"/>
          <dgm:chPref val="0"/>
          <dgm:bulletEnabled val="1"/>
        </dgm:presLayoutVars>
      </dgm:prSet>
      <dgm:spPr/>
      <dgm:t>
        <a:bodyPr/>
        <a:lstStyle/>
        <a:p>
          <a:endParaRPr lang="en-GB"/>
        </a:p>
      </dgm:t>
    </dgm:pt>
    <dgm:pt modelId="{FF29FE3A-F24F-45FF-A4F7-5504436145F6}" type="pres">
      <dgm:prSet presAssocID="{08846AA7-E90C-44B3-90C7-5713507432B9}" presName="Accent5" presStyleCnt="0"/>
      <dgm:spPr/>
      <dgm:t>
        <a:bodyPr/>
        <a:lstStyle/>
        <a:p>
          <a:endParaRPr lang="en-GB"/>
        </a:p>
      </dgm:t>
    </dgm:pt>
    <dgm:pt modelId="{5A0E315C-977C-4ED9-AC99-F2F81A7822D6}" type="pres">
      <dgm:prSet presAssocID="{08846AA7-E90C-44B3-90C7-5713507432B9}" presName="Accent" presStyleLbl="bgShp" presStyleIdx="4" presStyleCnt="6"/>
      <dgm:spPr/>
      <dgm:t>
        <a:bodyPr/>
        <a:lstStyle/>
        <a:p>
          <a:endParaRPr lang="en-GB"/>
        </a:p>
      </dgm:t>
    </dgm:pt>
    <dgm:pt modelId="{CEEC4E0C-101B-421D-99E0-E114E30F96D4}" type="pres">
      <dgm:prSet presAssocID="{08846AA7-E90C-44B3-90C7-5713507432B9}" presName="Child5" presStyleLbl="node1" presStyleIdx="4" presStyleCnt="6">
        <dgm:presLayoutVars>
          <dgm:chMax val="0"/>
          <dgm:chPref val="0"/>
          <dgm:bulletEnabled val="1"/>
        </dgm:presLayoutVars>
      </dgm:prSet>
      <dgm:spPr/>
      <dgm:t>
        <a:bodyPr/>
        <a:lstStyle/>
        <a:p>
          <a:endParaRPr lang="en-GB"/>
        </a:p>
      </dgm:t>
    </dgm:pt>
    <dgm:pt modelId="{70027E75-E89D-467C-80DB-A6BBB1998536}" type="pres">
      <dgm:prSet presAssocID="{32982E59-02CD-4CC7-ABD7-53B7762D2B12}" presName="Accent6" presStyleCnt="0"/>
      <dgm:spPr/>
      <dgm:t>
        <a:bodyPr/>
        <a:lstStyle/>
        <a:p>
          <a:endParaRPr lang="en-GB"/>
        </a:p>
      </dgm:t>
    </dgm:pt>
    <dgm:pt modelId="{7956F5D2-C8CC-4AA4-AB8F-DDA8C176BF24}" type="pres">
      <dgm:prSet presAssocID="{32982E59-02CD-4CC7-ABD7-53B7762D2B12}" presName="Accent" presStyleLbl="bgShp" presStyleIdx="5" presStyleCnt="6"/>
      <dgm:spPr>
        <a:blipFill rotWithShape="0">
          <a:blip xmlns:r="http://schemas.openxmlformats.org/officeDocument/2006/relationships" r:embed="rId1">
            <a:extLst>
              <a:ext uri="{28A0092B-C50C-407E-A947-70E740481C1C}">
                <a14:useLocalDpi xmlns:a14="http://schemas.microsoft.com/office/drawing/2010/main" val="0"/>
              </a:ext>
            </a:extLst>
          </a:blip>
          <a:stretch>
            <a:fillRect/>
          </a:stretch>
        </a:blipFill>
      </dgm:spPr>
      <dgm:t>
        <a:bodyPr/>
        <a:lstStyle/>
        <a:p>
          <a:endParaRPr lang="en-GB"/>
        </a:p>
      </dgm:t>
    </dgm:pt>
    <dgm:pt modelId="{154188D1-8F99-4E75-90A2-D99302EB540E}" type="pres">
      <dgm:prSet presAssocID="{32982E59-02CD-4CC7-ABD7-53B7762D2B12}" presName="Child6" presStyleLbl="node1" presStyleIdx="5" presStyleCnt="6">
        <dgm:presLayoutVars>
          <dgm:chMax val="0"/>
          <dgm:chPref val="0"/>
          <dgm:bulletEnabled val="1"/>
        </dgm:presLayoutVars>
      </dgm:prSet>
      <dgm:spPr/>
      <dgm:t>
        <a:bodyPr/>
        <a:lstStyle/>
        <a:p>
          <a:endParaRPr lang="en-GB"/>
        </a:p>
      </dgm:t>
    </dgm:pt>
  </dgm:ptLst>
  <dgm:cxnLst>
    <dgm:cxn modelId="{2AF650F4-13CA-4F54-8A1A-65A08F368934}" type="presOf" srcId="{D9401464-59BF-4294-BF66-70EE0654FA02}" destId="{8AD992C5-F85F-4D92-9F50-5D4CB7993C3D}" srcOrd="0" destOrd="0" presId="urn:microsoft.com/office/officeart/2011/layout/HexagonRadial#2"/>
    <dgm:cxn modelId="{3ADDB16E-4218-4916-87CC-4D0AA67159E6}" srcId="{572188F3-9FB1-47D5-BC96-AC070B6E90C7}" destId="{D9401464-59BF-4294-BF66-70EE0654FA02}" srcOrd="0" destOrd="0" parTransId="{79AAD480-5CCF-4255-BA01-15572179A438}" sibTransId="{892E24AE-A27D-4511-A450-3A1727C8252F}"/>
    <dgm:cxn modelId="{C6B97A13-E199-410F-B8B8-4BCA762282C7}" srcId="{D9401464-59BF-4294-BF66-70EE0654FA02}" destId="{90778DC4-7E48-4B2C-9FA7-8F980A2C31C2}" srcOrd="1" destOrd="0" parTransId="{8EE8C71A-3825-4E91-B88F-F1F3FBF8F29B}" sibTransId="{7795E3F7-039D-4778-B495-14D01E02935D}"/>
    <dgm:cxn modelId="{1C3C63BE-B808-4923-AB00-A22D5DD3D7A1}" srcId="{D9401464-59BF-4294-BF66-70EE0654FA02}" destId="{A28BB058-7700-4C1A-8449-22F5AF489E07}" srcOrd="3" destOrd="0" parTransId="{78E60011-C1C2-410E-BFFE-FF43522D97AD}" sibTransId="{B2E0C665-E859-407A-90EF-7DF697D81DC7}"/>
    <dgm:cxn modelId="{39488AC3-C266-4606-8762-668D74DE4D8C}" type="presOf" srcId="{90778DC4-7E48-4B2C-9FA7-8F980A2C31C2}" destId="{76E2DF38-CB22-4C46-8872-05CB3864CD18}" srcOrd="0" destOrd="0" presId="urn:microsoft.com/office/officeart/2011/layout/HexagonRadial#2"/>
    <dgm:cxn modelId="{01BE98A4-C117-450F-ABF7-AD2542943E09}" type="presOf" srcId="{08846AA7-E90C-44B3-90C7-5713507432B9}" destId="{CEEC4E0C-101B-421D-99E0-E114E30F96D4}" srcOrd="0" destOrd="0" presId="urn:microsoft.com/office/officeart/2011/layout/HexagonRadial#2"/>
    <dgm:cxn modelId="{4545DE56-D099-4CA5-B47F-2E0F0677EDF8}" srcId="{D9401464-59BF-4294-BF66-70EE0654FA02}" destId="{9CE2B8EA-FEDD-4D9F-A03E-D91E6094A2BE}" srcOrd="2" destOrd="0" parTransId="{FD0A8BC8-F0BC-4F92-BB11-423D1994F1AF}" sibTransId="{71D3F13C-64AD-418E-863E-4134255218B5}"/>
    <dgm:cxn modelId="{5DBEC27D-49C2-4B94-9C71-76A31F2C94B0}" type="presOf" srcId="{572188F3-9FB1-47D5-BC96-AC070B6E90C7}" destId="{8AEEFA29-A93E-4C72-B299-AD5800D77900}" srcOrd="0" destOrd="0" presId="urn:microsoft.com/office/officeart/2011/layout/HexagonRadial#2"/>
    <dgm:cxn modelId="{613487A5-B19A-4935-8353-EBED6C7E304E}" type="presOf" srcId="{A28BB058-7700-4C1A-8449-22F5AF489E07}" destId="{43D9D079-435A-43E8-88F7-EFE28EA96563}" srcOrd="0" destOrd="0" presId="urn:microsoft.com/office/officeart/2011/layout/HexagonRadial#2"/>
    <dgm:cxn modelId="{AA2270D8-9EDE-490E-AC1E-401947717C5A}" type="presOf" srcId="{9CE2B8EA-FEDD-4D9F-A03E-D91E6094A2BE}" destId="{30830000-A553-4E38-8C54-79420FBD7D5A}" srcOrd="0" destOrd="0" presId="urn:microsoft.com/office/officeart/2011/layout/HexagonRadial#2"/>
    <dgm:cxn modelId="{9535CC1E-C20B-40CD-95E8-BCC9C3D9590A}" type="presOf" srcId="{CC18DAA4-D3FC-44B1-96AD-05D22DA4A5CB}" destId="{6EF87B21-B1A0-4002-AFA3-083C9F025C3A}" srcOrd="0" destOrd="0" presId="urn:microsoft.com/office/officeart/2011/layout/HexagonRadial#2"/>
    <dgm:cxn modelId="{E3CC780C-AFE9-46F9-941F-D9B5DEF6F2EC}" srcId="{D9401464-59BF-4294-BF66-70EE0654FA02}" destId="{08846AA7-E90C-44B3-90C7-5713507432B9}" srcOrd="4" destOrd="0" parTransId="{38CFB952-6096-4BC5-8222-95241DE740C2}" sibTransId="{DDE67675-0C9F-47F6-9BDF-554FCF0B80AF}"/>
    <dgm:cxn modelId="{36670866-49F1-4824-9FBE-E10273CD7111}" srcId="{D9401464-59BF-4294-BF66-70EE0654FA02}" destId="{32982E59-02CD-4CC7-ABD7-53B7762D2B12}" srcOrd="5" destOrd="0" parTransId="{94BBE739-F564-4B78-B979-4E500A5CE6A7}" sibTransId="{B2359486-32FB-43AC-8367-7ABFE2202951}"/>
    <dgm:cxn modelId="{7791FAB0-6744-402E-BC90-BC989E73883F}" srcId="{D9401464-59BF-4294-BF66-70EE0654FA02}" destId="{CC18DAA4-D3FC-44B1-96AD-05D22DA4A5CB}" srcOrd="0" destOrd="0" parTransId="{1AB2CA4B-60D4-4D7C-92E4-F8D120C807B4}" sibTransId="{72D4550F-F21D-47F0-910E-1C179FF33882}"/>
    <dgm:cxn modelId="{40C69288-DB5C-4CDC-8D04-C05F5A5D4EF7}" type="presOf" srcId="{32982E59-02CD-4CC7-ABD7-53B7762D2B12}" destId="{154188D1-8F99-4E75-90A2-D99302EB540E}" srcOrd="0" destOrd="0" presId="urn:microsoft.com/office/officeart/2011/layout/HexagonRadial#2"/>
    <dgm:cxn modelId="{67706851-ABEB-407B-8A11-76C2605CEF34}" type="presParOf" srcId="{8AEEFA29-A93E-4C72-B299-AD5800D77900}" destId="{8AD992C5-F85F-4D92-9F50-5D4CB7993C3D}" srcOrd="0" destOrd="0" presId="urn:microsoft.com/office/officeart/2011/layout/HexagonRadial#2"/>
    <dgm:cxn modelId="{7185E9A5-3530-4FD8-8399-1517038F814B}" type="presParOf" srcId="{8AEEFA29-A93E-4C72-B299-AD5800D77900}" destId="{09C86F38-9F7A-4050-83B5-CB214208CC78}" srcOrd="1" destOrd="0" presId="urn:microsoft.com/office/officeart/2011/layout/HexagonRadial#2"/>
    <dgm:cxn modelId="{4B45B86E-C184-4030-8C70-FCACF1F71704}" type="presParOf" srcId="{09C86F38-9F7A-4050-83B5-CB214208CC78}" destId="{D68F5B25-2DE8-46C4-A60F-8776173323E7}" srcOrd="0" destOrd="0" presId="urn:microsoft.com/office/officeart/2011/layout/HexagonRadial#2"/>
    <dgm:cxn modelId="{41EC0AFF-5EBB-4371-8FBD-D98A5766AC4C}" type="presParOf" srcId="{8AEEFA29-A93E-4C72-B299-AD5800D77900}" destId="{6EF87B21-B1A0-4002-AFA3-083C9F025C3A}" srcOrd="2" destOrd="0" presId="urn:microsoft.com/office/officeart/2011/layout/HexagonRadial#2"/>
    <dgm:cxn modelId="{887C621C-72A3-49DB-8904-8A5F6AA20E10}" type="presParOf" srcId="{8AEEFA29-A93E-4C72-B299-AD5800D77900}" destId="{3F2FA2A0-E01C-4CC8-A175-FDD2CDBE7FA8}" srcOrd="3" destOrd="0" presId="urn:microsoft.com/office/officeart/2011/layout/HexagonRadial#2"/>
    <dgm:cxn modelId="{B526C5CE-879A-4FEC-8759-F49E22817F33}" type="presParOf" srcId="{3F2FA2A0-E01C-4CC8-A175-FDD2CDBE7FA8}" destId="{7F0273A2-DFCD-4805-90AA-6F332DF2D94A}" srcOrd="0" destOrd="0" presId="urn:microsoft.com/office/officeart/2011/layout/HexagonRadial#2"/>
    <dgm:cxn modelId="{659AD82A-F575-492F-A6F2-C48F5C28AC1E}" type="presParOf" srcId="{8AEEFA29-A93E-4C72-B299-AD5800D77900}" destId="{76E2DF38-CB22-4C46-8872-05CB3864CD18}" srcOrd="4" destOrd="0" presId="urn:microsoft.com/office/officeart/2011/layout/HexagonRadial#2"/>
    <dgm:cxn modelId="{B4A3145F-4DB4-4CEB-853B-B4A454412C12}" type="presParOf" srcId="{8AEEFA29-A93E-4C72-B299-AD5800D77900}" destId="{FF069293-D7B6-409B-B414-D3CE1033FCCC}" srcOrd="5" destOrd="0" presId="urn:microsoft.com/office/officeart/2011/layout/HexagonRadial#2"/>
    <dgm:cxn modelId="{D4FEE315-CEF0-49ED-B826-7EA4A4267C77}" type="presParOf" srcId="{FF069293-D7B6-409B-B414-D3CE1033FCCC}" destId="{6A8DBDD1-7785-4847-82D5-931D7F20233A}" srcOrd="0" destOrd="0" presId="urn:microsoft.com/office/officeart/2011/layout/HexagonRadial#2"/>
    <dgm:cxn modelId="{6F5BA5D8-2EE6-403C-B463-FF3E85273F2A}" type="presParOf" srcId="{8AEEFA29-A93E-4C72-B299-AD5800D77900}" destId="{30830000-A553-4E38-8C54-79420FBD7D5A}" srcOrd="6" destOrd="0" presId="urn:microsoft.com/office/officeart/2011/layout/HexagonRadial#2"/>
    <dgm:cxn modelId="{9A063824-8BBA-4ED0-8B30-413B94584B7D}" type="presParOf" srcId="{8AEEFA29-A93E-4C72-B299-AD5800D77900}" destId="{B9A0966B-687E-496F-9C63-EA95F2A3618E}" srcOrd="7" destOrd="0" presId="urn:microsoft.com/office/officeart/2011/layout/HexagonRadial#2"/>
    <dgm:cxn modelId="{161F7DA1-7E20-47C9-9F65-C797B3C753F7}" type="presParOf" srcId="{B9A0966B-687E-496F-9C63-EA95F2A3618E}" destId="{883FFAA7-F9D3-4DF9-96C3-1A9319804CA0}" srcOrd="0" destOrd="0" presId="urn:microsoft.com/office/officeart/2011/layout/HexagonRadial#2"/>
    <dgm:cxn modelId="{AFA550B1-8563-4237-83FC-34D5C5EFA63D}" type="presParOf" srcId="{8AEEFA29-A93E-4C72-B299-AD5800D77900}" destId="{43D9D079-435A-43E8-88F7-EFE28EA96563}" srcOrd="8" destOrd="0" presId="urn:microsoft.com/office/officeart/2011/layout/HexagonRadial#2"/>
    <dgm:cxn modelId="{1ED1620F-9FBA-4700-946B-8D8AB6D9E317}" type="presParOf" srcId="{8AEEFA29-A93E-4C72-B299-AD5800D77900}" destId="{FF29FE3A-F24F-45FF-A4F7-5504436145F6}" srcOrd="9" destOrd="0" presId="urn:microsoft.com/office/officeart/2011/layout/HexagonRadial#2"/>
    <dgm:cxn modelId="{089C96E2-AED1-498E-A511-2C48DB02628F}" type="presParOf" srcId="{FF29FE3A-F24F-45FF-A4F7-5504436145F6}" destId="{5A0E315C-977C-4ED9-AC99-F2F81A7822D6}" srcOrd="0" destOrd="0" presId="urn:microsoft.com/office/officeart/2011/layout/HexagonRadial#2"/>
    <dgm:cxn modelId="{09D2ABE6-530D-42BE-8433-2B13CDA3C9BC}" type="presParOf" srcId="{8AEEFA29-A93E-4C72-B299-AD5800D77900}" destId="{CEEC4E0C-101B-421D-99E0-E114E30F96D4}" srcOrd="10" destOrd="0" presId="urn:microsoft.com/office/officeart/2011/layout/HexagonRadial#2"/>
    <dgm:cxn modelId="{4A24408D-9731-4DEA-88D4-6E18012F3BBC}" type="presParOf" srcId="{8AEEFA29-A93E-4C72-B299-AD5800D77900}" destId="{70027E75-E89D-467C-80DB-A6BBB1998536}" srcOrd="11" destOrd="0" presId="urn:microsoft.com/office/officeart/2011/layout/HexagonRadial#2"/>
    <dgm:cxn modelId="{920F8F99-A57F-400E-ADA0-E225E5B532DB}" type="presParOf" srcId="{70027E75-E89D-467C-80DB-A6BBB1998536}" destId="{7956F5D2-C8CC-4AA4-AB8F-DDA8C176BF24}" srcOrd="0" destOrd="0" presId="urn:microsoft.com/office/officeart/2011/layout/HexagonRadial#2"/>
    <dgm:cxn modelId="{53A6A506-8C69-4903-9043-5514A1C4CF0A}" type="presParOf" srcId="{8AEEFA29-A93E-4C72-B299-AD5800D77900}" destId="{154188D1-8F99-4E75-90A2-D99302EB540E}" srcOrd="12" destOrd="0" presId="urn:microsoft.com/office/officeart/2011/layout/Hexagon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31D397-AF17-4A89-BA02-0A545B7425FB}" type="doc">
      <dgm:prSet loTypeId="urn:microsoft.com/office/officeart/2005/8/layout/vList5" loCatId="list" qsTypeId="urn:microsoft.com/office/officeart/2005/8/quickstyle/3d1" qsCatId="3D" csTypeId="urn:microsoft.com/office/officeart/2005/8/colors/accent1_2" csCatId="accent1" phldr="1"/>
      <dgm:spPr/>
      <dgm:t>
        <a:bodyPr/>
        <a:lstStyle/>
        <a:p>
          <a:endParaRPr lang="en-GB"/>
        </a:p>
      </dgm:t>
    </dgm:pt>
    <dgm:pt modelId="{550749AD-D6A2-46E5-8AE1-37F0FB9CEF45}">
      <dgm:prSet phldrT="[Text]"/>
      <dgm:spPr/>
      <dgm:t>
        <a:bodyPr/>
        <a:lstStyle/>
        <a:p>
          <a:r>
            <a:rPr lang="en-GB" dirty="0" smtClean="0"/>
            <a:t>Create a Digital Vision</a:t>
          </a:r>
          <a:endParaRPr lang="en-GB" dirty="0"/>
        </a:p>
      </dgm:t>
    </dgm:pt>
    <dgm:pt modelId="{6E996B3A-B64D-4A65-A828-2CA56B357A7B}" type="parTrans" cxnId="{6831F77C-DAC5-4BE9-B9B7-CCF3C6E34C93}">
      <dgm:prSet/>
      <dgm:spPr/>
      <dgm:t>
        <a:bodyPr/>
        <a:lstStyle/>
        <a:p>
          <a:endParaRPr lang="en-GB"/>
        </a:p>
      </dgm:t>
    </dgm:pt>
    <dgm:pt modelId="{9A83142B-5340-4FA6-9E8A-805B99BA88AA}" type="sibTrans" cxnId="{6831F77C-DAC5-4BE9-B9B7-CCF3C6E34C93}">
      <dgm:prSet/>
      <dgm:spPr/>
      <dgm:t>
        <a:bodyPr/>
        <a:lstStyle/>
        <a:p>
          <a:endParaRPr lang="en-GB"/>
        </a:p>
      </dgm:t>
    </dgm:pt>
    <dgm:pt modelId="{1621C48D-8A9C-45AE-99B8-DB05FBACABC2}">
      <dgm:prSet phldrT="[Text]"/>
      <dgm:spPr/>
      <dgm:t>
        <a:bodyPr/>
        <a:lstStyle/>
        <a:p>
          <a:r>
            <a:rPr lang="en-GB" dirty="0" smtClean="0"/>
            <a:t>Establish clear leadership</a:t>
          </a:r>
          <a:endParaRPr lang="en-GB" dirty="0"/>
        </a:p>
      </dgm:t>
    </dgm:pt>
    <dgm:pt modelId="{4884D407-899F-4376-AA2F-94E15526C779}" type="parTrans" cxnId="{9FC00982-8A27-465E-A8B0-B0E86A44F3E5}">
      <dgm:prSet/>
      <dgm:spPr/>
      <dgm:t>
        <a:bodyPr/>
        <a:lstStyle/>
        <a:p>
          <a:endParaRPr lang="en-GB"/>
        </a:p>
      </dgm:t>
    </dgm:pt>
    <dgm:pt modelId="{50E7F1BA-4A12-4C23-B0AC-6BE76217BC6F}" type="sibTrans" cxnId="{9FC00982-8A27-465E-A8B0-B0E86A44F3E5}">
      <dgm:prSet/>
      <dgm:spPr/>
      <dgm:t>
        <a:bodyPr/>
        <a:lstStyle/>
        <a:p>
          <a:endParaRPr lang="en-GB"/>
        </a:p>
      </dgm:t>
    </dgm:pt>
    <dgm:pt modelId="{1F2EE405-B21B-49A8-BA4D-AAE015DE2D61}">
      <dgm:prSet phldrT="[Text]"/>
      <dgm:spPr/>
      <dgm:t>
        <a:bodyPr/>
        <a:lstStyle/>
        <a:p>
          <a:r>
            <a:rPr lang="en-GB" dirty="0" smtClean="0"/>
            <a:t>Adopt a Continuous Improvement culture</a:t>
          </a:r>
          <a:endParaRPr lang="en-GB" dirty="0"/>
        </a:p>
      </dgm:t>
    </dgm:pt>
    <dgm:pt modelId="{21C42F44-5F1E-4C0D-9C93-45FEB5482856}" type="parTrans" cxnId="{852DE563-7960-46DD-BE27-2B65BFF4D304}">
      <dgm:prSet/>
      <dgm:spPr/>
      <dgm:t>
        <a:bodyPr/>
        <a:lstStyle/>
        <a:p>
          <a:endParaRPr lang="en-GB"/>
        </a:p>
      </dgm:t>
    </dgm:pt>
    <dgm:pt modelId="{2EF11422-FA49-481B-AEE0-6EFB102C731D}" type="sibTrans" cxnId="{852DE563-7960-46DD-BE27-2B65BFF4D304}">
      <dgm:prSet/>
      <dgm:spPr/>
      <dgm:t>
        <a:bodyPr/>
        <a:lstStyle/>
        <a:p>
          <a:endParaRPr lang="en-GB"/>
        </a:p>
      </dgm:t>
    </dgm:pt>
    <dgm:pt modelId="{2CE31C32-5B69-4D25-B670-0D98FA4D7C24}">
      <dgm:prSet phldrT="[Text]" custT="1"/>
      <dgm:spPr/>
      <dgm:t>
        <a:bodyPr/>
        <a:lstStyle/>
        <a:p>
          <a:r>
            <a:rPr lang="en-GB" sz="1000" dirty="0" smtClean="0"/>
            <a:t>Feedback and learning is key in digital transformation. As the organisation transforms, new opportunities will present themselves and an appropriate culture of continuous improvement is required, with staff acquiring new skills.</a:t>
          </a:r>
          <a:endParaRPr lang="en-GB" sz="1000" dirty="0"/>
        </a:p>
      </dgm:t>
    </dgm:pt>
    <dgm:pt modelId="{93606271-F39B-49D5-94E4-0CB8A4D9EE02}" type="parTrans" cxnId="{A77C3ACB-33E4-4B88-881D-B44D31D76E9B}">
      <dgm:prSet/>
      <dgm:spPr/>
      <dgm:t>
        <a:bodyPr/>
        <a:lstStyle/>
        <a:p>
          <a:endParaRPr lang="en-GB"/>
        </a:p>
      </dgm:t>
    </dgm:pt>
    <dgm:pt modelId="{6F3C9DB6-818D-411D-9EDB-08C6FEB3875D}" type="sibTrans" cxnId="{A77C3ACB-33E4-4B88-881D-B44D31D76E9B}">
      <dgm:prSet/>
      <dgm:spPr/>
      <dgm:t>
        <a:bodyPr/>
        <a:lstStyle/>
        <a:p>
          <a:endParaRPr lang="en-GB"/>
        </a:p>
      </dgm:t>
    </dgm:pt>
    <dgm:pt modelId="{4035E6F0-2653-49EC-B354-44AE1F80D034}">
      <dgm:prSet phldrT="[Text]"/>
      <dgm:spPr/>
      <dgm:t>
        <a:bodyPr/>
        <a:lstStyle/>
        <a:p>
          <a:r>
            <a:rPr lang="en-GB" dirty="0" smtClean="0"/>
            <a:t>Select appropriate digital technologies</a:t>
          </a:r>
          <a:endParaRPr lang="en-GB" dirty="0"/>
        </a:p>
      </dgm:t>
    </dgm:pt>
    <dgm:pt modelId="{A35849ED-CA84-42AE-A041-E9A3128B8DBF}" type="parTrans" cxnId="{5536AB98-41E8-4E49-83A5-10004DD4C85E}">
      <dgm:prSet/>
      <dgm:spPr/>
      <dgm:t>
        <a:bodyPr/>
        <a:lstStyle/>
        <a:p>
          <a:endParaRPr lang="en-GB"/>
        </a:p>
      </dgm:t>
    </dgm:pt>
    <dgm:pt modelId="{525C8A4C-94AE-4899-9DB0-D0AE8B431D5B}" type="sibTrans" cxnId="{5536AB98-41E8-4E49-83A5-10004DD4C85E}">
      <dgm:prSet/>
      <dgm:spPr/>
      <dgm:t>
        <a:bodyPr/>
        <a:lstStyle/>
        <a:p>
          <a:endParaRPr lang="en-GB"/>
        </a:p>
      </dgm:t>
    </dgm:pt>
    <dgm:pt modelId="{F02A1940-7240-43CB-A952-0E5350D4C733}">
      <dgm:prSet phldrT="[Text]" custT="1"/>
      <dgm:spPr/>
      <dgm:t>
        <a:bodyPr/>
        <a:lstStyle/>
        <a:p>
          <a:r>
            <a:rPr lang="en-GB" sz="1000" dirty="0" smtClean="0"/>
            <a:t> Create a clear vision for how digital technology can support and drive the organisation’s corporate strategy.  This requires an understanding of the potential of new technology combined with a clearly defined commercial strategy</a:t>
          </a:r>
          <a:endParaRPr lang="en-GB" sz="1000" dirty="0"/>
        </a:p>
      </dgm:t>
    </dgm:pt>
    <dgm:pt modelId="{F7B066C8-63DE-4820-BF3B-65E1653DDCF2}" type="parTrans" cxnId="{BC9972DF-53CD-43A8-88C8-750F308D503B}">
      <dgm:prSet/>
      <dgm:spPr/>
      <dgm:t>
        <a:bodyPr/>
        <a:lstStyle/>
        <a:p>
          <a:endParaRPr lang="en-GB"/>
        </a:p>
      </dgm:t>
    </dgm:pt>
    <dgm:pt modelId="{939CF3E0-00E2-46C4-A10B-026525EBDCD6}" type="sibTrans" cxnId="{BC9972DF-53CD-43A8-88C8-750F308D503B}">
      <dgm:prSet/>
      <dgm:spPr/>
      <dgm:t>
        <a:bodyPr/>
        <a:lstStyle/>
        <a:p>
          <a:endParaRPr lang="en-GB"/>
        </a:p>
      </dgm:t>
    </dgm:pt>
    <dgm:pt modelId="{EB542997-2A67-4CF1-BF21-44719B99A454}">
      <dgm:prSet phldrT="[Text]" custT="1"/>
      <dgm:spPr/>
      <dgm:t>
        <a:bodyPr/>
        <a:lstStyle/>
        <a:p>
          <a:r>
            <a:rPr lang="en-GB" sz="1000" dirty="0" smtClean="0"/>
            <a:t>For digital transformation to succeed it requires full commitment from senior management across all functions.  Therefore there has to be a clear and agreed vision that transcends departmental boundaries, with a clear sponsorship structure for digital initiatives</a:t>
          </a:r>
          <a:endParaRPr lang="en-GB" sz="1000" dirty="0"/>
        </a:p>
      </dgm:t>
    </dgm:pt>
    <dgm:pt modelId="{9929562A-0345-4D63-AC9A-95DE83FC784F}" type="parTrans" cxnId="{2E7D3B3B-D1ED-4DF3-BDAF-9B7240382695}">
      <dgm:prSet/>
      <dgm:spPr/>
      <dgm:t>
        <a:bodyPr/>
        <a:lstStyle/>
        <a:p>
          <a:endParaRPr lang="en-GB"/>
        </a:p>
      </dgm:t>
    </dgm:pt>
    <dgm:pt modelId="{0491A2C1-FF85-4AC3-87AD-5E9B656FD671}" type="sibTrans" cxnId="{2E7D3B3B-D1ED-4DF3-BDAF-9B7240382695}">
      <dgm:prSet/>
      <dgm:spPr/>
      <dgm:t>
        <a:bodyPr/>
        <a:lstStyle/>
        <a:p>
          <a:endParaRPr lang="en-GB"/>
        </a:p>
      </dgm:t>
    </dgm:pt>
    <dgm:pt modelId="{4C2C3EAA-0978-40AF-A1B9-D4B7F16C0776}">
      <dgm:prSet phldrT="[Text]" custT="1"/>
      <dgm:spPr/>
      <dgm:t>
        <a:bodyPr/>
        <a:lstStyle/>
        <a:p>
          <a:r>
            <a:rPr lang="en-GB" sz="1000" dirty="0" smtClean="0"/>
            <a:t>Our experience tells us that the best approach to digital change is to avoid dismissing early ideas in order to generate a long-list of digital initiatives, which can then be evaluated against the Digital Vision</a:t>
          </a:r>
          <a:endParaRPr lang="en-GB" sz="1000" dirty="0"/>
        </a:p>
      </dgm:t>
    </dgm:pt>
    <dgm:pt modelId="{1D00B73F-C32E-46B8-8280-D4C54CC7DDAE}" type="parTrans" cxnId="{3742F17C-D190-4AFA-BAAE-5C6E9A7569F7}">
      <dgm:prSet/>
      <dgm:spPr/>
      <dgm:t>
        <a:bodyPr/>
        <a:lstStyle/>
        <a:p>
          <a:endParaRPr lang="en-GB"/>
        </a:p>
      </dgm:t>
    </dgm:pt>
    <dgm:pt modelId="{57C5C51C-D2A7-4BD0-A7AF-FD863141CAF9}" type="sibTrans" cxnId="{3742F17C-D190-4AFA-BAAE-5C6E9A7569F7}">
      <dgm:prSet/>
      <dgm:spPr/>
      <dgm:t>
        <a:bodyPr/>
        <a:lstStyle/>
        <a:p>
          <a:endParaRPr lang="en-GB"/>
        </a:p>
      </dgm:t>
    </dgm:pt>
    <dgm:pt modelId="{2C66580C-F2F9-4E2C-9213-5267BCAB5A78}">
      <dgm:prSet phldrT="[Text]"/>
      <dgm:spPr/>
      <dgm:t>
        <a:bodyPr/>
        <a:lstStyle/>
        <a:p>
          <a:r>
            <a:rPr lang="en-GB" dirty="0" smtClean="0"/>
            <a:t>Build momentum</a:t>
          </a:r>
          <a:endParaRPr lang="en-GB" dirty="0"/>
        </a:p>
      </dgm:t>
    </dgm:pt>
    <dgm:pt modelId="{9963F938-45C7-4022-8A90-BC3B97D3F8AA}" type="parTrans" cxnId="{0ED5B981-B5EB-4F64-9DB3-37B089D84C8E}">
      <dgm:prSet/>
      <dgm:spPr/>
      <dgm:t>
        <a:bodyPr/>
        <a:lstStyle/>
        <a:p>
          <a:endParaRPr lang="en-GB"/>
        </a:p>
      </dgm:t>
    </dgm:pt>
    <dgm:pt modelId="{DD5AFE6D-800C-47DF-9762-6D1774BE655D}" type="sibTrans" cxnId="{0ED5B981-B5EB-4F64-9DB3-37B089D84C8E}">
      <dgm:prSet/>
      <dgm:spPr/>
      <dgm:t>
        <a:bodyPr/>
        <a:lstStyle/>
        <a:p>
          <a:endParaRPr lang="en-GB"/>
        </a:p>
      </dgm:t>
    </dgm:pt>
    <dgm:pt modelId="{E2613F82-71CA-40FF-8DF8-71A901E33406}">
      <dgm:prSet phldrT="[Text]" custT="1"/>
      <dgm:spPr/>
      <dgm:t>
        <a:bodyPr/>
        <a:lstStyle/>
        <a:p>
          <a:r>
            <a:rPr lang="en-GB" sz="1000" dirty="0" smtClean="0"/>
            <a:t>No organisation can do everything at once.  It is vital to be realistic with digital transformation, starting with quick wins and building momentum to drive the transformation forward. </a:t>
          </a:r>
          <a:endParaRPr lang="en-GB" sz="1000" dirty="0"/>
        </a:p>
      </dgm:t>
    </dgm:pt>
    <dgm:pt modelId="{0A77D154-C3AF-4CD9-AAD7-CDC020CC649B}" type="parTrans" cxnId="{F161B9FE-4388-4AD3-B7EA-77495CDBCC17}">
      <dgm:prSet/>
      <dgm:spPr/>
      <dgm:t>
        <a:bodyPr/>
        <a:lstStyle/>
        <a:p>
          <a:endParaRPr lang="en-GB"/>
        </a:p>
      </dgm:t>
    </dgm:pt>
    <dgm:pt modelId="{81674620-4D55-4726-ABBF-46636D8D5D5C}" type="sibTrans" cxnId="{F161B9FE-4388-4AD3-B7EA-77495CDBCC17}">
      <dgm:prSet/>
      <dgm:spPr/>
      <dgm:t>
        <a:bodyPr/>
        <a:lstStyle/>
        <a:p>
          <a:endParaRPr lang="en-GB"/>
        </a:p>
      </dgm:t>
    </dgm:pt>
    <dgm:pt modelId="{A9365479-5B51-41C0-BA94-8EA43C5431ED}" type="pres">
      <dgm:prSet presAssocID="{4D31D397-AF17-4A89-BA02-0A545B7425FB}" presName="Name0" presStyleCnt="0">
        <dgm:presLayoutVars>
          <dgm:dir/>
          <dgm:animLvl val="lvl"/>
          <dgm:resizeHandles val="exact"/>
        </dgm:presLayoutVars>
      </dgm:prSet>
      <dgm:spPr/>
      <dgm:t>
        <a:bodyPr/>
        <a:lstStyle/>
        <a:p>
          <a:endParaRPr lang="en-GB"/>
        </a:p>
      </dgm:t>
    </dgm:pt>
    <dgm:pt modelId="{0408D215-F6C1-477D-9BDB-1A88A4EA201D}" type="pres">
      <dgm:prSet presAssocID="{550749AD-D6A2-46E5-8AE1-37F0FB9CEF45}" presName="linNode" presStyleCnt="0"/>
      <dgm:spPr/>
      <dgm:t>
        <a:bodyPr/>
        <a:lstStyle/>
        <a:p>
          <a:endParaRPr lang="en-GB"/>
        </a:p>
      </dgm:t>
    </dgm:pt>
    <dgm:pt modelId="{B9BB24FE-AFCF-45FA-99DD-C1BE473366E6}" type="pres">
      <dgm:prSet presAssocID="{550749AD-D6A2-46E5-8AE1-37F0FB9CEF45}" presName="parentText" presStyleLbl="node1" presStyleIdx="0" presStyleCnt="5">
        <dgm:presLayoutVars>
          <dgm:chMax val="1"/>
          <dgm:bulletEnabled val="1"/>
        </dgm:presLayoutVars>
      </dgm:prSet>
      <dgm:spPr/>
      <dgm:t>
        <a:bodyPr/>
        <a:lstStyle/>
        <a:p>
          <a:endParaRPr lang="en-GB"/>
        </a:p>
      </dgm:t>
    </dgm:pt>
    <dgm:pt modelId="{35BD5E24-2069-40A0-AA2E-A131E48B6890}" type="pres">
      <dgm:prSet presAssocID="{550749AD-D6A2-46E5-8AE1-37F0FB9CEF45}" presName="descendantText" presStyleLbl="alignAccFollowNode1" presStyleIdx="0" presStyleCnt="5" custScaleX="180757">
        <dgm:presLayoutVars>
          <dgm:bulletEnabled val="1"/>
        </dgm:presLayoutVars>
      </dgm:prSet>
      <dgm:spPr/>
      <dgm:t>
        <a:bodyPr/>
        <a:lstStyle/>
        <a:p>
          <a:endParaRPr lang="en-GB"/>
        </a:p>
      </dgm:t>
    </dgm:pt>
    <dgm:pt modelId="{B51C27A1-5FB6-4AAF-8336-814FE1A390F3}" type="pres">
      <dgm:prSet presAssocID="{9A83142B-5340-4FA6-9E8A-805B99BA88AA}" presName="sp" presStyleCnt="0"/>
      <dgm:spPr/>
      <dgm:t>
        <a:bodyPr/>
        <a:lstStyle/>
        <a:p>
          <a:endParaRPr lang="en-GB"/>
        </a:p>
      </dgm:t>
    </dgm:pt>
    <dgm:pt modelId="{1A4A2C9F-47DA-4B43-93DD-90BC1164C14C}" type="pres">
      <dgm:prSet presAssocID="{1621C48D-8A9C-45AE-99B8-DB05FBACABC2}" presName="linNode" presStyleCnt="0"/>
      <dgm:spPr/>
      <dgm:t>
        <a:bodyPr/>
        <a:lstStyle/>
        <a:p>
          <a:endParaRPr lang="en-GB"/>
        </a:p>
      </dgm:t>
    </dgm:pt>
    <dgm:pt modelId="{3D1AB65D-813D-48D5-9F8F-2DB201CB1437}" type="pres">
      <dgm:prSet presAssocID="{1621C48D-8A9C-45AE-99B8-DB05FBACABC2}" presName="parentText" presStyleLbl="node1" presStyleIdx="1" presStyleCnt="5">
        <dgm:presLayoutVars>
          <dgm:chMax val="1"/>
          <dgm:bulletEnabled val="1"/>
        </dgm:presLayoutVars>
      </dgm:prSet>
      <dgm:spPr/>
      <dgm:t>
        <a:bodyPr/>
        <a:lstStyle/>
        <a:p>
          <a:endParaRPr lang="en-GB"/>
        </a:p>
      </dgm:t>
    </dgm:pt>
    <dgm:pt modelId="{8E7644E6-B29D-4292-ABBA-DA6F4B955786}" type="pres">
      <dgm:prSet presAssocID="{1621C48D-8A9C-45AE-99B8-DB05FBACABC2}" presName="descendantText" presStyleLbl="alignAccFollowNode1" presStyleIdx="1" presStyleCnt="5" custScaleX="180757">
        <dgm:presLayoutVars>
          <dgm:bulletEnabled val="1"/>
        </dgm:presLayoutVars>
      </dgm:prSet>
      <dgm:spPr/>
      <dgm:t>
        <a:bodyPr/>
        <a:lstStyle/>
        <a:p>
          <a:endParaRPr lang="en-GB"/>
        </a:p>
      </dgm:t>
    </dgm:pt>
    <dgm:pt modelId="{058A843F-D8C1-4BC3-B535-5E2189427D8B}" type="pres">
      <dgm:prSet presAssocID="{50E7F1BA-4A12-4C23-B0AC-6BE76217BC6F}" presName="sp" presStyleCnt="0"/>
      <dgm:spPr/>
      <dgm:t>
        <a:bodyPr/>
        <a:lstStyle/>
        <a:p>
          <a:endParaRPr lang="en-GB"/>
        </a:p>
      </dgm:t>
    </dgm:pt>
    <dgm:pt modelId="{083B4C1B-09A4-4C88-91A4-9017BDF93337}" type="pres">
      <dgm:prSet presAssocID="{4035E6F0-2653-49EC-B354-44AE1F80D034}" presName="linNode" presStyleCnt="0"/>
      <dgm:spPr/>
      <dgm:t>
        <a:bodyPr/>
        <a:lstStyle/>
        <a:p>
          <a:endParaRPr lang="en-GB"/>
        </a:p>
      </dgm:t>
    </dgm:pt>
    <dgm:pt modelId="{54B1FF44-AD08-4837-AB4F-8E3A4A3CCA5F}" type="pres">
      <dgm:prSet presAssocID="{4035E6F0-2653-49EC-B354-44AE1F80D034}" presName="parentText" presStyleLbl="node1" presStyleIdx="2" presStyleCnt="5">
        <dgm:presLayoutVars>
          <dgm:chMax val="1"/>
          <dgm:bulletEnabled val="1"/>
        </dgm:presLayoutVars>
      </dgm:prSet>
      <dgm:spPr/>
      <dgm:t>
        <a:bodyPr/>
        <a:lstStyle/>
        <a:p>
          <a:endParaRPr lang="en-GB"/>
        </a:p>
      </dgm:t>
    </dgm:pt>
    <dgm:pt modelId="{0BE12B2B-C2A9-4CDE-AE16-7EB3A5638AEA}" type="pres">
      <dgm:prSet presAssocID="{4035E6F0-2653-49EC-B354-44AE1F80D034}" presName="descendantText" presStyleLbl="alignAccFollowNode1" presStyleIdx="2" presStyleCnt="5" custScaleX="180757">
        <dgm:presLayoutVars>
          <dgm:bulletEnabled val="1"/>
        </dgm:presLayoutVars>
      </dgm:prSet>
      <dgm:spPr/>
      <dgm:t>
        <a:bodyPr/>
        <a:lstStyle/>
        <a:p>
          <a:endParaRPr lang="en-GB"/>
        </a:p>
      </dgm:t>
    </dgm:pt>
    <dgm:pt modelId="{87A7BA0E-0F8D-474B-A6F8-BF92B5D7A234}" type="pres">
      <dgm:prSet presAssocID="{525C8A4C-94AE-4899-9DB0-D0AE8B431D5B}" presName="sp" presStyleCnt="0"/>
      <dgm:spPr/>
      <dgm:t>
        <a:bodyPr/>
        <a:lstStyle/>
        <a:p>
          <a:endParaRPr lang="en-GB"/>
        </a:p>
      </dgm:t>
    </dgm:pt>
    <dgm:pt modelId="{CDDA1617-E50A-485A-8FA4-3644FA0E9E56}" type="pres">
      <dgm:prSet presAssocID="{2C66580C-F2F9-4E2C-9213-5267BCAB5A78}" presName="linNode" presStyleCnt="0"/>
      <dgm:spPr/>
    </dgm:pt>
    <dgm:pt modelId="{066EDDCC-CD9C-4833-BABA-D90596DE672F}" type="pres">
      <dgm:prSet presAssocID="{2C66580C-F2F9-4E2C-9213-5267BCAB5A78}" presName="parentText" presStyleLbl="node1" presStyleIdx="3" presStyleCnt="5">
        <dgm:presLayoutVars>
          <dgm:chMax val="1"/>
          <dgm:bulletEnabled val="1"/>
        </dgm:presLayoutVars>
      </dgm:prSet>
      <dgm:spPr/>
      <dgm:t>
        <a:bodyPr/>
        <a:lstStyle/>
        <a:p>
          <a:endParaRPr lang="en-GB"/>
        </a:p>
      </dgm:t>
    </dgm:pt>
    <dgm:pt modelId="{E3021AA5-EB3E-4DDC-BD69-C24A75E0A694}" type="pres">
      <dgm:prSet presAssocID="{2C66580C-F2F9-4E2C-9213-5267BCAB5A78}" presName="descendantText" presStyleLbl="alignAccFollowNode1" presStyleIdx="3" presStyleCnt="5" custScaleX="180757">
        <dgm:presLayoutVars>
          <dgm:bulletEnabled val="1"/>
        </dgm:presLayoutVars>
      </dgm:prSet>
      <dgm:spPr/>
      <dgm:t>
        <a:bodyPr/>
        <a:lstStyle/>
        <a:p>
          <a:endParaRPr lang="en-GB"/>
        </a:p>
      </dgm:t>
    </dgm:pt>
    <dgm:pt modelId="{FBB7272F-7C4F-49DB-B865-F793428E55A8}" type="pres">
      <dgm:prSet presAssocID="{DD5AFE6D-800C-47DF-9762-6D1774BE655D}" presName="sp" presStyleCnt="0"/>
      <dgm:spPr/>
    </dgm:pt>
    <dgm:pt modelId="{B5CDAEC5-2467-42E5-A6E6-AD5F7721EE80}" type="pres">
      <dgm:prSet presAssocID="{1F2EE405-B21B-49A8-BA4D-AAE015DE2D61}" presName="linNode" presStyleCnt="0"/>
      <dgm:spPr/>
      <dgm:t>
        <a:bodyPr/>
        <a:lstStyle/>
        <a:p>
          <a:endParaRPr lang="en-GB"/>
        </a:p>
      </dgm:t>
    </dgm:pt>
    <dgm:pt modelId="{4CA54A94-663D-48AE-8BFF-07D33868E71E}" type="pres">
      <dgm:prSet presAssocID="{1F2EE405-B21B-49A8-BA4D-AAE015DE2D61}" presName="parentText" presStyleLbl="node1" presStyleIdx="4" presStyleCnt="5">
        <dgm:presLayoutVars>
          <dgm:chMax val="1"/>
          <dgm:bulletEnabled val="1"/>
        </dgm:presLayoutVars>
      </dgm:prSet>
      <dgm:spPr/>
      <dgm:t>
        <a:bodyPr/>
        <a:lstStyle/>
        <a:p>
          <a:endParaRPr lang="en-GB"/>
        </a:p>
      </dgm:t>
    </dgm:pt>
    <dgm:pt modelId="{CA7B1EF9-D115-4F3C-92D9-1DAB56AD8AED}" type="pres">
      <dgm:prSet presAssocID="{1F2EE405-B21B-49A8-BA4D-AAE015DE2D61}" presName="descendantText" presStyleLbl="alignAccFollowNode1" presStyleIdx="4" presStyleCnt="5" custScaleX="180757">
        <dgm:presLayoutVars>
          <dgm:bulletEnabled val="1"/>
        </dgm:presLayoutVars>
      </dgm:prSet>
      <dgm:spPr/>
      <dgm:t>
        <a:bodyPr/>
        <a:lstStyle/>
        <a:p>
          <a:endParaRPr lang="en-GB"/>
        </a:p>
      </dgm:t>
    </dgm:pt>
  </dgm:ptLst>
  <dgm:cxnLst>
    <dgm:cxn modelId="{48A66117-0789-4769-9849-F01ADA7AF6FE}" type="presOf" srcId="{2C66580C-F2F9-4E2C-9213-5267BCAB5A78}" destId="{066EDDCC-CD9C-4833-BABA-D90596DE672F}" srcOrd="0" destOrd="0" presId="urn:microsoft.com/office/officeart/2005/8/layout/vList5"/>
    <dgm:cxn modelId="{852DE563-7960-46DD-BE27-2B65BFF4D304}" srcId="{4D31D397-AF17-4A89-BA02-0A545B7425FB}" destId="{1F2EE405-B21B-49A8-BA4D-AAE015DE2D61}" srcOrd="4" destOrd="0" parTransId="{21C42F44-5F1E-4C0D-9C93-45FEB5482856}" sibTransId="{2EF11422-FA49-481B-AEE0-6EFB102C731D}"/>
    <dgm:cxn modelId="{BC9972DF-53CD-43A8-88C8-750F308D503B}" srcId="{550749AD-D6A2-46E5-8AE1-37F0FB9CEF45}" destId="{F02A1940-7240-43CB-A952-0E5350D4C733}" srcOrd="0" destOrd="0" parTransId="{F7B066C8-63DE-4820-BF3B-65E1653DDCF2}" sibTransId="{939CF3E0-00E2-46C4-A10B-026525EBDCD6}"/>
    <dgm:cxn modelId="{DF010C5B-5BB9-40F8-BFC4-12CD47CD5F27}" type="presOf" srcId="{E2613F82-71CA-40FF-8DF8-71A901E33406}" destId="{E3021AA5-EB3E-4DDC-BD69-C24A75E0A694}" srcOrd="0" destOrd="0" presId="urn:microsoft.com/office/officeart/2005/8/layout/vList5"/>
    <dgm:cxn modelId="{7DE4B984-671F-4622-98DC-2A5EFE214FA3}" type="presOf" srcId="{1F2EE405-B21B-49A8-BA4D-AAE015DE2D61}" destId="{4CA54A94-663D-48AE-8BFF-07D33868E71E}" srcOrd="0" destOrd="0" presId="urn:microsoft.com/office/officeart/2005/8/layout/vList5"/>
    <dgm:cxn modelId="{A77C3ACB-33E4-4B88-881D-B44D31D76E9B}" srcId="{1F2EE405-B21B-49A8-BA4D-AAE015DE2D61}" destId="{2CE31C32-5B69-4D25-B670-0D98FA4D7C24}" srcOrd="0" destOrd="0" parTransId="{93606271-F39B-49D5-94E4-0CB8A4D9EE02}" sibTransId="{6F3C9DB6-818D-411D-9EDB-08C6FEB3875D}"/>
    <dgm:cxn modelId="{F161B9FE-4388-4AD3-B7EA-77495CDBCC17}" srcId="{2C66580C-F2F9-4E2C-9213-5267BCAB5A78}" destId="{E2613F82-71CA-40FF-8DF8-71A901E33406}" srcOrd="0" destOrd="0" parTransId="{0A77D154-C3AF-4CD9-AAD7-CDC020CC649B}" sibTransId="{81674620-4D55-4726-ABBF-46636D8D5D5C}"/>
    <dgm:cxn modelId="{3742F17C-D190-4AFA-BAAE-5C6E9A7569F7}" srcId="{4035E6F0-2653-49EC-B354-44AE1F80D034}" destId="{4C2C3EAA-0978-40AF-A1B9-D4B7F16C0776}" srcOrd="0" destOrd="0" parTransId="{1D00B73F-C32E-46B8-8280-D4C54CC7DDAE}" sibTransId="{57C5C51C-D2A7-4BD0-A7AF-FD863141CAF9}"/>
    <dgm:cxn modelId="{6831F77C-DAC5-4BE9-B9B7-CCF3C6E34C93}" srcId="{4D31D397-AF17-4A89-BA02-0A545B7425FB}" destId="{550749AD-D6A2-46E5-8AE1-37F0FB9CEF45}" srcOrd="0" destOrd="0" parTransId="{6E996B3A-B64D-4A65-A828-2CA56B357A7B}" sibTransId="{9A83142B-5340-4FA6-9E8A-805B99BA88AA}"/>
    <dgm:cxn modelId="{0ED5B981-B5EB-4F64-9DB3-37B089D84C8E}" srcId="{4D31D397-AF17-4A89-BA02-0A545B7425FB}" destId="{2C66580C-F2F9-4E2C-9213-5267BCAB5A78}" srcOrd="3" destOrd="0" parTransId="{9963F938-45C7-4022-8A90-BC3B97D3F8AA}" sibTransId="{DD5AFE6D-800C-47DF-9762-6D1774BE655D}"/>
    <dgm:cxn modelId="{2C5B9CF2-0E38-42EA-AC5D-5F673ACEBABE}" type="presOf" srcId="{4C2C3EAA-0978-40AF-A1B9-D4B7F16C0776}" destId="{0BE12B2B-C2A9-4CDE-AE16-7EB3A5638AEA}" srcOrd="0" destOrd="0" presId="urn:microsoft.com/office/officeart/2005/8/layout/vList5"/>
    <dgm:cxn modelId="{CAEF7CF9-733C-4725-A927-2150F0EA2BBB}" type="presOf" srcId="{EB542997-2A67-4CF1-BF21-44719B99A454}" destId="{8E7644E6-B29D-4292-ABBA-DA6F4B955786}" srcOrd="0" destOrd="0" presId="urn:microsoft.com/office/officeart/2005/8/layout/vList5"/>
    <dgm:cxn modelId="{1EAA1AF4-D673-421D-AC99-D95E355F9BEF}" type="presOf" srcId="{2CE31C32-5B69-4D25-B670-0D98FA4D7C24}" destId="{CA7B1EF9-D115-4F3C-92D9-1DAB56AD8AED}" srcOrd="0" destOrd="0" presId="urn:microsoft.com/office/officeart/2005/8/layout/vList5"/>
    <dgm:cxn modelId="{2E7D3B3B-D1ED-4DF3-BDAF-9B7240382695}" srcId="{1621C48D-8A9C-45AE-99B8-DB05FBACABC2}" destId="{EB542997-2A67-4CF1-BF21-44719B99A454}" srcOrd="0" destOrd="0" parTransId="{9929562A-0345-4D63-AC9A-95DE83FC784F}" sibTransId="{0491A2C1-FF85-4AC3-87AD-5E9B656FD671}"/>
    <dgm:cxn modelId="{C2A4A765-D276-44E0-8787-A84D0F51F084}" type="presOf" srcId="{550749AD-D6A2-46E5-8AE1-37F0FB9CEF45}" destId="{B9BB24FE-AFCF-45FA-99DD-C1BE473366E6}" srcOrd="0" destOrd="0" presId="urn:microsoft.com/office/officeart/2005/8/layout/vList5"/>
    <dgm:cxn modelId="{FB45639C-E107-40E5-B793-5F0F9656F0D5}" type="presOf" srcId="{4035E6F0-2653-49EC-B354-44AE1F80D034}" destId="{54B1FF44-AD08-4837-AB4F-8E3A4A3CCA5F}" srcOrd="0" destOrd="0" presId="urn:microsoft.com/office/officeart/2005/8/layout/vList5"/>
    <dgm:cxn modelId="{5536AB98-41E8-4E49-83A5-10004DD4C85E}" srcId="{4D31D397-AF17-4A89-BA02-0A545B7425FB}" destId="{4035E6F0-2653-49EC-B354-44AE1F80D034}" srcOrd="2" destOrd="0" parTransId="{A35849ED-CA84-42AE-A041-E9A3128B8DBF}" sibTransId="{525C8A4C-94AE-4899-9DB0-D0AE8B431D5B}"/>
    <dgm:cxn modelId="{5677CDBA-57CB-4941-A008-00C937F3A25F}" type="presOf" srcId="{F02A1940-7240-43CB-A952-0E5350D4C733}" destId="{35BD5E24-2069-40A0-AA2E-A131E48B6890}" srcOrd="0" destOrd="0" presId="urn:microsoft.com/office/officeart/2005/8/layout/vList5"/>
    <dgm:cxn modelId="{9FC00982-8A27-465E-A8B0-B0E86A44F3E5}" srcId="{4D31D397-AF17-4A89-BA02-0A545B7425FB}" destId="{1621C48D-8A9C-45AE-99B8-DB05FBACABC2}" srcOrd="1" destOrd="0" parTransId="{4884D407-899F-4376-AA2F-94E15526C779}" sibTransId="{50E7F1BA-4A12-4C23-B0AC-6BE76217BC6F}"/>
    <dgm:cxn modelId="{05C324BB-C0BF-4688-BFF6-F90B5CF38F7B}" type="presOf" srcId="{1621C48D-8A9C-45AE-99B8-DB05FBACABC2}" destId="{3D1AB65D-813D-48D5-9F8F-2DB201CB1437}" srcOrd="0" destOrd="0" presId="urn:microsoft.com/office/officeart/2005/8/layout/vList5"/>
    <dgm:cxn modelId="{B55D7236-8BC3-43FE-8EE8-0B2C1855A169}" type="presOf" srcId="{4D31D397-AF17-4A89-BA02-0A545B7425FB}" destId="{A9365479-5B51-41C0-BA94-8EA43C5431ED}" srcOrd="0" destOrd="0" presId="urn:microsoft.com/office/officeart/2005/8/layout/vList5"/>
    <dgm:cxn modelId="{4FDD13C6-E58F-4605-B423-8E2947A2DBB6}" type="presParOf" srcId="{A9365479-5B51-41C0-BA94-8EA43C5431ED}" destId="{0408D215-F6C1-477D-9BDB-1A88A4EA201D}" srcOrd="0" destOrd="0" presId="urn:microsoft.com/office/officeart/2005/8/layout/vList5"/>
    <dgm:cxn modelId="{0929017F-8445-488D-B06A-8A0D71E48091}" type="presParOf" srcId="{0408D215-F6C1-477D-9BDB-1A88A4EA201D}" destId="{B9BB24FE-AFCF-45FA-99DD-C1BE473366E6}" srcOrd="0" destOrd="0" presId="urn:microsoft.com/office/officeart/2005/8/layout/vList5"/>
    <dgm:cxn modelId="{3EC1875A-CB96-4700-B992-9F5B88BD1C12}" type="presParOf" srcId="{0408D215-F6C1-477D-9BDB-1A88A4EA201D}" destId="{35BD5E24-2069-40A0-AA2E-A131E48B6890}" srcOrd="1" destOrd="0" presId="urn:microsoft.com/office/officeart/2005/8/layout/vList5"/>
    <dgm:cxn modelId="{3C66D4F1-288D-4C9E-A719-60B7F7C45805}" type="presParOf" srcId="{A9365479-5B51-41C0-BA94-8EA43C5431ED}" destId="{B51C27A1-5FB6-4AAF-8336-814FE1A390F3}" srcOrd="1" destOrd="0" presId="urn:microsoft.com/office/officeart/2005/8/layout/vList5"/>
    <dgm:cxn modelId="{FFE1212D-3D7C-4F30-BB5C-00FCE18C0398}" type="presParOf" srcId="{A9365479-5B51-41C0-BA94-8EA43C5431ED}" destId="{1A4A2C9F-47DA-4B43-93DD-90BC1164C14C}" srcOrd="2" destOrd="0" presId="urn:microsoft.com/office/officeart/2005/8/layout/vList5"/>
    <dgm:cxn modelId="{CAF78964-14F4-464D-AFEE-0D83C599802F}" type="presParOf" srcId="{1A4A2C9F-47DA-4B43-93DD-90BC1164C14C}" destId="{3D1AB65D-813D-48D5-9F8F-2DB201CB1437}" srcOrd="0" destOrd="0" presId="urn:microsoft.com/office/officeart/2005/8/layout/vList5"/>
    <dgm:cxn modelId="{15F6C672-5186-473D-AD0C-8D4E9E163D54}" type="presParOf" srcId="{1A4A2C9F-47DA-4B43-93DD-90BC1164C14C}" destId="{8E7644E6-B29D-4292-ABBA-DA6F4B955786}" srcOrd="1" destOrd="0" presId="urn:microsoft.com/office/officeart/2005/8/layout/vList5"/>
    <dgm:cxn modelId="{6750230C-C005-4E36-A59D-C4CB508221FC}" type="presParOf" srcId="{A9365479-5B51-41C0-BA94-8EA43C5431ED}" destId="{058A843F-D8C1-4BC3-B535-5E2189427D8B}" srcOrd="3" destOrd="0" presId="urn:microsoft.com/office/officeart/2005/8/layout/vList5"/>
    <dgm:cxn modelId="{94C1232D-961C-4881-A562-F9982DBE6893}" type="presParOf" srcId="{A9365479-5B51-41C0-BA94-8EA43C5431ED}" destId="{083B4C1B-09A4-4C88-91A4-9017BDF93337}" srcOrd="4" destOrd="0" presId="urn:microsoft.com/office/officeart/2005/8/layout/vList5"/>
    <dgm:cxn modelId="{7108B710-735B-415F-A24C-157740F6682B}" type="presParOf" srcId="{083B4C1B-09A4-4C88-91A4-9017BDF93337}" destId="{54B1FF44-AD08-4837-AB4F-8E3A4A3CCA5F}" srcOrd="0" destOrd="0" presId="urn:microsoft.com/office/officeart/2005/8/layout/vList5"/>
    <dgm:cxn modelId="{E9D51328-E211-4A71-B39A-494323477871}" type="presParOf" srcId="{083B4C1B-09A4-4C88-91A4-9017BDF93337}" destId="{0BE12B2B-C2A9-4CDE-AE16-7EB3A5638AEA}" srcOrd="1" destOrd="0" presId="urn:microsoft.com/office/officeart/2005/8/layout/vList5"/>
    <dgm:cxn modelId="{57EAA607-2400-4E0A-BFF4-8940C0B2F214}" type="presParOf" srcId="{A9365479-5B51-41C0-BA94-8EA43C5431ED}" destId="{87A7BA0E-0F8D-474B-A6F8-BF92B5D7A234}" srcOrd="5" destOrd="0" presId="urn:microsoft.com/office/officeart/2005/8/layout/vList5"/>
    <dgm:cxn modelId="{A47F13B6-09D4-45BB-8ADA-8DD059BD0C43}" type="presParOf" srcId="{A9365479-5B51-41C0-BA94-8EA43C5431ED}" destId="{CDDA1617-E50A-485A-8FA4-3644FA0E9E56}" srcOrd="6" destOrd="0" presId="urn:microsoft.com/office/officeart/2005/8/layout/vList5"/>
    <dgm:cxn modelId="{C7CFCD80-A147-4A94-9669-5B53BE94E96E}" type="presParOf" srcId="{CDDA1617-E50A-485A-8FA4-3644FA0E9E56}" destId="{066EDDCC-CD9C-4833-BABA-D90596DE672F}" srcOrd="0" destOrd="0" presId="urn:microsoft.com/office/officeart/2005/8/layout/vList5"/>
    <dgm:cxn modelId="{9EEF70DE-207E-4653-B04C-21C7BE4D69A7}" type="presParOf" srcId="{CDDA1617-E50A-485A-8FA4-3644FA0E9E56}" destId="{E3021AA5-EB3E-4DDC-BD69-C24A75E0A694}" srcOrd="1" destOrd="0" presId="urn:microsoft.com/office/officeart/2005/8/layout/vList5"/>
    <dgm:cxn modelId="{3B85F286-7E07-4869-9459-69E29D944FCA}" type="presParOf" srcId="{A9365479-5B51-41C0-BA94-8EA43C5431ED}" destId="{FBB7272F-7C4F-49DB-B865-F793428E55A8}" srcOrd="7" destOrd="0" presId="urn:microsoft.com/office/officeart/2005/8/layout/vList5"/>
    <dgm:cxn modelId="{B47FB5E6-07C7-43E4-B281-634025A7C13B}" type="presParOf" srcId="{A9365479-5B51-41C0-BA94-8EA43C5431ED}" destId="{B5CDAEC5-2467-42E5-A6E6-AD5F7721EE80}" srcOrd="8" destOrd="0" presId="urn:microsoft.com/office/officeart/2005/8/layout/vList5"/>
    <dgm:cxn modelId="{7A443BDA-B5E1-4E87-83A5-D5A86E05274F}" type="presParOf" srcId="{B5CDAEC5-2467-42E5-A6E6-AD5F7721EE80}" destId="{4CA54A94-663D-48AE-8BFF-07D33868E71E}" srcOrd="0" destOrd="0" presId="urn:microsoft.com/office/officeart/2005/8/layout/vList5"/>
    <dgm:cxn modelId="{3242EA62-C3BD-4664-940E-24B56CBE4CFC}" type="presParOf" srcId="{B5CDAEC5-2467-42E5-A6E6-AD5F7721EE80}" destId="{CA7B1EF9-D115-4F3C-92D9-1DAB56AD8AE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992C5-F85F-4D92-9F50-5D4CB7993C3D}">
      <dsp:nvSpPr>
        <dsp:cNvPr id="0" name=""/>
        <dsp:cNvSpPr/>
      </dsp:nvSpPr>
      <dsp:spPr>
        <a:xfrm>
          <a:off x="1663823" y="1312215"/>
          <a:ext cx="1667882" cy="1442786"/>
        </a:xfrm>
        <a:prstGeom prst="hexagon">
          <a:avLst>
            <a:gd name="adj" fmla="val 28570"/>
            <a:gd name="vf" fmla="val 115470"/>
          </a:avLst>
        </a:prstGeom>
        <a:solidFill>
          <a:schemeClr val="accent2"/>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RSM Technology Consulting</a:t>
          </a:r>
          <a:endParaRPr lang="en-GB" sz="1100" b="1" kern="1200" dirty="0"/>
        </a:p>
      </dsp:txBody>
      <dsp:txXfrm>
        <a:off x="1940214" y="1551305"/>
        <a:ext cx="1115100" cy="964606"/>
      </dsp:txXfrm>
    </dsp:sp>
    <dsp:sp modelId="{7F0273A2-DFCD-4805-90AA-6F332DF2D94A}">
      <dsp:nvSpPr>
        <dsp:cNvPr id="0" name=""/>
        <dsp:cNvSpPr/>
      </dsp:nvSpPr>
      <dsp:spPr>
        <a:xfrm>
          <a:off x="2708238" y="621939"/>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6EF87B21-B1A0-4002-AFA3-083C9F025C3A}">
      <dsp:nvSpPr>
        <dsp:cNvPr id="0" name=""/>
        <dsp:cNvSpPr/>
      </dsp:nvSpPr>
      <dsp:spPr>
        <a:xfrm>
          <a:off x="1817459" y="0"/>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Digital &amp; IT strategy</a:t>
          </a:r>
          <a:endParaRPr lang="en-GB" sz="1100" b="1" kern="1200" dirty="0"/>
        </a:p>
      </dsp:txBody>
      <dsp:txXfrm>
        <a:off x="2043970" y="195959"/>
        <a:ext cx="913796" cy="790540"/>
      </dsp:txXfrm>
    </dsp:sp>
    <dsp:sp modelId="{6A8DBDD1-7785-4847-82D5-931D7F20233A}">
      <dsp:nvSpPr>
        <dsp:cNvPr id="0" name=""/>
        <dsp:cNvSpPr/>
      </dsp:nvSpPr>
      <dsp:spPr>
        <a:xfrm>
          <a:off x="3442665" y="1635591"/>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76E2DF38-CB22-4C46-8872-05CB3864CD18}">
      <dsp:nvSpPr>
        <dsp:cNvPr id="0" name=""/>
        <dsp:cNvSpPr/>
      </dsp:nvSpPr>
      <dsp:spPr>
        <a:xfrm>
          <a:off x="3050857" y="74377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System selection</a:t>
          </a:r>
          <a:endParaRPr lang="en-GB" sz="1100" b="1" kern="1200" dirty="0"/>
        </a:p>
      </dsp:txBody>
      <dsp:txXfrm>
        <a:off x="3277368" y="939733"/>
        <a:ext cx="913796" cy="790540"/>
      </dsp:txXfrm>
    </dsp:sp>
    <dsp:sp modelId="{883FFAA7-F9D3-4DF9-96C3-1A9319804CA0}">
      <dsp:nvSpPr>
        <dsp:cNvPr id="0" name=""/>
        <dsp:cNvSpPr/>
      </dsp:nvSpPr>
      <dsp:spPr>
        <a:xfrm>
          <a:off x="2932485" y="2779814"/>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30830000-A553-4E38-8C54-79420FBD7D5A}">
      <dsp:nvSpPr>
        <dsp:cNvPr id="0" name=""/>
        <dsp:cNvSpPr/>
      </dsp:nvSpPr>
      <dsp:spPr>
        <a:xfrm>
          <a:off x="3070990" y="2157061"/>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ERP &amp; accounting systems</a:t>
          </a:r>
          <a:endParaRPr lang="en-GB" sz="1100" b="1" kern="1200" dirty="0"/>
        </a:p>
      </dsp:txBody>
      <dsp:txXfrm>
        <a:off x="3297501" y="2353020"/>
        <a:ext cx="913796" cy="790540"/>
      </dsp:txXfrm>
    </dsp:sp>
    <dsp:sp modelId="{5A0E315C-977C-4ED9-AC99-F2F81A7822D6}">
      <dsp:nvSpPr>
        <dsp:cNvPr id="0" name=""/>
        <dsp:cNvSpPr/>
      </dsp:nvSpPr>
      <dsp:spPr>
        <a:xfrm>
          <a:off x="1666927" y="2898588"/>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43D9D079-435A-43E8-88F7-EFE28EA96563}">
      <dsp:nvSpPr>
        <dsp:cNvPr id="0" name=""/>
        <dsp:cNvSpPr/>
      </dsp:nvSpPr>
      <dsp:spPr>
        <a:xfrm>
          <a:off x="1817459" y="2885165"/>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IT project delivery</a:t>
          </a:r>
          <a:endParaRPr lang="en-GB" sz="1100" b="1" kern="1200" dirty="0"/>
        </a:p>
      </dsp:txBody>
      <dsp:txXfrm>
        <a:off x="2043970" y="3081124"/>
        <a:ext cx="913796" cy="790540"/>
      </dsp:txXfrm>
    </dsp:sp>
    <dsp:sp modelId="{7956F5D2-C8CC-4AA4-AB8F-DDA8C176BF24}">
      <dsp:nvSpPr>
        <dsp:cNvPr id="0" name=""/>
        <dsp:cNvSpPr/>
      </dsp:nvSpPr>
      <dsp:spPr>
        <a:xfrm>
          <a:off x="920473" y="1885343"/>
          <a:ext cx="629287" cy="542214"/>
        </a:xfrm>
        <a:prstGeom prst="hexagon">
          <a:avLst>
            <a:gd name="adj" fmla="val 28900"/>
            <a:gd name="vf" fmla="val 115470"/>
          </a:avLst>
        </a:prstGeom>
        <a:blipFill rotWithShape="0">
          <a:blip xmlns:r="http://schemas.openxmlformats.org/officeDocument/2006/relationships" r:embed="rId1">
            <a:extLst>
              <a:ext uri="{28A0092B-C50C-407E-A947-70E740481C1C}">
                <a14:useLocalDpi xmlns:a14="http://schemas.microsoft.com/office/drawing/2010/main" val="0"/>
              </a:ext>
            </a:extLst>
          </a:blip>
          <a:stretch>
            <a:fillRect/>
          </a:stretch>
        </a:blip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CEEC4E0C-101B-421D-99E0-E114E30F96D4}">
      <dsp:nvSpPr>
        <dsp:cNvPr id="0" name=""/>
        <dsp:cNvSpPr/>
      </dsp:nvSpPr>
      <dsp:spPr>
        <a:xfrm>
          <a:off x="558109" y="215787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smtClean="0">
              <a:latin typeface="Arial"/>
              <a:ea typeface="+mn-ea"/>
              <a:cs typeface="+mn-cs"/>
            </a:rPr>
            <a:t>IT risk</a:t>
          </a:r>
          <a:br>
            <a:rPr lang="en-GB" sz="1100" b="1" kern="1200" smtClean="0">
              <a:latin typeface="Arial"/>
              <a:ea typeface="+mn-ea"/>
              <a:cs typeface="+mn-cs"/>
            </a:rPr>
          </a:br>
          <a:r>
            <a:rPr lang="en-GB" sz="1100" b="1" kern="1200" smtClean="0">
              <a:latin typeface="Arial"/>
              <a:ea typeface="+mn-ea"/>
              <a:cs typeface="+mn-cs"/>
            </a:rPr>
            <a:t>and</a:t>
          </a:r>
          <a:br>
            <a:rPr lang="en-GB" sz="1100" b="1" kern="1200" smtClean="0">
              <a:latin typeface="Arial"/>
              <a:ea typeface="+mn-ea"/>
              <a:cs typeface="+mn-cs"/>
            </a:rPr>
          </a:br>
          <a:r>
            <a:rPr lang="en-GB" sz="1100" b="1" kern="1200" smtClean="0">
              <a:latin typeface="Arial"/>
              <a:ea typeface="+mn-ea"/>
              <a:cs typeface="+mn-cs"/>
            </a:rPr>
            <a:t>security</a:t>
          </a:r>
          <a:endParaRPr lang="en-GB" sz="1100" b="1" kern="1200" dirty="0"/>
        </a:p>
      </dsp:txBody>
      <dsp:txXfrm>
        <a:off x="784620" y="2353833"/>
        <a:ext cx="913796" cy="790540"/>
      </dsp:txXfrm>
    </dsp:sp>
    <dsp:sp modelId="{154188D1-8F99-4E75-90A2-D99302EB540E}">
      <dsp:nvSpPr>
        <dsp:cNvPr id="0" name=""/>
        <dsp:cNvSpPr/>
      </dsp:nvSpPr>
      <dsp:spPr>
        <a:xfrm>
          <a:off x="558109" y="72566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IT resilience</a:t>
          </a:r>
          <a:endParaRPr lang="en-GB" sz="1100" b="1" kern="1200" dirty="0"/>
        </a:p>
      </dsp:txBody>
      <dsp:txXfrm>
        <a:off x="784620" y="921623"/>
        <a:ext cx="913796" cy="7905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D5E24-2069-40A0-AA2E-A131E48B6890}">
      <dsp:nvSpPr>
        <dsp:cNvPr id="0" name=""/>
        <dsp:cNvSpPr/>
      </dsp:nvSpPr>
      <dsp:spPr>
        <a:xfrm rot="5400000">
          <a:off x="3244355" y="-1820969"/>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 Create a clear vision for how digital technology can support and drive the organisation’s corporate strategy.  This requires an understanding of the potential of new technology combined with a clearly defined commercial strategy</a:t>
          </a:r>
          <a:endParaRPr lang="en-GB" sz="1000" kern="1200" dirty="0"/>
        </a:p>
      </dsp:txBody>
      <dsp:txXfrm rot="-5400000">
        <a:off x="1351969" y="98684"/>
        <a:ext cx="4316069" cy="504028"/>
      </dsp:txXfrm>
    </dsp:sp>
    <dsp:sp modelId="{B9BB24FE-AFCF-45FA-99DD-C1BE473366E6}">
      <dsp:nvSpPr>
        <dsp:cNvPr id="0" name=""/>
        <dsp:cNvSpPr/>
      </dsp:nvSpPr>
      <dsp:spPr>
        <a:xfrm>
          <a:off x="360" y="1596"/>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Create a Digital Vision</a:t>
          </a:r>
          <a:endParaRPr lang="en-GB" sz="1100" kern="1200" dirty="0"/>
        </a:p>
      </dsp:txBody>
      <dsp:txXfrm>
        <a:off x="34443" y="35679"/>
        <a:ext cx="1283442" cy="630037"/>
      </dsp:txXfrm>
    </dsp:sp>
    <dsp:sp modelId="{8E7644E6-B29D-4292-ABBA-DA6F4B955786}">
      <dsp:nvSpPr>
        <dsp:cNvPr id="0" name=""/>
        <dsp:cNvSpPr/>
      </dsp:nvSpPr>
      <dsp:spPr>
        <a:xfrm rot="5400000">
          <a:off x="3244355" y="-1087856"/>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For digital transformation to succeed it requires full commitment from senior management across all functions.  Therefore there has to be a clear and agreed vision that transcends departmental boundaries, with a clear sponsorship structure for digital initiatives</a:t>
          </a:r>
          <a:endParaRPr lang="en-GB" sz="1000" kern="1200" dirty="0"/>
        </a:p>
      </dsp:txBody>
      <dsp:txXfrm rot="-5400000">
        <a:off x="1351969" y="831797"/>
        <a:ext cx="4316069" cy="504028"/>
      </dsp:txXfrm>
    </dsp:sp>
    <dsp:sp modelId="{3D1AB65D-813D-48D5-9F8F-2DB201CB1437}">
      <dsp:nvSpPr>
        <dsp:cNvPr id="0" name=""/>
        <dsp:cNvSpPr/>
      </dsp:nvSpPr>
      <dsp:spPr>
        <a:xfrm>
          <a:off x="360" y="734710"/>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Establish clear leadership</a:t>
          </a:r>
          <a:endParaRPr lang="en-GB" sz="1100" kern="1200" dirty="0"/>
        </a:p>
      </dsp:txBody>
      <dsp:txXfrm>
        <a:off x="34443" y="768793"/>
        <a:ext cx="1283442" cy="630037"/>
      </dsp:txXfrm>
    </dsp:sp>
    <dsp:sp modelId="{0BE12B2B-C2A9-4CDE-AE16-7EB3A5638AEA}">
      <dsp:nvSpPr>
        <dsp:cNvPr id="0" name=""/>
        <dsp:cNvSpPr/>
      </dsp:nvSpPr>
      <dsp:spPr>
        <a:xfrm rot="5400000">
          <a:off x="3244355" y="-354743"/>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Our experience tells us that the best approach to digital change is to avoid dismissing early ideas in order to generate a long-list of digital initiatives, which can then be evaluated against the Digital Vision</a:t>
          </a:r>
          <a:endParaRPr lang="en-GB" sz="1000" kern="1200" dirty="0"/>
        </a:p>
      </dsp:txBody>
      <dsp:txXfrm rot="-5400000">
        <a:off x="1351969" y="1564910"/>
        <a:ext cx="4316069" cy="504028"/>
      </dsp:txXfrm>
    </dsp:sp>
    <dsp:sp modelId="{54B1FF44-AD08-4837-AB4F-8E3A4A3CCA5F}">
      <dsp:nvSpPr>
        <dsp:cNvPr id="0" name=""/>
        <dsp:cNvSpPr/>
      </dsp:nvSpPr>
      <dsp:spPr>
        <a:xfrm>
          <a:off x="360" y="1467823"/>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Select appropriate digital technologies</a:t>
          </a:r>
          <a:endParaRPr lang="en-GB" sz="1100" kern="1200" dirty="0"/>
        </a:p>
      </dsp:txBody>
      <dsp:txXfrm>
        <a:off x="34443" y="1501906"/>
        <a:ext cx="1283442" cy="630037"/>
      </dsp:txXfrm>
    </dsp:sp>
    <dsp:sp modelId="{E3021AA5-EB3E-4DDC-BD69-C24A75E0A694}">
      <dsp:nvSpPr>
        <dsp:cNvPr id="0" name=""/>
        <dsp:cNvSpPr/>
      </dsp:nvSpPr>
      <dsp:spPr>
        <a:xfrm rot="5400000">
          <a:off x="3244355" y="378370"/>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No organisation can do everything at once.  It is vital to be realistic with digital transformation, starting with quick wins and building momentum to drive the transformation forward. </a:t>
          </a:r>
          <a:endParaRPr lang="en-GB" sz="1000" kern="1200" dirty="0"/>
        </a:p>
      </dsp:txBody>
      <dsp:txXfrm rot="-5400000">
        <a:off x="1351969" y="2298024"/>
        <a:ext cx="4316069" cy="504028"/>
      </dsp:txXfrm>
    </dsp:sp>
    <dsp:sp modelId="{066EDDCC-CD9C-4833-BABA-D90596DE672F}">
      <dsp:nvSpPr>
        <dsp:cNvPr id="0" name=""/>
        <dsp:cNvSpPr/>
      </dsp:nvSpPr>
      <dsp:spPr>
        <a:xfrm>
          <a:off x="360" y="2200936"/>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Build momentum</a:t>
          </a:r>
          <a:endParaRPr lang="en-GB" sz="1100" kern="1200" dirty="0"/>
        </a:p>
      </dsp:txBody>
      <dsp:txXfrm>
        <a:off x="34443" y="2235019"/>
        <a:ext cx="1283442" cy="630037"/>
      </dsp:txXfrm>
    </dsp:sp>
    <dsp:sp modelId="{CA7B1EF9-D115-4F3C-92D9-1DAB56AD8AED}">
      <dsp:nvSpPr>
        <dsp:cNvPr id="0" name=""/>
        <dsp:cNvSpPr/>
      </dsp:nvSpPr>
      <dsp:spPr>
        <a:xfrm rot="5400000">
          <a:off x="3244355" y="1111483"/>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Feedback and learning is key in digital transformation. As the organisation transforms, new opportunities will present themselves and an appropriate culture of continuous improvement is required, with staff acquiring new skills.</a:t>
          </a:r>
          <a:endParaRPr lang="en-GB" sz="1000" kern="1200" dirty="0"/>
        </a:p>
      </dsp:txBody>
      <dsp:txXfrm rot="-5400000">
        <a:off x="1351969" y="3031137"/>
        <a:ext cx="4316069" cy="504028"/>
      </dsp:txXfrm>
    </dsp:sp>
    <dsp:sp modelId="{4CA54A94-663D-48AE-8BFF-07D33868E71E}">
      <dsp:nvSpPr>
        <dsp:cNvPr id="0" name=""/>
        <dsp:cNvSpPr/>
      </dsp:nvSpPr>
      <dsp:spPr>
        <a:xfrm>
          <a:off x="360" y="2934049"/>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Adopt a Continuous Improvement culture</a:t>
          </a:r>
          <a:endParaRPr lang="en-GB" sz="1100" kern="1200" dirty="0"/>
        </a:p>
      </dsp:txBody>
      <dsp:txXfrm>
        <a:off x="34443" y="2968132"/>
        <a:ext cx="1283442" cy="630037"/>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2">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607" y="0"/>
            <a:ext cx="2889938" cy="493633"/>
          </a:xfrm>
          <a:prstGeom prst="rect">
            <a:avLst/>
          </a:prstGeom>
        </p:spPr>
        <p:txBody>
          <a:bodyPr vert="horz" lIns="91440" tIns="45720" rIns="91440" bIns="45720" rtlCol="0"/>
          <a:lstStyle>
            <a:lvl1pPr algn="r">
              <a:defRPr sz="1200"/>
            </a:lvl1pPr>
          </a:lstStyle>
          <a:p>
            <a:fld id="{1E473AF6-2FAB-4713-B6C6-E0386261291F}" type="datetimeFigureOut">
              <a:rPr lang="en-GB" smtClean="0"/>
              <a:t>01/07/2016</a:t>
            </a:fld>
            <a:endParaRPr lang="en-GB"/>
          </a:p>
        </p:txBody>
      </p:sp>
      <p:sp>
        <p:nvSpPr>
          <p:cNvPr id="4" name="Footer Placeholder 3"/>
          <p:cNvSpPr>
            <a:spLocks noGrp="1"/>
          </p:cNvSpPr>
          <p:nvPr>
            <p:ph type="ftr" sz="quarter" idx="2"/>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607" y="9377316"/>
            <a:ext cx="2889938" cy="493633"/>
          </a:xfrm>
          <a:prstGeom prst="rect">
            <a:avLst/>
          </a:prstGeom>
        </p:spPr>
        <p:txBody>
          <a:bodyPr vert="horz" lIns="91440" tIns="45720" rIns="91440" bIns="45720" rtlCol="0" anchor="b"/>
          <a:lstStyle>
            <a:lvl1pPr algn="r">
              <a:defRPr sz="1200"/>
            </a:lvl1pPr>
          </a:lstStyle>
          <a:p>
            <a:fld id="{6898E0F9-4544-4B83-BE12-483232559C3B}" type="slidenum">
              <a:rPr lang="en-GB" smtClean="0"/>
              <a:t>‹#›</a:t>
            </a:fld>
            <a:endParaRPr lang="en-GB"/>
          </a:p>
        </p:txBody>
      </p:sp>
    </p:spTree>
    <p:extLst>
      <p:ext uri="{BB962C8B-B14F-4D97-AF65-F5344CB8AC3E}">
        <p14:creationId xmlns:p14="http://schemas.microsoft.com/office/powerpoint/2010/main" val="845763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3633"/>
          </a:xfrm>
          <a:prstGeom prst="rect">
            <a:avLst/>
          </a:prstGeom>
        </p:spPr>
        <p:txBody>
          <a:bodyPr vert="horz" lIns="91440" tIns="45720" rIns="91440" bIns="45720" rtlCol="0"/>
          <a:lstStyle>
            <a:lvl1pPr algn="r">
              <a:defRPr sz="1200"/>
            </a:lvl1pPr>
          </a:lstStyle>
          <a:p>
            <a:fld id="{72339265-ADFC-4563-A924-76225813E49E}" type="datetimeFigureOut">
              <a:rPr lang="en-GB" smtClean="0"/>
              <a:t>01/07/2016</a:t>
            </a:fld>
            <a:endParaRPr lang="en-GB"/>
          </a:p>
        </p:txBody>
      </p:sp>
      <p:sp>
        <p:nvSpPr>
          <p:cNvPr id="4" name="Slide Image Placeholder 3"/>
          <p:cNvSpPr>
            <a:spLocks noGrp="1" noRot="1" noChangeAspect="1"/>
          </p:cNvSpPr>
          <p:nvPr>
            <p:ph type="sldImg" idx="2"/>
          </p:nvPr>
        </p:nvSpPr>
        <p:spPr>
          <a:xfrm>
            <a:off x="42863" y="739775"/>
            <a:ext cx="6583362" cy="37036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6"/>
            <a:ext cx="2889938" cy="493633"/>
          </a:xfrm>
          <a:prstGeom prst="rect">
            <a:avLst/>
          </a:prstGeom>
        </p:spPr>
        <p:txBody>
          <a:bodyPr vert="horz" lIns="91440" tIns="45720" rIns="91440" bIns="45720" rtlCol="0" anchor="b"/>
          <a:lstStyle>
            <a:lvl1pPr algn="r">
              <a:defRPr sz="1200"/>
            </a:lvl1pPr>
          </a:lstStyle>
          <a:p>
            <a:fld id="{F7D8859B-D7B2-4524-A914-23A343B7401F}" type="slidenum">
              <a:rPr lang="en-GB" smtClean="0"/>
              <a:t>‹#›</a:t>
            </a:fld>
            <a:endParaRPr lang="en-GB"/>
          </a:p>
        </p:txBody>
      </p:sp>
    </p:spTree>
    <p:extLst>
      <p:ext uri="{BB962C8B-B14F-4D97-AF65-F5344CB8AC3E}">
        <p14:creationId xmlns:p14="http://schemas.microsoft.com/office/powerpoint/2010/main" val="2295960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1</a:t>
            </a:fld>
            <a:endParaRPr lang="en-GB"/>
          </a:p>
        </p:txBody>
      </p:sp>
    </p:spTree>
    <p:extLst>
      <p:ext uri="{BB962C8B-B14F-4D97-AF65-F5344CB8AC3E}">
        <p14:creationId xmlns:p14="http://schemas.microsoft.com/office/powerpoint/2010/main" val="1627040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4</a:t>
            </a:fld>
            <a:endParaRPr lang="en-GB"/>
          </a:p>
        </p:txBody>
      </p:sp>
    </p:spTree>
    <p:extLst>
      <p:ext uri="{BB962C8B-B14F-4D97-AF65-F5344CB8AC3E}">
        <p14:creationId xmlns:p14="http://schemas.microsoft.com/office/powerpoint/2010/main" val="121607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5</a:t>
            </a:fld>
            <a:endParaRPr lang="en-GB"/>
          </a:p>
        </p:txBody>
      </p:sp>
    </p:spTree>
    <p:extLst>
      <p:ext uri="{BB962C8B-B14F-4D97-AF65-F5344CB8AC3E}">
        <p14:creationId xmlns:p14="http://schemas.microsoft.com/office/powerpoint/2010/main" val="1829921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Broader than just ERP…fits with global</a:t>
            </a:r>
            <a:r>
              <a:rPr lang="en-GB" baseline="0" dirty="0" smtClean="0"/>
              <a:t> vision &amp; market positioning.</a:t>
            </a:r>
            <a:endParaRPr lang="en-GB" dirty="0" smtClean="0"/>
          </a:p>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6</a:t>
            </a:fld>
            <a:endParaRPr lang="en-GB"/>
          </a:p>
        </p:txBody>
      </p:sp>
    </p:spTree>
    <p:extLst>
      <p:ext uri="{BB962C8B-B14F-4D97-AF65-F5344CB8AC3E}">
        <p14:creationId xmlns:p14="http://schemas.microsoft.com/office/powerpoint/2010/main" val="2535500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7</a:t>
            </a:fld>
            <a:endParaRPr lang="en-GB"/>
          </a:p>
        </p:txBody>
      </p:sp>
    </p:spTree>
    <p:extLst>
      <p:ext uri="{BB962C8B-B14F-4D97-AF65-F5344CB8AC3E}">
        <p14:creationId xmlns:p14="http://schemas.microsoft.com/office/powerpoint/2010/main" val="182992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Strategy is worth little if it cannot be operationalised …</a:t>
            </a:r>
          </a:p>
          <a:p>
            <a:r>
              <a:rPr lang="en-GB" dirty="0" smtClean="0"/>
              <a:t>Strategy horizons have shortened considerably</a:t>
            </a:r>
          </a:p>
          <a:p>
            <a:r>
              <a:rPr lang="en-GB" dirty="0" smtClean="0"/>
              <a:t>Agility</a:t>
            </a:r>
          </a:p>
          <a:p>
            <a:r>
              <a:rPr lang="en-GB" dirty="0" smtClean="0"/>
              <a:t>Collaboration</a:t>
            </a:r>
          </a:p>
          <a:p>
            <a:r>
              <a:rPr lang="en-GB" dirty="0" smtClean="0"/>
              <a:t>Don’t forget the soft side of strategy (skills, culture, </a:t>
            </a:r>
            <a:r>
              <a:rPr lang="en-GB" dirty="0" err="1" smtClean="0"/>
              <a:t>etc</a:t>
            </a:r>
            <a:r>
              <a:rPr lang="en-GB" dirty="0" smtClean="0"/>
              <a:t>)</a:t>
            </a:r>
          </a:p>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9</a:t>
            </a:fld>
            <a:endParaRPr lang="en-GB"/>
          </a:p>
        </p:txBody>
      </p:sp>
    </p:spTree>
    <p:extLst>
      <p:ext uri="{BB962C8B-B14F-4D97-AF65-F5344CB8AC3E}">
        <p14:creationId xmlns:p14="http://schemas.microsoft.com/office/powerpoint/2010/main" val="150054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10</a:t>
            </a:fld>
            <a:endParaRPr lang="en-GB"/>
          </a:p>
        </p:txBody>
      </p:sp>
    </p:spTree>
    <p:extLst>
      <p:ext uri="{BB962C8B-B14F-4D97-AF65-F5344CB8AC3E}">
        <p14:creationId xmlns:p14="http://schemas.microsoft.com/office/powerpoint/2010/main" val="42811643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ing Slide">
    <p:spTree>
      <p:nvGrpSpPr>
        <p:cNvPr id="1" name=""/>
        <p:cNvGrpSpPr/>
        <p:nvPr/>
      </p:nvGrpSpPr>
      <p:grpSpPr>
        <a:xfrm>
          <a:off x="0" y="0"/>
          <a:ext cx="0" cy="0"/>
          <a:chOff x="0" y="0"/>
          <a:chExt cx="0" cy="0"/>
        </a:xfrm>
      </p:grpSpPr>
      <p:sp>
        <p:nvSpPr>
          <p:cNvPr id="4" name="Rectangle 3"/>
          <p:cNvSpPr/>
          <p:nvPr userDrawn="1"/>
        </p:nvSpPr>
        <p:spPr>
          <a:xfrm>
            <a:off x="0" y="180000"/>
            <a:ext cx="8964000" cy="40119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 </a:t>
            </a:r>
            <a:endParaRPr lang="en-GB" dirty="0"/>
          </a:p>
        </p:txBody>
      </p:sp>
      <p:sp>
        <p:nvSpPr>
          <p:cNvPr id="3" name="TextBox 2"/>
          <p:cNvSpPr txBox="1"/>
          <p:nvPr userDrawn="1"/>
        </p:nvSpPr>
        <p:spPr>
          <a:xfrm>
            <a:off x="1058236" y="987573"/>
            <a:ext cx="5760640" cy="2123658"/>
          </a:xfrm>
          <a:prstGeom prst="rect">
            <a:avLst/>
          </a:prstGeom>
          <a:noFill/>
        </p:spPr>
        <p:txBody>
          <a:bodyPr wrap="square" rtlCol="0">
            <a:spAutoFit/>
          </a:bodyPr>
          <a:lstStyle/>
          <a:p>
            <a:r>
              <a:rPr kumimoji="0" lang="en-US" sz="4400" b="0" i="0" u="none" strike="noStrike" kern="1200" cap="none" spc="0" normalizeH="0" baseline="0" noProof="0" dirty="0" smtClean="0">
                <a:ln>
                  <a:noFill/>
                </a:ln>
                <a:solidFill>
                  <a:schemeClr val="bg1"/>
                </a:solidFill>
                <a:effectLst/>
                <a:uLnTx/>
                <a:uFillTx/>
                <a:latin typeface="+mn-lt"/>
              </a:rPr>
              <a:t>THE POWER </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OF BEING UNDERSTOOD</a:t>
            </a:r>
            <a:endParaRPr lang="en-GB" dirty="0">
              <a:solidFill>
                <a:schemeClr val="bg1"/>
              </a:solidFill>
            </a:endParaRPr>
          </a:p>
        </p:txBody>
      </p:sp>
      <p:sp>
        <p:nvSpPr>
          <p:cNvPr id="5" name="TextBox 4"/>
          <p:cNvSpPr txBox="1"/>
          <p:nvPr userDrawn="1"/>
        </p:nvSpPr>
        <p:spPr>
          <a:xfrm>
            <a:off x="1115616" y="3363838"/>
            <a:ext cx="43204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rPr>
              <a:t>AUDIT | TAX | CONSULTING</a:t>
            </a:r>
          </a:p>
        </p:txBody>
      </p:sp>
      <p:sp>
        <p:nvSpPr>
          <p:cNvPr id="9" name="Rounded Rectangle 8"/>
          <p:cNvSpPr/>
          <p:nvPr userDrawn="1"/>
        </p:nvSpPr>
        <p:spPr>
          <a:xfrm>
            <a:off x="6156176" y="3651871"/>
            <a:ext cx="1296144" cy="354305"/>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userDrawn="1"/>
        </p:nvSpPr>
        <p:spPr>
          <a:xfrm>
            <a:off x="539552" y="514231"/>
            <a:ext cx="5904656" cy="3326660"/>
          </a:xfrm>
          <a:prstGeom prst="roundRect">
            <a:avLst>
              <a:gd name="adj" fmla="val 2780"/>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userDrawn="1"/>
        </p:nvSpPr>
        <p:spPr>
          <a:xfrm>
            <a:off x="858961" y="385763"/>
            <a:ext cx="7385449" cy="2906067"/>
          </a:xfrm>
          <a:prstGeom prst="roundRect">
            <a:avLst>
              <a:gd name="adj" fmla="val 390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6164" y="4261757"/>
            <a:ext cx="1567120" cy="815342"/>
          </a:xfrm>
          <a:prstGeom prst="rect">
            <a:avLst/>
          </a:prstGeom>
        </p:spPr>
      </p:pic>
    </p:spTree>
    <p:extLst>
      <p:ext uri="{BB962C8B-B14F-4D97-AF65-F5344CB8AC3E}">
        <p14:creationId xmlns:p14="http://schemas.microsoft.com/office/powerpoint/2010/main" val="41382097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57175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8" name="Text Placeholder 7"/>
          <p:cNvSpPr>
            <a:spLocks noGrp="1"/>
          </p:cNvSpPr>
          <p:nvPr>
            <p:ph type="body" sz="quarter" idx="10" hasCustomPrompt="1"/>
          </p:nvPr>
        </p:nvSpPr>
        <p:spPr>
          <a:xfrm>
            <a:off x="468313" y="3165650"/>
            <a:ext cx="5543550" cy="342205"/>
          </a:xfrm>
          <a:prstGeom prst="rect">
            <a:avLst/>
          </a:prstGeom>
        </p:spPr>
        <p:txBody>
          <a:bodyPr>
            <a:noAutofit/>
          </a:bodyPr>
          <a:lstStyle>
            <a:lvl1pPr marL="0" indent="0">
              <a:buNone/>
              <a:defRPr sz="2400" baseline="0"/>
            </a:lvl1pPr>
          </a:lstStyle>
          <a:p>
            <a:pPr lvl="0"/>
            <a:r>
              <a:rPr lang="en-US" dirty="0" smtClean="0"/>
              <a:t>Click to edit subheading – 24pt</a:t>
            </a:r>
          </a:p>
        </p:txBody>
      </p:sp>
      <p:sp>
        <p:nvSpPr>
          <p:cNvPr id="3" name="Rectangle 2"/>
          <p:cNvSpPr/>
          <p:nvPr userDrawn="1"/>
        </p:nvSpPr>
        <p:spPr>
          <a:xfrm>
            <a:off x="1691682" y="771550"/>
            <a:ext cx="7277695" cy="14398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395537" y="771550"/>
            <a:ext cx="1224135" cy="14398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 y="771550"/>
            <a:ext cx="323528" cy="14398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1" hasCustomPrompt="1"/>
          </p:nvPr>
        </p:nvSpPr>
        <p:spPr>
          <a:xfrm>
            <a:off x="458313" y="367470"/>
            <a:ext cx="5543550" cy="404080"/>
          </a:xfrm>
          <a:prstGeom prst="rect">
            <a:avLst/>
          </a:prstGeom>
        </p:spPr>
        <p:txBody>
          <a:bodyPr anchor="ctr">
            <a:noAutofit/>
          </a:bodyPr>
          <a:lstStyle>
            <a:lvl1pPr marL="0" indent="0">
              <a:buNone/>
              <a:defRPr sz="1000" baseline="0">
                <a:solidFill>
                  <a:schemeClr val="tx2"/>
                </a:solidFill>
              </a:defRPr>
            </a:lvl1pPr>
          </a:lstStyle>
          <a:p>
            <a:pPr lvl="0"/>
            <a:r>
              <a:rPr lang="en-US" dirty="0" smtClean="0"/>
              <a:t>SERVICE LINE | DESCRIPTOR – 10PT (OPTIONAL)</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7118143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114875"/>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8" name="Text Placeholder 7"/>
          <p:cNvSpPr>
            <a:spLocks noGrp="1"/>
          </p:cNvSpPr>
          <p:nvPr>
            <p:ph type="body" sz="quarter" idx="10" hasCustomPrompt="1"/>
          </p:nvPr>
        </p:nvSpPr>
        <p:spPr>
          <a:xfrm>
            <a:off x="468313" y="3708775"/>
            <a:ext cx="5543550" cy="342205"/>
          </a:xfrm>
          <a:prstGeom prst="rect">
            <a:avLst/>
          </a:prstGeom>
        </p:spPr>
        <p:txBody>
          <a:bodyPr>
            <a:noAutofit/>
          </a:bodyPr>
          <a:lstStyle>
            <a:lvl1pPr marL="0" indent="0">
              <a:buNone/>
              <a:defRPr sz="2400" baseline="0"/>
            </a:lvl1pPr>
          </a:lstStyle>
          <a:p>
            <a:pPr lvl="0"/>
            <a:r>
              <a:rPr lang="en-US" dirty="0" smtClean="0"/>
              <a:t>Click to edit subheading – 24pt</a:t>
            </a:r>
          </a:p>
        </p:txBody>
      </p:sp>
      <p:sp>
        <p:nvSpPr>
          <p:cNvPr id="3" name="Rectangle 2"/>
          <p:cNvSpPr/>
          <p:nvPr userDrawn="1"/>
        </p:nvSpPr>
        <p:spPr>
          <a:xfrm>
            <a:off x="1691682" y="771550"/>
            <a:ext cx="7277695" cy="21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395537" y="771550"/>
            <a:ext cx="1224135" cy="21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 y="771550"/>
            <a:ext cx="323528" cy="21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1" hasCustomPrompt="1"/>
          </p:nvPr>
        </p:nvSpPr>
        <p:spPr>
          <a:xfrm>
            <a:off x="458313" y="367470"/>
            <a:ext cx="5543550" cy="404080"/>
          </a:xfrm>
          <a:prstGeom prst="rect">
            <a:avLst/>
          </a:prstGeom>
        </p:spPr>
        <p:txBody>
          <a:bodyPr anchor="ctr">
            <a:noAutofit/>
          </a:bodyPr>
          <a:lstStyle>
            <a:lvl1pPr marL="0" indent="0">
              <a:buNone/>
              <a:defRPr sz="1000" baseline="0">
                <a:solidFill>
                  <a:schemeClr val="tx2"/>
                </a:solidFill>
              </a:defRPr>
            </a:lvl1pPr>
          </a:lstStyle>
          <a:p>
            <a:pPr lvl="0"/>
            <a:r>
              <a:rPr lang="en-US" dirty="0" smtClean="0"/>
              <a:t>SERVICE LINE | DESCRIPTOR – 10PT (OPTIONAL)</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11588024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SM Title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8687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3" name="Rectangle 2"/>
          <p:cNvSpPr/>
          <p:nvPr userDrawn="1"/>
        </p:nvSpPr>
        <p:spPr>
          <a:xfrm>
            <a:off x="1691680" y="184736"/>
            <a:ext cx="7272808" cy="309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1" y="184736"/>
            <a:ext cx="323529" cy="309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395538" y="185739"/>
            <a:ext cx="1224134" cy="309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0" hasCustomPrompt="1"/>
          </p:nvPr>
        </p:nvSpPr>
        <p:spPr>
          <a:xfrm>
            <a:off x="468313" y="4080770"/>
            <a:ext cx="5543550" cy="342205"/>
          </a:xfrm>
          <a:prstGeom prst="rect">
            <a:avLst/>
          </a:prstGeom>
        </p:spPr>
        <p:txBody>
          <a:bodyPr>
            <a:noAutofit/>
          </a:bodyPr>
          <a:lstStyle>
            <a:lvl1pPr marL="0" indent="0">
              <a:buNone/>
              <a:defRPr sz="2400" baseline="0"/>
            </a:lvl1pPr>
          </a:lstStyle>
          <a:p>
            <a:pPr lvl="0"/>
            <a:r>
              <a:rPr lang="en-US" dirty="0" smtClean="0"/>
              <a:t>Click to edit subheading – 20pt</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43176562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RSM Title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8687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3" name="Rectangle 2"/>
          <p:cNvSpPr/>
          <p:nvPr userDrawn="1"/>
        </p:nvSpPr>
        <p:spPr>
          <a:xfrm>
            <a:off x="3851920" y="184736"/>
            <a:ext cx="5112568" cy="309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0" y="184736"/>
            <a:ext cx="971600" cy="309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082156" y="185739"/>
            <a:ext cx="2664822" cy="309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0" hasCustomPrompt="1"/>
          </p:nvPr>
        </p:nvSpPr>
        <p:spPr>
          <a:xfrm>
            <a:off x="468313" y="4080770"/>
            <a:ext cx="5543550" cy="342205"/>
          </a:xfrm>
          <a:prstGeom prst="rect">
            <a:avLst/>
          </a:prstGeom>
        </p:spPr>
        <p:txBody>
          <a:bodyPr>
            <a:noAutofit/>
          </a:bodyPr>
          <a:lstStyle>
            <a:lvl1pPr marL="0" indent="0">
              <a:buNone/>
              <a:defRPr sz="2400" baseline="0"/>
            </a:lvl1pPr>
          </a:lstStyle>
          <a:p>
            <a:pPr lvl="0"/>
            <a:r>
              <a:rPr lang="en-US" dirty="0" smtClean="0"/>
              <a:t>Click to edit subheading – 20pt</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21675286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SM Image Slide 2">
    <p:spTree>
      <p:nvGrpSpPr>
        <p:cNvPr id="1" name=""/>
        <p:cNvGrpSpPr/>
        <p:nvPr/>
      </p:nvGrpSpPr>
      <p:grpSpPr>
        <a:xfrm>
          <a:off x="0" y="0"/>
          <a:ext cx="0" cy="0"/>
          <a:chOff x="0" y="0"/>
          <a:chExt cx="0" cy="0"/>
        </a:xfrm>
      </p:grpSpPr>
      <p:sp>
        <p:nvSpPr>
          <p:cNvPr id="2" name="Rectangle 1"/>
          <p:cNvSpPr/>
          <p:nvPr userDrawn="1"/>
        </p:nvSpPr>
        <p:spPr>
          <a:xfrm>
            <a:off x="3851919" y="185737"/>
            <a:ext cx="5117455" cy="424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userDrawn="1"/>
        </p:nvSpPr>
        <p:spPr>
          <a:xfrm>
            <a:off x="0" y="184736"/>
            <a:ext cx="971600" cy="42449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082156" y="185738"/>
            <a:ext cx="2664822" cy="42449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27804140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SM Image Slide">
    <p:spTree>
      <p:nvGrpSpPr>
        <p:cNvPr id="1" name=""/>
        <p:cNvGrpSpPr/>
        <p:nvPr/>
      </p:nvGrpSpPr>
      <p:grpSpPr>
        <a:xfrm>
          <a:off x="0" y="0"/>
          <a:ext cx="0" cy="0"/>
          <a:chOff x="0" y="0"/>
          <a:chExt cx="0" cy="0"/>
        </a:xfrm>
      </p:grpSpPr>
      <p:sp>
        <p:nvSpPr>
          <p:cNvPr id="2" name="Rectangle 1"/>
          <p:cNvSpPr/>
          <p:nvPr userDrawn="1"/>
        </p:nvSpPr>
        <p:spPr>
          <a:xfrm>
            <a:off x="0" y="182563"/>
            <a:ext cx="8969375" cy="424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82760355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ation Slide">
    <p:spTree>
      <p:nvGrpSpPr>
        <p:cNvPr id="1" name=""/>
        <p:cNvGrpSpPr/>
        <p:nvPr/>
      </p:nvGrpSpPr>
      <p:grpSpPr>
        <a:xfrm>
          <a:off x="0" y="0"/>
          <a:ext cx="0" cy="0"/>
          <a:chOff x="0" y="0"/>
          <a:chExt cx="0" cy="0"/>
        </a:xfrm>
      </p:grpSpPr>
      <p:sp>
        <p:nvSpPr>
          <p:cNvPr id="2" name="Rectangle 1"/>
          <p:cNvSpPr/>
          <p:nvPr userDrawn="1"/>
        </p:nvSpPr>
        <p:spPr>
          <a:xfrm>
            <a:off x="0" y="182241"/>
            <a:ext cx="8969375" cy="42484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descr="Z:\RSM International\1 Design\2015\Brand\powerpoints\Quotation marks-09.png"/>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3225614" y="0"/>
            <a:ext cx="2356772" cy="1857984"/>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p:cNvSpPr>
            <a:spLocks noGrp="1"/>
          </p:cNvSpPr>
          <p:nvPr>
            <p:ph type="body" sz="quarter" idx="10" hasCustomPrompt="1"/>
          </p:nvPr>
        </p:nvSpPr>
        <p:spPr>
          <a:xfrm>
            <a:off x="1547664" y="1563639"/>
            <a:ext cx="5976938" cy="1764196"/>
          </a:xfrm>
          <a:prstGeom prst="rect">
            <a:avLst/>
          </a:prstGeom>
        </p:spPr>
        <p:txBody>
          <a:bodyPr>
            <a:normAutofit/>
          </a:bodyPr>
          <a:lstStyle>
            <a:lvl1pPr marL="0" indent="0" algn="ctr">
              <a:buNone/>
              <a:defRPr sz="2400" b="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smtClean="0"/>
              <a:t>Quotation here – 24pt</a:t>
            </a:r>
          </a:p>
        </p:txBody>
      </p:sp>
      <p:sp>
        <p:nvSpPr>
          <p:cNvPr id="7" name="Text Placeholder 6"/>
          <p:cNvSpPr>
            <a:spLocks noGrp="1"/>
          </p:cNvSpPr>
          <p:nvPr>
            <p:ph type="body" sz="quarter" idx="11" hasCustomPrompt="1"/>
          </p:nvPr>
        </p:nvSpPr>
        <p:spPr>
          <a:xfrm>
            <a:off x="2915816" y="3489723"/>
            <a:ext cx="3313112" cy="306163"/>
          </a:xfrm>
          <a:prstGeom prst="rect">
            <a:avLst/>
          </a:prstGeom>
        </p:spPr>
        <p:txBody>
          <a:bodyPr>
            <a:noAutofit/>
          </a:bodyPr>
          <a:lstStyle>
            <a:lvl1pPr marL="0" indent="0" algn="ctr">
              <a:buNone/>
              <a:defRPr sz="1800" b="1">
                <a:solidFill>
                  <a:schemeClr val="bg1"/>
                </a:solidFill>
              </a:defRPr>
            </a:lvl1pPr>
            <a:lvl2pPr marL="457200" indent="0" algn="ctr">
              <a:buNone/>
              <a:defRPr sz="1100"/>
            </a:lvl2pPr>
            <a:lvl3pPr marL="914400" indent="0" algn="ctr">
              <a:buNone/>
              <a:defRPr sz="1050"/>
            </a:lvl3pPr>
            <a:lvl4pPr marL="1371600" indent="0" algn="ctr">
              <a:buNone/>
              <a:defRPr sz="1000"/>
            </a:lvl4pPr>
            <a:lvl5pPr marL="1828800" indent="0" algn="ctr">
              <a:buNone/>
              <a:defRPr sz="1000"/>
            </a:lvl5pPr>
          </a:lstStyle>
          <a:p>
            <a:pPr lvl="0"/>
            <a:r>
              <a:rPr lang="en-US" dirty="0" smtClean="0"/>
              <a:t>Author of quote – 18pt</a:t>
            </a:r>
            <a:endParaRPr lang="en-GB" dirty="0"/>
          </a:p>
        </p:txBody>
      </p:sp>
      <p:sp>
        <p:nvSpPr>
          <p:cNvPr id="12" name="Text Placeholder 6"/>
          <p:cNvSpPr>
            <a:spLocks noGrp="1"/>
          </p:cNvSpPr>
          <p:nvPr>
            <p:ph type="body" sz="quarter" idx="12" hasCustomPrompt="1"/>
          </p:nvPr>
        </p:nvSpPr>
        <p:spPr>
          <a:xfrm>
            <a:off x="2915816" y="3795886"/>
            <a:ext cx="3313112" cy="288032"/>
          </a:xfrm>
          <a:prstGeom prst="rect">
            <a:avLst/>
          </a:prstGeom>
        </p:spPr>
        <p:txBody>
          <a:bodyPr>
            <a:noAutofit/>
          </a:bodyPr>
          <a:lstStyle>
            <a:lvl1pPr marL="0" indent="0" algn="ctr">
              <a:buNone/>
              <a:defRPr sz="1800" b="0">
                <a:solidFill>
                  <a:schemeClr val="bg1"/>
                </a:solidFill>
              </a:defRPr>
            </a:lvl1pPr>
            <a:lvl2pPr marL="457200" indent="0" algn="ctr">
              <a:buNone/>
              <a:defRPr sz="1100"/>
            </a:lvl2pPr>
            <a:lvl3pPr marL="914400" indent="0" algn="ctr">
              <a:buNone/>
              <a:defRPr sz="1050"/>
            </a:lvl3pPr>
            <a:lvl4pPr marL="1371600" indent="0" algn="ctr">
              <a:buNone/>
              <a:defRPr sz="1000"/>
            </a:lvl4pPr>
            <a:lvl5pPr marL="1828800" indent="0" algn="ctr">
              <a:buNone/>
              <a:defRPr sz="1000"/>
            </a:lvl5pPr>
          </a:lstStyle>
          <a:p>
            <a:pPr lvl="0"/>
            <a:r>
              <a:rPr lang="en-US" dirty="0" smtClean="0"/>
              <a:t>Title – 18pt</a:t>
            </a:r>
            <a:endParaRPr lang="en-GB" dirty="0"/>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10153994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8" name="Rectangle 7"/>
          <p:cNvSpPr/>
          <p:nvPr userDrawn="1"/>
        </p:nvSpPr>
        <p:spPr>
          <a:xfrm>
            <a:off x="0" y="915989"/>
            <a:ext cx="3635896" cy="3527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ontent Placeholder 33"/>
          <p:cNvSpPr>
            <a:spLocks noGrp="1"/>
          </p:cNvSpPr>
          <p:nvPr>
            <p:ph sz="quarter" idx="14" hasCustomPrompt="1"/>
          </p:nvPr>
        </p:nvSpPr>
        <p:spPr>
          <a:xfrm>
            <a:off x="314524" y="1096434"/>
            <a:ext cx="3033340" cy="3161426"/>
          </a:xfrm>
          <a:prstGeom prst="rect">
            <a:avLst/>
          </a:prstGeom>
        </p:spPr>
        <p:txBody>
          <a:bodyPr anchor="ctr">
            <a:normAutofit/>
          </a:bodyPr>
          <a:lstStyle>
            <a:lvl1pPr marL="0" indent="0" algn="ctr">
              <a:buNone/>
              <a:defRPr sz="3200" b="0" i="0" cap="none" baseline="0">
                <a:solidFill>
                  <a:schemeClr val="accent1"/>
                </a:solidFill>
              </a:defRPr>
            </a:lvl1pPr>
            <a:lvl2pPr>
              <a:defRPr sz="2000" b="1" i="0" cap="all" baseline="0">
                <a:solidFill>
                  <a:schemeClr val="accent1"/>
                </a:solidFill>
              </a:defRPr>
            </a:lvl2pPr>
            <a:lvl3pPr>
              <a:defRPr sz="2000" b="1" i="0" cap="all" baseline="0">
                <a:solidFill>
                  <a:schemeClr val="accent1"/>
                </a:solidFill>
              </a:defRPr>
            </a:lvl3pPr>
            <a:lvl4pPr>
              <a:defRPr sz="2000" b="1" i="0" cap="all" baseline="0">
                <a:solidFill>
                  <a:schemeClr val="accent1"/>
                </a:solidFill>
              </a:defRPr>
            </a:lvl4pPr>
            <a:lvl5pPr>
              <a:defRPr sz="2000" b="1" i="0" cap="all" baseline="0">
                <a:solidFill>
                  <a:schemeClr val="accent1"/>
                </a:solidFill>
              </a:defRPr>
            </a:lvl5pPr>
          </a:lstStyle>
          <a:p>
            <a:pPr lvl="0"/>
            <a:r>
              <a:rPr lang="en-US" dirty="0" smtClean="0"/>
              <a:t>Stand out fact/figure/chart</a:t>
            </a:r>
          </a:p>
        </p:txBody>
      </p:sp>
      <p:sp>
        <p:nvSpPr>
          <p:cNvPr id="21"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2" name="Straight Connector 21"/>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995936" y="771550"/>
            <a:ext cx="4968552"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Content Placeholder 2"/>
          <p:cNvSpPr>
            <a:spLocks noGrp="1"/>
          </p:cNvSpPr>
          <p:nvPr>
            <p:ph sz="quarter" idx="16"/>
          </p:nvPr>
        </p:nvSpPr>
        <p:spPr>
          <a:xfrm>
            <a:off x="3851920" y="915989"/>
            <a:ext cx="5112568" cy="3527425"/>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14004819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8" name="Rectangle 7"/>
          <p:cNvSpPr/>
          <p:nvPr userDrawn="1"/>
        </p:nvSpPr>
        <p:spPr>
          <a:xfrm>
            <a:off x="0" y="915988"/>
            <a:ext cx="8892480" cy="352797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p:cNvSpPr/>
          <p:nvPr userDrawn="1"/>
        </p:nvSpPr>
        <p:spPr>
          <a:xfrm>
            <a:off x="5652120" y="915988"/>
            <a:ext cx="3312368" cy="35279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ontent Placeholder 33"/>
          <p:cNvSpPr>
            <a:spLocks noGrp="1"/>
          </p:cNvSpPr>
          <p:nvPr>
            <p:ph sz="quarter" idx="14"/>
          </p:nvPr>
        </p:nvSpPr>
        <p:spPr>
          <a:xfrm>
            <a:off x="251520" y="1059582"/>
            <a:ext cx="5040560" cy="2376264"/>
          </a:xfrm>
          <a:prstGeom prst="rect">
            <a:avLst/>
          </a:prstGeom>
        </p:spPr>
        <p:txBody>
          <a:bodyPr anchor="ctr">
            <a:normAutofit/>
          </a:bodyPr>
          <a:lstStyle>
            <a:lvl1pPr marL="0" indent="0" algn="ctr">
              <a:buNone/>
              <a:defRPr sz="2000" b="0" i="0" cap="all" baseline="0">
                <a:solidFill>
                  <a:schemeClr val="accent1"/>
                </a:solidFill>
              </a:defRPr>
            </a:lvl1pPr>
            <a:lvl2pPr>
              <a:defRPr sz="2000" b="1" i="0" cap="all" baseline="0">
                <a:solidFill>
                  <a:schemeClr val="accent1"/>
                </a:solidFill>
              </a:defRPr>
            </a:lvl2pPr>
            <a:lvl3pPr>
              <a:defRPr sz="2000" b="1" i="0" cap="all" baseline="0">
                <a:solidFill>
                  <a:schemeClr val="accent1"/>
                </a:solidFill>
              </a:defRPr>
            </a:lvl3pPr>
            <a:lvl4pPr>
              <a:defRPr sz="2000" b="1" i="0" cap="all" baseline="0">
                <a:solidFill>
                  <a:schemeClr val="accent1"/>
                </a:solidFill>
              </a:defRPr>
            </a:lvl4pPr>
            <a:lvl5pPr>
              <a:defRPr sz="2000" b="1" i="0" cap="all" baseline="0">
                <a:solidFill>
                  <a:schemeClr val="accent1"/>
                </a:solidFill>
              </a:defRPr>
            </a:lvl5pPr>
          </a:lstStyle>
          <a:p>
            <a:pPr lvl="0"/>
            <a:r>
              <a:rPr lang="en-US" smtClean="0"/>
              <a:t>Click to edit Master text styles</a:t>
            </a:r>
          </a:p>
        </p:txBody>
      </p:sp>
      <p:sp>
        <p:nvSpPr>
          <p:cNvPr id="4" name="Text Placeholder 3"/>
          <p:cNvSpPr>
            <a:spLocks noGrp="1"/>
          </p:cNvSpPr>
          <p:nvPr>
            <p:ph type="body" sz="quarter" idx="15"/>
          </p:nvPr>
        </p:nvSpPr>
        <p:spPr>
          <a:xfrm>
            <a:off x="5796137" y="1059583"/>
            <a:ext cx="3038480" cy="3198277"/>
          </a:xfrm>
          <a:prstGeom prst="rect">
            <a:avLst/>
          </a:prstGeom>
          <a:ln>
            <a:noFill/>
          </a:ln>
        </p:spPr>
        <p:txBody>
          <a:bodyPr>
            <a:normAutofit/>
          </a:bodyPr>
          <a:lstStyle>
            <a:lvl1pPr>
              <a:spcAft>
                <a:spcPts val="600"/>
              </a:spcAft>
              <a:defRPr sz="1800" baseline="0">
                <a:solidFill>
                  <a:schemeClr val="bg1"/>
                </a:solidFill>
              </a:defRPr>
            </a:lvl1pPr>
            <a:lvl2pPr>
              <a:defRPr sz="1800" baseline="0">
                <a:solidFill>
                  <a:schemeClr val="bg1"/>
                </a:solidFill>
              </a:defRPr>
            </a:lvl2pPr>
            <a:lvl3pPr>
              <a:defRPr sz="1600" baseline="0">
                <a:solidFill>
                  <a:schemeClr val="bg1"/>
                </a:solidFill>
              </a:defRPr>
            </a:lvl3pPr>
            <a:lvl4pPr>
              <a:defRPr sz="1400" baseline="0">
                <a:solidFill>
                  <a:schemeClr val="bg1"/>
                </a:solidFill>
              </a:defRPr>
            </a:lvl4pPr>
            <a:lvl5pPr>
              <a:defRPr sz="1200" baseline="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Text Placeholder 5"/>
          <p:cNvSpPr>
            <a:spLocks noGrp="1"/>
          </p:cNvSpPr>
          <p:nvPr>
            <p:ph type="body" sz="quarter" idx="17" hasCustomPrompt="1"/>
          </p:nvPr>
        </p:nvSpPr>
        <p:spPr>
          <a:xfrm>
            <a:off x="250825" y="3579863"/>
            <a:ext cx="5041900" cy="673859"/>
          </a:xfrm>
          <a:prstGeom prst="rect">
            <a:avLst/>
          </a:prstGeom>
        </p:spPr>
        <p:txBody>
          <a:bodyPr>
            <a:normAutofit/>
          </a:bodyPr>
          <a:lstStyle>
            <a:lvl1pPr marL="0" indent="0">
              <a:spcAft>
                <a:spcPts val="1200"/>
              </a:spcAft>
              <a:buNone/>
              <a:defRPr sz="1600" baseline="0"/>
            </a:lvl1pPr>
            <a:lvl2pPr>
              <a:defRPr sz="1400" baseline="0"/>
            </a:lvl2pPr>
            <a:lvl3pPr>
              <a:defRPr sz="1400" baseline="0"/>
            </a:lvl3pPr>
            <a:lvl4pPr>
              <a:defRPr sz="1400" baseline="0"/>
            </a:lvl4pPr>
            <a:lvl5pPr>
              <a:defRPr sz="1400" baseline="0"/>
            </a:lvl5pPr>
          </a:lstStyle>
          <a:p>
            <a:pPr lvl="0"/>
            <a:r>
              <a:rPr lang="en-US" dirty="0" smtClean="0"/>
              <a:t>Paragraph/caption for object above</a:t>
            </a:r>
          </a:p>
        </p:txBody>
      </p:sp>
      <p:sp>
        <p:nvSpPr>
          <p:cNvPr id="13"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14" name="Straight Connector 13"/>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08326415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Slide 1">
    <p:spTree>
      <p:nvGrpSpPr>
        <p:cNvPr id="1" name=""/>
        <p:cNvGrpSpPr/>
        <p:nvPr/>
      </p:nvGrpSpPr>
      <p:grpSpPr>
        <a:xfrm>
          <a:off x="0" y="0"/>
          <a:ext cx="0" cy="0"/>
          <a:chOff x="0" y="0"/>
          <a:chExt cx="0" cy="0"/>
        </a:xfrm>
      </p:grpSpPr>
      <p:sp>
        <p:nvSpPr>
          <p:cNvPr id="21" name="Rectangle 20"/>
          <p:cNvSpPr/>
          <p:nvPr userDrawn="1"/>
        </p:nvSpPr>
        <p:spPr>
          <a:xfrm>
            <a:off x="0" y="915988"/>
            <a:ext cx="503040" cy="35279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p:cNvSpPr/>
          <p:nvPr userDrawn="1"/>
        </p:nvSpPr>
        <p:spPr>
          <a:xfrm>
            <a:off x="611560" y="915988"/>
            <a:ext cx="1080120" cy="35279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 Placeholder 5"/>
          <p:cNvSpPr>
            <a:spLocks noGrp="1"/>
          </p:cNvSpPr>
          <p:nvPr>
            <p:ph type="body" sz="quarter" idx="14" hasCustomPrompt="1"/>
          </p:nvPr>
        </p:nvSpPr>
        <p:spPr>
          <a:xfrm>
            <a:off x="1844080" y="915989"/>
            <a:ext cx="7120408" cy="503237"/>
          </a:xfrm>
          <a:prstGeom prst="rect">
            <a:avLst/>
          </a:prstGeom>
        </p:spPr>
        <p:txBody>
          <a:bodyPr>
            <a:noAutofit/>
          </a:bodyPr>
          <a:lstStyle>
            <a:lvl1pPr marL="0" indent="0">
              <a:buNone/>
              <a:defRPr sz="2400"/>
            </a:lvl1pPr>
          </a:lstStyle>
          <a:p>
            <a:pPr lvl="0"/>
            <a:r>
              <a:rPr lang="en-US" dirty="0" smtClean="0"/>
              <a:t>Click to edit subheading – 24pt</a:t>
            </a:r>
            <a:endParaRPr lang="en-GB" dirty="0"/>
          </a:p>
        </p:txBody>
      </p:sp>
      <p:sp>
        <p:nvSpPr>
          <p:cNvPr id="30"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31" name="Straight Connector 30"/>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3995936" y="771550"/>
            <a:ext cx="4968552"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4" name="Content Placeholder 2"/>
          <p:cNvSpPr>
            <a:spLocks noGrp="1"/>
          </p:cNvSpPr>
          <p:nvPr>
            <p:ph sz="quarter" idx="16"/>
          </p:nvPr>
        </p:nvSpPr>
        <p:spPr>
          <a:xfrm>
            <a:off x="1844080" y="1484314"/>
            <a:ext cx="7120408"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83255071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Slide 2">
    <p:spTree>
      <p:nvGrpSpPr>
        <p:cNvPr id="1" name=""/>
        <p:cNvGrpSpPr/>
        <p:nvPr/>
      </p:nvGrpSpPr>
      <p:grpSpPr>
        <a:xfrm>
          <a:off x="0" y="0"/>
          <a:ext cx="0" cy="0"/>
          <a:chOff x="0" y="0"/>
          <a:chExt cx="0" cy="0"/>
        </a:xfrm>
      </p:grpSpPr>
      <p:sp>
        <p:nvSpPr>
          <p:cNvPr id="30"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31" name="Straight Connector 30"/>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4" name="Content Placeholder 2"/>
          <p:cNvSpPr>
            <a:spLocks noGrp="1"/>
          </p:cNvSpPr>
          <p:nvPr>
            <p:ph sz="quarter" idx="16"/>
          </p:nvPr>
        </p:nvSpPr>
        <p:spPr>
          <a:xfrm>
            <a:off x="251520" y="915989"/>
            <a:ext cx="8712968" cy="3527425"/>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83319366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Slide 3">
    <p:spTree>
      <p:nvGrpSpPr>
        <p:cNvPr id="1" name=""/>
        <p:cNvGrpSpPr/>
        <p:nvPr/>
      </p:nvGrpSpPr>
      <p:grpSpPr>
        <a:xfrm>
          <a:off x="0" y="0"/>
          <a:ext cx="0" cy="0"/>
          <a:chOff x="0" y="0"/>
          <a:chExt cx="0" cy="0"/>
        </a:xfrm>
      </p:grpSpPr>
      <p:sp>
        <p:nvSpPr>
          <p:cNvPr id="22"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3" name="Straight Connector 22"/>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6" name="Text Placeholder 5"/>
          <p:cNvSpPr>
            <a:spLocks noGrp="1"/>
          </p:cNvSpPr>
          <p:nvPr>
            <p:ph type="body" sz="quarter" idx="14" hasCustomPrompt="1"/>
          </p:nvPr>
        </p:nvSpPr>
        <p:spPr>
          <a:xfrm>
            <a:off x="1024485" y="915989"/>
            <a:ext cx="7944178" cy="503237"/>
          </a:xfrm>
          <a:prstGeom prst="rect">
            <a:avLst/>
          </a:prstGeom>
        </p:spPr>
        <p:txBody>
          <a:bodyPr>
            <a:noAutofit/>
          </a:bodyPr>
          <a:lstStyle>
            <a:lvl1pPr marL="0" indent="0">
              <a:buNone/>
              <a:defRPr sz="2400"/>
            </a:lvl1pPr>
          </a:lstStyle>
          <a:p>
            <a:pPr lvl="0"/>
            <a:r>
              <a:rPr lang="en-US" dirty="0" smtClean="0"/>
              <a:t>Click to edit subheading – 24pt</a:t>
            </a:r>
            <a:endParaRPr lang="en-GB" dirty="0"/>
          </a:p>
        </p:txBody>
      </p:sp>
      <p:sp>
        <p:nvSpPr>
          <p:cNvPr id="27" name="Content Placeholder 2"/>
          <p:cNvSpPr>
            <a:spLocks noGrp="1"/>
          </p:cNvSpPr>
          <p:nvPr>
            <p:ph sz="quarter" idx="16"/>
          </p:nvPr>
        </p:nvSpPr>
        <p:spPr>
          <a:xfrm>
            <a:off x="1024403" y="1484314"/>
            <a:ext cx="7944972"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1" name="Rectangle 10"/>
          <p:cNvSpPr/>
          <p:nvPr userDrawn="1"/>
        </p:nvSpPr>
        <p:spPr>
          <a:xfrm>
            <a:off x="0" y="915988"/>
            <a:ext cx="251520" cy="35279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userDrawn="1"/>
        </p:nvSpPr>
        <p:spPr>
          <a:xfrm>
            <a:off x="316280" y="915988"/>
            <a:ext cx="626027" cy="35279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98127583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Slide 4 - with columns">
    <p:spTree>
      <p:nvGrpSpPr>
        <p:cNvPr id="1" name=""/>
        <p:cNvGrpSpPr/>
        <p:nvPr/>
      </p:nvGrpSpPr>
      <p:grpSpPr>
        <a:xfrm>
          <a:off x="0" y="0"/>
          <a:ext cx="0" cy="0"/>
          <a:chOff x="0" y="0"/>
          <a:chExt cx="0" cy="0"/>
        </a:xfrm>
      </p:grpSpPr>
      <p:sp>
        <p:nvSpPr>
          <p:cNvPr id="6" name="Rectangle 5"/>
          <p:cNvSpPr/>
          <p:nvPr userDrawn="1"/>
        </p:nvSpPr>
        <p:spPr>
          <a:xfrm>
            <a:off x="251520" y="267494"/>
            <a:ext cx="8712968" cy="5040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6"/>
          <p:cNvSpPr>
            <a:spLocks noGrp="1"/>
          </p:cNvSpPr>
          <p:nvPr>
            <p:ph type="body" sz="quarter" idx="13" hasCustomPrompt="1"/>
          </p:nvPr>
        </p:nvSpPr>
        <p:spPr>
          <a:xfrm>
            <a:off x="251520" y="357262"/>
            <a:ext cx="8640772" cy="270272"/>
          </a:xfrm>
          <a:prstGeom prst="rect">
            <a:avLst/>
          </a:prstGeom>
          <a:noFill/>
        </p:spPr>
        <p:txBody>
          <a:bodyPr anchor="ctr">
            <a:noAutofit/>
          </a:bodyPr>
          <a:lstStyle>
            <a:lvl1pPr marL="0" indent="0">
              <a:buNone/>
              <a:defRPr sz="2800" b="0" i="0" cap="none" baseline="0">
                <a:solidFill>
                  <a:schemeClr val="bg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endParaRPr lang="en-GB" dirty="0"/>
          </a:p>
        </p:txBody>
      </p:sp>
      <p:sp>
        <p:nvSpPr>
          <p:cNvPr id="12" name="Text Placeholder 5"/>
          <p:cNvSpPr>
            <a:spLocks noGrp="1"/>
          </p:cNvSpPr>
          <p:nvPr>
            <p:ph type="body" sz="quarter" idx="14" hasCustomPrompt="1"/>
          </p:nvPr>
        </p:nvSpPr>
        <p:spPr>
          <a:xfrm>
            <a:off x="251520" y="915566"/>
            <a:ext cx="8712258" cy="485775"/>
          </a:xfrm>
          <a:prstGeom prst="rect">
            <a:avLst/>
          </a:prstGeom>
        </p:spPr>
        <p:txBody>
          <a:bodyPr>
            <a:noAutofit/>
          </a:bodyPr>
          <a:lstStyle>
            <a:lvl1pPr marL="0" indent="0">
              <a:buNone/>
              <a:defRPr sz="2400">
                <a:solidFill>
                  <a:schemeClr val="accent2"/>
                </a:solidFill>
              </a:defRPr>
            </a:lvl1pPr>
          </a:lstStyle>
          <a:p>
            <a:pPr lvl="0"/>
            <a:r>
              <a:rPr lang="en-US" dirty="0" smtClean="0"/>
              <a:t>Click to edit subheading – 24pt</a:t>
            </a:r>
            <a:endParaRPr lang="en-GB" dirty="0"/>
          </a:p>
        </p:txBody>
      </p:sp>
      <p:sp>
        <p:nvSpPr>
          <p:cNvPr id="23" name="Rectangle 22"/>
          <p:cNvSpPr/>
          <p:nvPr userDrawn="1"/>
        </p:nvSpPr>
        <p:spPr>
          <a:xfrm>
            <a:off x="1141" y="267494"/>
            <a:ext cx="178371" cy="504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ontent Placeholder 2"/>
          <p:cNvSpPr>
            <a:spLocks noGrp="1"/>
          </p:cNvSpPr>
          <p:nvPr>
            <p:ph sz="quarter" idx="16"/>
          </p:nvPr>
        </p:nvSpPr>
        <p:spPr>
          <a:xfrm>
            <a:off x="251520" y="1484314"/>
            <a:ext cx="8712968" cy="2959100"/>
          </a:xfrm>
          <a:prstGeom prst="rect">
            <a:avLst/>
          </a:prstGeom>
        </p:spPr>
        <p:txBody>
          <a:bodyPr numCol="2">
            <a:no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9940305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Slide 5">
    <p:spTree>
      <p:nvGrpSpPr>
        <p:cNvPr id="1" name=""/>
        <p:cNvGrpSpPr/>
        <p:nvPr/>
      </p:nvGrpSpPr>
      <p:grpSpPr>
        <a:xfrm>
          <a:off x="0" y="0"/>
          <a:ext cx="0" cy="0"/>
          <a:chOff x="0" y="0"/>
          <a:chExt cx="0" cy="0"/>
        </a:xfrm>
      </p:grpSpPr>
      <p:sp>
        <p:nvSpPr>
          <p:cNvPr id="6" name="Rectangle 5"/>
          <p:cNvSpPr/>
          <p:nvPr userDrawn="1"/>
        </p:nvSpPr>
        <p:spPr>
          <a:xfrm>
            <a:off x="251520" y="267494"/>
            <a:ext cx="8712968" cy="5040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6"/>
          <p:cNvSpPr>
            <a:spLocks noGrp="1"/>
          </p:cNvSpPr>
          <p:nvPr>
            <p:ph type="body" sz="quarter" idx="13" hasCustomPrompt="1"/>
          </p:nvPr>
        </p:nvSpPr>
        <p:spPr>
          <a:xfrm>
            <a:off x="251520" y="357262"/>
            <a:ext cx="8640772" cy="270272"/>
          </a:xfrm>
          <a:prstGeom prst="rect">
            <a:avLst/>
          </a:prstGeom>
          <a:noFill/>
        </p:spPr>
        <p:txBody>
          <a:bodyPr anchor="ctr">
            <a:noAutofit/>
          </a:bodyPr>
          <a:lstStyle>
            <a:lvl1pPr marL="0" indent="0">
              <a:buNone/>
              <a:defRPr sz="2800" b="0" i="0" cap="none" baseline="0">
                <a:solidFill>
                  <a:schemeClr val="bg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endParaRPr lang="en-GB" dirty="0"/>
          </a:p>
        </p:txBody>
      </p:sp>
      <p:sp>
        <p:nvSpPr>
          <p:cNvPr id="12" name="Text Placeholder 5"/>
          <p:cNvSpPr>
            <a:spLocks noGrp="1"/>
          </p:cNvSpPr>
          <p:nvPr>
            <p:ph type="body" sz="quarter" idx="14" hasCustomPrompt="1"/>
          </p:nvPr>
        </p:nvSpPr>
        <p:spPr>
          <a:xfrm>
            <a:off x="251520" y="915566"/>
            <a:ext cx="8712968" cy="485775"/>
          </a:xfrm>
          <a:prstGeom prst="rect">
            <a:avLst/>
          </a:prstGeom>
        </p:spPr>
        <p:txBody>
          <a:bodyPr>
            <a:noAutofit/>
          </a:bodyPr>
          <a:lstStyle>
            <a:lvl1pPr marL="0" indent="0">
              <a:buNone/>
              <a:defRPr sz="2400">
                <a:solidFill>
                  <a:schemeClr val="accent2"/>
                </a:solidFill>
              </a:defRPr>
            </a:lvl1pPr>
          </a:lstStyle>
          <a:p>
            <a:pPr lvl="0"/>
            <a:r>
              <a:rPr lang="en-US" dirty="0" smtClean="0"/>
              <a:t>Click to edit subheading – 24pt</a:t>
            </a:r>
            <a:endParaRPr lang="en-GB" dirty="0"/>
          </a:p>
        </p:txBody>
      </p:sp>
      <p:sp>
        <p:nvSpPr>
          <p:cNvPr id="23" name="Rectangle 22"/>
          <p:cNvSpPr/>
          <p:nvPr userDrawn="1"/>
        </p:nvSpPr>
        <p:spPr>
          <a:xfrm>
            <a:off x="1141" y="267494"/>
            <a:ext cx="178371" cy="504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p:cNvSpPr>
            <a:spLocks noGrp="1"/>
          </p:cNvSpPr>
          <p:nvPr>
            <p:ph sz="quarter" idx="15"/>
          </p:nvPr>
        </p:nvSpPr>
        <p:spPr>
          <a:xfrm>
            <a:off x="4679952" y="1479551"/>
            <a:ext cx="4289425" cy="2951163"/>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4" name="Content Placeholder 2"/>
          <p:cNvSpPr>
            <a:spLocks noGrp="1"/>
          </p:cNvSpPr>
          <p:nvPr>
            <p:ph sz="quarter" idx="16"/>
          </p:nvPr>
        </p:nvSpPr>
        <p:spPr>
          <a:xfrm>
            <a:off x="251522" y="1484314"/>
            <a:ext cx="4287143"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45988394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s and Testimonials Slide">
    <p:spTree>
      <p:nvGrpSpPr>
        <p:cNvPr id="1" name=""/>
        <p:cNvGrpSpPr/>
        <p:nvPr/>
      </p:nvGrpSpPr>
      <p:grpSpPr>
        <a:xfrm>
          <a:off x="0" y="0"/>
          <a:ext cx="0" cy="0"/>
          <a:chOff x="0" y="0"/>
          <a:chExt cx="0" cy="0"/>
        </a:xfrm>
      </p:grpSpPr>
      <p:sp>
        <p:nvSpPr>
          <p:cNvPr id="2" name="Rectangle 1"/>
          <p:cNvSpPr/>
          <p:nvPr userDrawn="1"/>
        </p:nvSpPr>
        <p:spPr>
          <a:xfrm>
            <a:off x="1" y="915989"/>
            <a:ext cx="4538663" cy="3527548"/>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4679951" y="915989"/>
            <a:ext cx="4289424" cy="1943794"/>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4679950" y="3003799"/>
            <a:ext cx="4289424" cy="1439738"/>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 Placeholder 16"/>
          <p:cNvSpPr>
            <a:spLocks noGrp="1"/>
          </p:cNvSpPr>
          <p:nvPr>
            <p:ph type="body" sz="quarter" idx="13" hasCustomPrompt="1"/>
          </p:nvPr>
        </p:nvSpPr>
        <p:spPr>
          <a:xfrm>
            <a:off x="251519" y="339502"/>
            <a:ext cx="8717855"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3" name="Straight Connector 22"/>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8" name="Text Placeholder 5"/>
          <p:cNvSpPr>
            <a:spLocks noGrp="1"/>
          </p:cNvSpPr>
          <p:nvPr>
            <p:ph type="body" sz="quarter" idx="20" hasCustomPrompt="1"/>
          </p:nvPr>
        </p:nvSpPr>
        <p:spPr>
          <a:xfrm>
            <a:off x="4932365" y="3219823"/>
            <a:ext cx="3959929" cy="1007691"/>
          </a:xfrm>
          <a:prstGeom prst="rect">
            <a:avLst/>
          </a:prstGeom>
        </p:spPr>
        <p:txBody>
          <a:bodyPr anchor="ctr" anchorCtr="0">
            <a:normAutofit/>
          </a:bodyPr>
          <a:lstStyle>
            <a:lvl1pPr marL="0" indent="0">
              <a:buNone/>
              <a:defRPr sz="1600"/>
            </a:lvl1pPr>
          </a:lstStyle>
          <a:p>
            <a:pPr lvl="0"/>
            <a:r>
              <a:rPr lang="en-US" dirty="0" smtClean="0"/>
              <a:t>“Click to edit quote – 16pt”</a:t>
            </a:r>
          </a:p>
        </p:txBody>
      </p:sp>
      <p:sp>
        <p:nvSpPr>
          <p:cNvPr id="30" name="Text Placeholder 5"/>
          <p:cNvSpPr>
            <a:spLocks noGrp="1"/>
          </p:cNvSpPr>
          <p:nvPr>
            <p:ph type="body" sz="quarter" idx="22" hasCustomPrompt="1"/>
          </p:nvPr>
        </p:nvSpPr>
        <p:spPr>
          <a:xfrm>
            <a:off x="4932365" y="1131888"/>
            <a:ext cx="3959929" cy="1547875"/>
          </a:xfrm>
          <a:prstGeom prst="rect">
            <a:avLst/>
          </a:prstGeom>
        </p:spPr>
        <p:txBody>
          <a:bodyPr anchor="ctr" anchorCtr="0">
            <a:normAutofit/>
          </a:bodyPr>
          <a:lstStyle>
            <a:lvl1pPr marL="0" indent="0">
              <a:buNone/>
              <a:defRPr sz="1600"/>
            </a:lvl1pPr>
          </a:lstStyle>
          <a:p>
            <a:pPr lvl="0"/>
            <a:r>
              <a:rPr lang="en-US" dirty="0" smtClean="0"/>
              <a:t>“Click to edit quote – 16pt”</a:t>
            </a:r>
          </a:p>
        </p:txBody>
      </p:sp>
      <p:sp>
        <p:nvSpPr>
          <p:cNvPr id="31" name="Text Placeholder 5"/>
          <p:cNvSpPr>
            <a:spLocks noGrp="1"/>
          </p:cNvSpPr>
          <p:nvPr>
            <p:ph type="body" sz="quarter" idx="23" hasCustomPrompt="1"/>
          </p:nvPr>
        </p:nvSpPr>
        <p:spPr>
          <a:xfrm>
            <a:off x="468089" y="1131888"/>
            <a:ext cx="3743325" cy="3096047"/>
          </a:xfrm>
          <a:prstGeom prst="rect">
            <a:avLst/>
          </a:prstGeom>
        </p:spPr>
        <p:txBody>
          <a:bodyPr anchor="ctr" anchorCtr="0">
            <a:normAutofit/>
          </a:bodyPr>
          <a:lstStyle>
            <a:lvl1pPr marL="0" indent="0">
              <a:buNone/>
              <a:defRPr sz="1600"/>
            </a:lvl1pPr>
          </a:lstStyle>
          <a:p>
            <a:pPr lvl="0"/>
            <a:r>
              <a:rPr lang="en-US" dirty="0" smtClean="0"/>
              <a:t>“Click to edit quote – 16pt”</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71147462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7" name="Text Placeholder 16"/>
          <p:cNvSpPr>
            <a:spLocks noGrp="1"/>
          </p:cNvSpPr>
          <p:nvPr>
            <p:ph type="body" sz="quarter" idx="13" hasCustomPrompt="1"/>
          </p:nvPr>
        </p:nvSpPr>
        <p:spPr>
          <a:xfrm>
            <a:off x="251519" y="339502"/>
            <a:ext cx="8717855"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8" name="Straight Connector 7"/>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Picture Placeholder 11"/>
          <p:cNvSpPr>
            <a:spLocks noGrp="1"/>
          </p:cNvSpPr>
          <p:nvPr>
            <p:ph type="pic" sz="quarter" idx="14"/>
          </p:nvPr>
        </p:nvSpPr>
        <p:spPr>
          <a:xfrm>
            <a:off x="250827" y="1131888"/>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12" name="Rectangle 11"/>
          <p:cNvSpPr/>
          <p:nvPr userDrawn="1"/>
        </p:nvSpPr>
        <p:spPr>
          <a:xfrm>
            <a:off x="1691680" y="1131591"/>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4"/>
          <p:cNvSpPr>
            <a:spLocks noGrp="1"/>
          </p:cNvSpPr>
          <p:nvPr>
            <p:ph type="body" sz="quarter" idx="20" hasCustomPrompt="1"/>
          </p:nvPr>
        </p:nvSpPr>
        <p:spPr>
          <a:xfrm>
            <a:off x="1844081" y="1851671"/>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14" name="Text Placeholder 24"/>
          <p:cNvSpPr>
            <a:spLocks noGrp="1"/>
          </p:cNvSpPr>
          <p:nvPr>
            <p:ph type="body" sz="quarter" idx="21" hasCustomPrompt="1"/>
          </p:nvPr>
        </p:nvSpPr>
        <p:spPr>
          <a:xfrm>
            <a:off x="1844081" y="1275607"/>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15" name="Text Placeholder 24"/>
          <p:cNvSpPr>
            <a:spLocks noGrp="1"/>
          </p:cNvSpPr>
          <p:nvPr>
            <p:ph type="body" sz="quarter" idx="22" hasCustomPrompt="1"/>
          </p:nvPr>
        </p:nvSpPr>
        <p:spPr>
          <a:xfrm>
            <a:off x="1844081" y="1563639"/>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21" name="Picture Placeholder 11"/>
          <p:cNvSpPr>
            <a:spLocks noGrp="1"/>
          </p:cNvSpPr>
          <p:nvPr>
            <p:ph type="pic" sz="quarter" idx="27"/>
          </p:nvPr>
        </p:nvSpPr>
        <p:spPr>
          <a:xfrm>
            <a:off x="250827" y="3003551"/>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22" name="Rectangle 21"/>
          <p:cNvSpPr/>
          <p:nvPr userDrawn="1"/>
        </p:nvSpPr>
        <p:spPr>
          <a:xfrm>
            <a:off x="1691680" y="3003254"/>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 Placeholder 24"/>
          <p:cNvSpPr>
            <a:spLocks noGrp="1"/>
          </p:cNvSpPr>
          <p:nvPr>
            <p:ph type="body" sz="quarter" idx="28" hasCustomPrompt="1"/>
          </p:nvPr>
        </p:nvSpPr>
        <p:spPr>
          <a:xfrm>
            <a:off x="1844081" y="3723333"/>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24" name="Text Placeholder 24"/>
          <p:cNvSpPr>
            <a:spLocks noGrp="1"/>
          </p:cNvSpPr>
          <p:nvPr>
            <p:ph type="body" sz="quarter" idx="29" hasCustomPrompt="1"/>
          </p:nvPr>
        </p:nvSpPr>
        <p:spPr>
          <a:xfrm>
            <a:off x="1844081" y="3147270"/>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25" name="Text Placeholder 24"/>
          <p:cNvSpPr>
            <a:spLocks noGrp="1"/>
          </p:cNvSpPr>
          <p:nvPr>
            <p:ph type="body" sz="quarter" idx="30" hasCustomPrompt="1"/>
          </p:nvPr>
        </p:nvSpPr>
        <p:spPr>
          <a:xfrm>
            <a:off x="1844081" y="3435301"/>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31" name="Picture Placeholder 11"/>
          <p:cNvSpPr>
            <a:spLocks noGrp="1"/>
          </p:cNvSpPr>
          <p:nvPr>
            <p:ph type="pic" sz="quarter" idx="23"/>
          </p:nvPr>
        </p:nvSpPr>
        <p:spPr>
          <a:xfrm>
            <a:off x="4783885" y="1131889"/>
            <a:ext cx="1440855" cy="1440854"/>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32" name="Rectangle 31"/>
          <p:cNvSpPr/>
          <p:nvPr userDrawn="1"/>
        </p:nvSpPr>
        <p:spPr>
          <a:xfrm>
            <a:off x="6224738" y="1131591"/>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 Placeholder 24"/>
          <p:cNvSpPr>
            <a:spLocks noGrp="1"/>
          </p:cNvSpPr>
          <p:nvPr>
            <p:ph type="body" sz="quarter" idx="24" hasCustomPrompt="1"/>
          </p:nvPr>
        </p:nvSpPr>
        <p:spPr>
          <a:xfrm>
            <a:off x="6377140" y="1851671"/>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34" name="Text Placeholder 24"/>
          <p:cNvSpPr>
            <a:spLocks noGrp="1"/>
          </p:cNvSpPr>
          <p:nvPr>
            <p:ph type="body" sz="quarter" idx="25" hasCustomPrompt="1"/>
          </p:nvPr>
        </p:nvSpPr>
        <p:spPr>
          <a:xfrm>
            <a:off x="6377140" y="1275607"/>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35" name="Text Placeholder 24"/>
          <p:cNvSpPr>
            <a:spLocks noGrp="1"/>
          </p:cNvSpPr>
          <p:nvPr>
            <p:ph type="body" sz="quarter" idx="26" hasCustomPrompt="1"/>
          </p:nvPr>
        </p:nvSpPr>
        <p:spPr>
          <a:xfrm>
            <a:off x="6377140" y="1563639"/>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36" name="Picture Placeholder 11"/>
          <p:cNvSpPr>
            <a:spLocks noGrp="1"/>
          </p:cNvSpPr>
          <p:nvPr>
            <p:ph type="pic" sz="quarter" idx="31"/>
          </p:nvPr>
        </p:nvSpPr>
        <p:spPr>
          <a:xfrm>
            <a:off x="4783885" y="3003551"/>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37" name="Rectangle 36"/>
          <p:cNvSpPr/>
          <p:nvPr userDrawn="1"/>
        </p:nvSpPr>
        <p:spPr>
          <a:xfrm>
            <a:off x="6224738" y="3003254"/>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 Placeholder 24"/>
          <p:cNvSpPr>
            <a:spLocks noGrp="1"/>
          </p:cNvSpPr>
          <p:nvPr>
            <p:ph type="body" sz="quarter" idx="32" hasCustomPrompt="1"/>
          </p:nvPr>
        </p:nvSpPr>
        <p:spPr>
          <a:xfrm>
            <a:off x="6377140" y="3723333"/>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39" name="Text Placeholder 24"/>
          <p:cNvSpPr>
            <a:spLocks noGrp="1"/>
          </p:cNvSpPr>
          <p:nvPr>
            <p:ph type="body" sz="quarter" idx="33" hasCustomPrompt="1"/>
          </p:nvPr>
        </p:nvSpPr>
        <p:spPr>
          <a:xfrm>
            <a:off x="6377140" y="3147270"/>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40" name="Text Placeholder 24"/>
          <p:cNvSpPr>
            <a:spLocks noGrp="1"/>
          </p:cNvSpPr>
          <p:nvPr>
            <p:ph type="body" sz="quarter" idx="34" hasCustomPrompt="1"/>
          </p:nvPr>
        </p:nvSpPr>
        <p:spPr>
          <a:xfrm>
            <a:off x="6377140" y="3435301"/>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984922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216296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estions and Answers Slide">
    <p:spTree>
      <p:nvGrpSpPr>
        <p:cNvPr id="1" name=""/>
        <p:cNvGrpSpPr/>
        <p:nvPr/>
      </p:nvGrpSpPr>
      <p:grpSpPr>
        <a:xfrm>
          <a:off x="0" y="0"/>
          <a:ext cx="0" cy="0"/>
          <a:chOff x="0" y="0"/>
          <a:chExt cx="0" cy="0"/>
        </a:xfrm>
      </p:grpSpPr>
      <p:sp>
        <p:nvSpPr>
          <p:cNvPr id="2" name="Rectangle 1"/>
          <p:cNvSpPr/>
          <p:nvPr userDrawn="1"/>
        </p:nvSpPr>
        <p:spPr>
          <a:xfrm>
            <a:off x="0" y="185739"/>
            <a:ext cx="8964488" cy="4244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ed Rectangle 3"/>
          <p:cNvSpPr/>
          <p:nvPr userDrawn="1"/>
        </p:nvSpPr>
        <p:spPr>
          <a:xfrm>
            <a:off x="7499355" y="411510"/>
            <a:ext cx="1008112" cy="378042"/>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userDrawn="1"/>
        </p:nvSpPr>
        <p:spPr>
          <a:xfrm>
            <a:off x="1043608" y="519522"/>
            <a:ext cx="6768752" cy="3204356"/>
          </a:xfrm>
          <a:prstGeom prst="roundRect">
            <a:avLst>
              <a:gd name="adj" fmla="val 5265"/>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userDrawn="1"/>
        </p:nvSpPr>
        <p:spPr>
          <a:xfrm>
            <a:off x="467544" y="681540"/>
            <a:ext cx="6840761" cy="3402378"/>
          </a:xfrm>
          <a:prstGeom prst="roundRect">
            <a:avLst>
              <a:gd name="adj" fmla="val 437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userDrawn="1"/>
        </p:nvSpPr>
        <p:spPr>
          <a:xfrm>
            <a:off x="1331640" y="1492250"/>
            <a:ext cx="5760640" cy="1938992"/>
          </a:xfrm>
          <a:prstGeom prst="rect">
            <a:avLst/>
          </a:prstGeom>
          <a:noFill/>
        </p:spPr>
        <p:txBody>
          <a:bodyPr wrap="square" rtlCol="0">
            <a:spAutoFit/>
          </a:bodyPr>
          <a:lstStyle/>
          <a:p>
            <a:r>
              <a:rPr kumimoji="0" lang="en-US" sz="6000" b="0" i="0" u="none" strike="noStrike" kern="1200" cap="none" spc="0" normalizeH="0" baseline="0" noProof="0" dirty="0" smtClean="0">
                <a:ln>
                  <a:noFill/>
                </a:ln>
                <a:solidFill>
                  <a:schemeClr val="bg1"/>
                </a:solidFill>
                <a:effectLst/>
                <a:uLnTx/>
                <a:uFillTx/>
                <a:latin typeface="+mn-lt"/>
              </a:rPr>
              <a:t>Questions </a:t>
            </a:r>
          </a:p>
          <a:p>
            <a:r>
              <a:rPr kumimoji="0" lang="en-US" sz="6000" b="0" i="0" u="none" strike="noStrike" kern="1200" cap="none" spc="0" normalizeH="0" baseline="0" noProof="0" dirty="0" smtClean="0">
                <a:ln>
                  <a:noFill/>
                </a:ln>
                <a:solidFill>
                  <a:schemeClr val="bg1"/>
                </a:solidFill>
                <a:effectLst/>
                <a:uLnTx/>
                <a:uFillTx/>
                <a:latin typeface="+mn-lt"/>
              </a:rPr>
              <a:t>and answers?</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95363061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4" name="Rectangle 3"/>
          <p:cNvSpPr/>
          <p:nvPr userDrawn="1"/>
        </p:nvSpPr>
        <p:spPr>
          <a:xfrm>
            <a:off x="-1" y="185738"/>
            <a:ext cx="8969375" cy="42449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userDrawn="1"/>
        </p:nvSpPr>
        <p:spPr>
          <a:xfrm>
            <a:off x="1058236" y="987573"/>
            <a:ext cx="5760640" cy="2123658"/>
          </a:xfrm>
          <a:prstGeom prst="rect">
            <a:avLst/>
          </a:prstGeom>
          <a:noFill/>
        </p:spPr>
        <p:txBody>
          <a:bodyPr wrap="square" rtlCol="0">
            <a:spAutoFit/>
          </a:bodyPr>
          <a:lstStyle/>
          <a:p>
            <a:r>
              <a:rPr kumimoji="0" lang="en-US" sz="4400" b="0" i="0" u="none" strike="noStrike" kern="1200" cap="none" spc="0" normalizeH="0" baseline="0" noProof="0" dirty="0" smtClean="0">
                <a:ln>
                  <a:noFill/>
                </a:ln>
                <a:solidFill>
                  <a:schemeClr val="bg1"/>
                </a:solidFill>
                <a:effectLst/>
                <a:uLnTx/>
                <a:uFillTx/>
                <a:latin typeface="+mn-lt"/>
              </a:rPr>
              <a:t>Thank you</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for your time</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and attention</a:t>
            </a:r>
          </a:p>
        </p:txBody>
      </p:sp>
      <p:sp>
        <p:nvSpPr>
          <p:cNvPr id="9" name="Rounded Rectangle 8"/>
          <p:cNvSpPr/>
          <p:nvPr userDrawn="1"/>
        </p:nvSpPr>
        <p:spPr>
          <a:xfrm>
            <a:off x="6156176" y="3651870"/>
            <a:ext cx="1296144" cy="378042"/>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userDrawn="1"/>
        </p:nvSpPr>
        <p:spPr>
          <a:xfrm>
            <a:off x="539552" y="514231"/>
            <a:ext cx="5904656" cy="3326660"/>
          </a:xfrm>
          <a:prstGeom prst="roundRect">
            <a:avLst>
              <a:gd name="adj" fmla="val 2780"/>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userDrawn="1"/>
        </p:nvSpPr>
        <p:spPr>
          <a:xfrm>
            <a:off x="858961" y="303498"/>
            <a:ext cx="7385449" cy="2988332"/>
          </a:xfrm>
          <a:prstGeom prst="roundRect">
            <a:avLst>
              <a:gd name="adj" fmla="val 390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31231735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51870"/>
            <a:ext cx="8229600" cy="540060"/>
          </a:xfrm>
          <a:prstGeom prst="rect">
            <a:avLst/>
          </a:prstGeom>
        </p:spPr>
        <p:txBody>
          <a:bodyPr>
            <a:noAutofit/>
          </a:bodyPr>
          <a:lstStyle>
            <a:lvl1pPr algn="l">
              <a:defRPr sz="2800" b="0" i="0" cap="all" baseline="0">
                <a:solidFill>
                  <a:schemeClr val="accent2"/>
                </a:solidFill>
              </a:defRPr>
            </a:lvl1pPr>
          </a:lstStyle>
          <a:p>
            <a:r>
              <a:rPr lang="en-US" dirty="0" smtClean="0"/>
              <a:t>Click to edit heading – 28pt</a:t>
            </a:r>
            <a:endParaRPr lang="en-GB" dirty="0"/>
          </a:p>
        </p:txBody>
      </p:sp>
      <p:sp>
        <p:nvSpPr>
          <p:cNvPr id="8" name="Text Placeholder 7"/>
          <p:cNvSpPr>
            <a:spLocks noGrp="1"/>
          </p:cNvSpPr>
          <p:nvPr>
            <p:ph type="body" sz="quarter" idx="10" hasCustomPrompt="1"/>
          </p:nvPr>
        </p:nvSpPr>
        <p:spPr>
          <a:xfrm>
            <a:off x="468313" y="4245770"/>
            <a:ext cx="5543550" cy="342205"/>
          </a:xfrm>
          <a:prstGeom prst="rect">
            <a:avLst/>
          </a:prstGeom>
        </p:spPr>
        <p:txBody>
          <a:bodyPr>
            <a:noAutofit/>
          </a:bodyPr>
          <a:lstStyle>
            <a:lvl1pPr marL="0" indent="0">
              <a:buNone/>
              <a:defRPr sz="2000" baseline="0"/>
            </a:lvl1pPr>
          </a:lstStyle>
          <a:p>
            <a:pPr lvl="0"/>
            <a:r>
              <a:rPr lang="en-US" dirty="0" smtClean="0"/>
              <a:t>Click to edit subheading – 20pt</a:t>
            </a:r>
          </a:p>
        </p:txBody>
      </p:sp>
      <p:sp>
        <p:nvSpPr>
          <p:cNvPr id="10" name="Picture Placeholder 9"/>
          <p:cNvSpPr>
            <a:spLocks noGrp="1"/>
          </p:cNvSpPr>
          <p:nvPr>
            <p:ph type="pic" sz="quarter" idx="11"/>
          </p:nvPr>
        </p:nvSpPr>
        <p:spPr>
          <a:xfrm>
            <a:off x="0" y="195487"/>
            <a:ext cx="8964488" cy="3294236"/>
          </a:xfrm>
          <a:prstGeom prst="rect">
            <a:avLst/>
          </a:prstGeom>
        </p:spPr>
        <p:txBody>
          <a:bodyPr/>
          <a:lstStyle/>
          <a:p>
            <a:r>
              <a:rPr lang="en-US" smtClean="0"/>
              <a:t>Click icon to add picture</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73681164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480884"/>
      </p:ext>
    </p:extLst>
  </p:cSld>
  <p:clrMap bg1="lt1" tx1="dk1" bg2="lt2" tx2="dk2" accent1="accent1" accent2="accent2" accent3="accent3" accent4="accent4" accent5="accent5" accent6="accent6" hlink="hlink" folHlink="folHlink"/>
  <p:sldLayoutIdLst>
    <p:sldLayoutId id="2147483663" r:id="rId1"/>
    <p:sldLayoutId id="2147483654" r:id="rId2"/>
    <p:sldLayoutId id="2147483679" r:id="rId3"/>
    <p:sldLayoutId id="2147483667" r:id="rId4"/>
    <p:sldLayoutId id="2147483680" r:id="rId5"/>
    <p:sldLayoutId id="2147483676" r:id="rId6"/>
    <p:sldLayoutId id="2147483664" r:id="rId7"/>
    <p:sldLayoutId id="2147483665" r:id="rId8"/>
    <p:sldLayoutId id="2147483656" r:id="rId9"/>
    <p:sldLayoutId id="2147483661" r:id="rId10"/>
    <p:sldLayoutId id="2147483660" r:id="rId11"/>
    <p:sldLayoutId id="2147483674" r:id="rId12"/>
    <p:sldLayoutId id="2147483668" r:id="rId13"/>
    <p:sldLayoutId id="2147483669" r:id="rId14"/>
    <p:sldLayoutId id="2147483670" r:id="rId15"/>
    <p:sldLayoutId id="2147483675" r:id="rId16"/>
    <p:sldLayoutId id="2147483678" r:id="rId17"/>
    <p:sldLayoutId id="2147483677" r:id="rId18"/>
    <p:sldLayoutId id="2147483671" r:id="rId19"/>
    <p:sldLayoutId id="2147483672" r:id="rId20"/>
    <p:sldLayoutId id="2147483681" r:id="rId2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jpeg"/><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6.jpeg"/><Relationship Id="rId7"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14.xml"/><Relationship Id="rId6" Type="http://schemas.openxmlformats.org/officeDocument/2006/relationships/hyperlink" Target="http://www.google.co.uk/url?sa=i&amp;rct=j&amp;q=&amp;esrc=s&amp;frm=1&amp;source=images&amp;cd=&amp;cad=rja&amp;uact=8&amp;docid=PbLkAV8GE-iUXM&amp;tbnid=vkEC8c3eeFUIOM:&amp;ved=0CAUQjRw&amp;url=http://geekyfanboy.blogspot.com/2014/01/moving-in-day-7-internet-pga.html&amp;ei=r-6KU9L8Ic6a0QWf-ICIAg&amp;bvm=bv.67720277,d.ZWU&amp;psig=AFQjCNENEDj16G5sPZQsAVEhuTK5snBBnw&amp;ust=1401700289108580" TargetMode="External"/><Relationship Id="rId5" Type="http://schemas.microsoft.com/office/2007/relationships/hdphoto" Target="../media/hdphoto1.wdp"/><Relationship Id="rId4" Type="http://schemas.openxmlformats.org/officeDocument/2006/relationships/image" Target="../media/image7.jpeg"/><Relationship Id="rId9" Type="http://schemas.openxmlformats.org/officeDocument/2006/relationships/image" Target="../media/image9.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919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smtClean="0"/>
              <a:t>Roger Lovis</a:t>
            </a:r>
            <a:endParaRPr lang="en-GB" dirty="0"/>
          </a:p>
        </p:txBody>
      </p:sp>
      <p:graphicFrame>
        <p:nvGraphicFramePr>
          <p:cNvPr id="29" name="Diagram 28"/>
          <p:cNvGraphicFramePr/>
          <p:nvPr>
            <p:extLst>
              <p:ext uri="{D42A27DB-BD31-4B8C-83A1-F6EECF244321}">
                <p14:modId xmlns:p14="http://schemas.microsoft.com/office/powerpoint/2010/main" val="67361087"/>
              </p:ext>
            </p:extLst>
          </p:nvPr>
        </p:nvGraphicFramePr>
        <p:xfrm>
          <a:off x="3649113" y="872042"/>
          <a:ext cx="4995918" cy="4067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1" name="Text Placeholder 5"/>
          <p:cNvSpPr>
            <a:spLocks noGrp="1"/>
          </p:cNvSpPr>
          <p:nvPr>
            <p:ph type="body" sz="quarter" idx="14"/>
          </p:nvPr>
        </p:nvSpPr>
        <p:spPr>
          <a:xfrm>
            <a:off x="866775" y="2877503"/>
            <a:ext cx="1967865" cy="810203"/>
          </a:xfrm>
          <a:ln>
            <a:noFill/>
          </a:ln>
        </p:spPr>
        <p:txBody>
          <a:bodyPr/>
          <a:lstStyle/>
          <a:p>
            <a:pPr lvl="0"/>
            <a:r>
              <a:rPr lang="en-US" sz="1000" b="1" dirty="0" smtClean="0">
                <a:solidFill>
                  <a:schemeClr val="accent1"/>
                </a:solidFill>
              </a:rPr>
              <a:t>Roger Lovis</a:t>
            </a:r>
          </a:p>
          <a:p>
            <a:pPr lvl="0"/>
            <a:r>
              <a:rPr lang="en-US" sz="1000" dirty="0" smtClean="0">
                <a:solidFill>
                  <a:schemeClr val="accent2"/>
                </a:solidFill>
              </a:rPr>
              <a:t>Partner, Technology Consulting</a:t>
            </a:r>
          </a:p>
          <a:p>
            <a:pPr lvl="0"/>
            <a:r>
              <a:rPr lang="en-US" sz="1000" dirty="0"/>
              <a:t>r</a:t>
            </a:r>
            <a:r>
              <a:rPr lang="en-US" sz="1000" dirty="0" smtClean="0">
                <a:solidFill>
                  <a:schemeClr val="accent2"/>
                </a:solidFill>
              </a:rPr>
              <a:t>oger.lovis@rsmuk.com</a:t>
            </a:r>
          </a:p>
          <a:p>
            <a:pPr lvl="0"/>
            <a:r>
              <a:rPr lang="en-US" sz="1000" dirty="0" smtClean="0">
                <a:solidFill>
                  <a:schemeClr val="accent2"/>
                </a:solidFill>
              </a:rPr>
              <a:t>T: (0)7976 855126</a:t>
            </a:r>
            <a:endParaRPr lang="en-US" sz="1000" dirty="0">
              <a:solidFill>
                <a:schemeClr val="accent2"/>
              </a:solidFill>
            </a:endParaRP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7775" t="6491" r="3229" b="6491"/>
          <a:stretch/>
        </p:blipFill>
        <p:spPr>
          <a:xfrm>
            <a:off x="874395" y="1419225"/>
            <a:ext cx="1409700" cy="1409700"/>
          </a:xfrm>
          <a:prstGeom prst="rect">
            <a:avLst/>
          </a:prstGeom>
          <a:ln>
            <a:noFill/>
          </a:ln>
        </p:spPr>
      </p:pic>
      <p:sp>
        <p:nvSpPr>
          <p:cNvPr id="6" name="Rectangle 5"/>
          <p:cNvSpPr/>
          <p:nvPr/>
        </p:nvSpPr>
        <p:spPr bwMode="auto">
          <a:xfrm>
            <a:off x="874395" y="2828924"/>
            <a:ext cx="1409699" cy="45719"/>
          </a:xfrm>
          <a:prstGeom prst="rect">
            <a:avLst/>
          </a:prstGeom>
          <a:solidFill>
            <a:schemeClr val="accent1"/>
          </a:solidFill>
          <a:ln w="9525" cap="flat" cmpd="sng" algn="ctr">
            <a:no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0" marR="0" indent="0" algn="ctr" defTabSz="914400" rtl="0" eaLnBrk="1" fontAlgn="base" latinLnBrk="0" hangingPunct="1">
              <a:lnSpc>
                <a:spcPct val="110000"/>
              </a:lnSpc>
              <a:spcBef>
                <a:spcPct val="50000"/>
              </a:spcBef>
              <a:spcAft>
                <a:spcPct val="20000"/>
              </a:spcAft>
              <a:buClrTx/>
              <a:buSzTx/>
              <a:buFont typeface="Arial" charset="0"/>
              <a:buNone/>
              <a:tabLst/>
            </a:pPr>
            <a:endParaRPr kumimoji="0" lang="en-GB" sz="10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439276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smtClean="0"/>
              <a:t>What’s going on out there?</a:t>
            </a:r>
            <a:endParaRPr lang="en-GB" dirty="0"/>
          </a:p>
        </p:txBody>
      </p:sp>
      <p:cxnSp>
        <p:nvCxnSpPr>
          <p:cNvPr id="70" name="Straight Connector 69"/>
          <p:cNvCxnSpPr/>
          <p:nvPr/>
        </p:nvCxnSpPr>
        <p:spPr bwMode="auto">
          <a:xfrm flipV="1">
            <a:off x="3149288" y="4008590"/>
            <a:ext cx="708578" cy="4738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1" name="Straight Connector 70"/>
          <p:cNvCxnSpPr/>
          <p:nvPr/>
        </p:nvCxnSpPr>
        <p:spPr bwMode="auto">
          <a:xfrm flipH="1" flipV="1">
            <a:off x="2077644" y="1855537"/>
            <a:ext cx="1193399" cy="5521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2" name="Straight Connector 71"/>
          <p:cNvCxnSpPr/>
          <p:nvPr/>
        </p:nvCxnSpPr>
        <p:spPr bwMode="auto">
          <a:xfrm flipH="1">
            <a:off x="1838325" y="3234710"/>
            <a:ext cx="1432719" cy="0"/>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3" name="Straight Connector 72"/>
          <p:cNvCxnSpPr/>
          <p:nvPr/>
        </p:nvCxnSpPr>
        <p:spPr bwMode="auto">
          <a:xfrm flipH="1">
            <a:off x="5861847" y="1855537"/>
            <a:ext cx="1105424" cy="552152"/>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4" name="Straight Connector 73"/>
          <p:cNvCxnSpPr/>
          <p:nvPr/>
        </p:nvCxnSpPr>
        <p:spPr bwMode="auto">
          <a:xfrm flipH="1">
            <a:off x="5861846" y="3234711"/>
            <a:ext cx="1148780" cy="0"/>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pic>
        <p:nvPicPr>
          <p:cNvPr id="75" name="Picture 74" descr="mobility.jpg"/>
          <p:cNvPicPr>
            <a:picLocks noChangeAspect="1"/>
          </p:cNvPicPr>
          <p:nvPr/>
        </p:nvPicPr>
        <p:blipFill>
          <a:blip r:embed="rId2" cstate="screen">
            <a:duotone>
              <a:srgbClr val="8064A2">
                <a:shade val="45000"/>
                <a:satMod val="135000"/>
              </a:srgbClr>
              <a:prstClr val="white"/>
            </a:duotone>
          </a:blip>
          <a:srcRect/>
          <a:stretch>
            <a:fillRect/>
          </a:stretch>
        </p:blipFill>
        <p:spPr>
          <a:xfrm>
            <a:off x="509066" y="2945434"/>
            <a:ext cx="988077" cy="1537009"/>
          </a:xfrm>
          <a:prstGeom prst="rect">
            <a:avLst/>
          </a:prstGeom>
        </p:spPr>
      </p:pic>
      <p:pic>
        <p:nvPicPr>
          <p:cNvPr id="76" name="Picture 75" descr="Social media.jpg"/>
          <p:cNvPicPr>
            <a:picLocks noChangeAspect="1"/>
          </p:cNvPicPr>
          <p:nvPr/>
        </p:nvPicPr>
        <p:blipFill>
          <a:blip r:embed="rId3" cstate="screen">
            <a:duotone>
              <a:srgbClr val="8064A2">
                <a:shade val="45000"/>
                <a:satMod val="135000"/>
              </a:srgbClr>
              <a:prstClr val="white"/>
            </a:duotone>
          </a:blip>
          <a:srcRect/>
          <a:stretch>
            <a:fillRect/>
          </a:stretch>
        </p:blipFill>
        <p:spPr>
          <a:xfrm>
            <a:off x="6926262" y="2839453"/>
            <a:ext cx="1781192" cy="1159846"/>
          </a:xfrm>
          <a:prstGeom prst="rect">
            <a:avLst/>
          </a:prstGeom>
        </p:spPr>
      </p:pic>
      <p:pic>
        <p:nvPicPr>
          <p:cNvPr id="77" name="Picture 76" descr="Big data.jpg"/>
          <p:cNvPicPr>
            <a:picLocks noChangeAspect="1"/>
          </p:cNvPicPr>
          <p:nvPr/>
        </p:nvPicPr>
        <p:blipFill>
          <a:blip r:embed="rId4" cstate="screen">
            <a:duotone>
              <a:srgbClr val="8064A2">
                <a:shade val="45000"/>
                <a:satMod val="135000"/>
              </a:srgbClr>
              <a:prstClr val="white"/>
            </a:duotone>
            <a:extLst>
              <a:ext uri="{BEBA8EAE-BF5A-486C-A8C5-ECC9F3942E4B}">
                <a14:imgProps xmlns:a14="http://schemas.microsoft.com/office/drawing/2010/main">
                  <a14:imgLayer r:embed="rId5">
                    <a14:imgEffect>
                      <a14:artisticPhotocopy/>
                    </a14:imgEffect>
                  </a14:imgLayer>
                </a14:imgProps>
              </a:ext>
            </a:extLst>
          </a:blip>
          <a:srcRect/>
          <a:stretch>
            <a:fillRect/>
          </a:stretch>
        </p:blipFill>
        <p:spPr>
          <a:xfrm>
            <a:off x="611558" y="1162734"/>
            <a:ext cx="1360323" cy="1260788"/>
          </a:xfrm>
          <a:prstGeom prst="rect">
            <a:avLst/>
          </a:prstGeom>
        </p:spPr>
      </p:pic>
      <p:sp>
        <p:nvSpPr>
          <p:cNvPr id="78" name="TextBox 77"/>
          <p:cNvSpPr txBox="1"/>
          <p:nvPr/>
        </p:nvSpPr>
        <p:spPr>
          <a:xfrm>
            <a:off x="216114" y="887782"/>
            <a:ext cx="2286000" cy="369332"/>
          </a:xfrm>
          <a:prstGeom prst="rect">
            <a:avLst/>
          </a:prstGeom>
          <a:noFill/>
        </p:spPr>
        <p:txBody>
          <a:bodyPr wrap="square" rtlCol="0">
            <a:spAutoFit/>
          </a:bodyPr>
          <a:lstStyle/>
          <a:p>
            <a:pPr algn="ctr">
              <a:defRPr/>
            </a:pPr>
            <a:r>
              <a:rPr lang="en-US" b="1" kern="0" dirty="0" smtClean="0">
                <a:latin typeface="Calibri"/>
              </a:rPr>
              <a:t>Big Data &amp; Analy</a:t>
            </a:r>
            <a:r>
              <a:rPr lang="en-US" b="1" kern="0" dirty="0" smtClean="0">
                <a:solidFill>
                  <a:sysClr val="windowText" lastClr="000000"/>
                </a:solidFill>
                <a:latin typeface="Calibri"/>
              </a:rPr>
              <a:t>tics</a:t>
            </a:r>
            <a:endParaRPr lang="en-US" b="1" kern="0" dirty="0">
              <a:solidFill>
                <a:sysClr val="windowText" lastClr="000000"/>
              </a:solidFill>
              <a:latin typeface="Calibri"/>
            </a:endParaRPr>
          </a:p>
        </p:txBody>
      </p:sp>
      <p:sp>
        <p:nvSpPr>
          <p:cNvPr id="79" name="TextBox 78"/>
          <p:cNvSpPr txBox="1"/>
          <p:nvPr/>
        </p:nvSpPr>
        <p:spPr>
          <a:xfrm>
            <a:off x="344670" y="2663210"/>
            <a:ext cx="1832510" cy="369332"/>
          </a:xfrm>
          <a:prstGeom prst="rect">
            <a:avLst/>
          </a:prstGeom>
          <a:noFill/>
        </p:spPr>
        <p:txBody>
          <a:bodyPr wrap="square" rtlCol="0">
            <a:spAutoFit/>
          </a:bodyPr>
          <a:lstStyle/>
          <a:p>
            <a:pPr>
              <a:defRPr/>
            </a:pPr>
            <a:r>
              <a:rPr lang="en-US" b="1" kern="0" dirty="0" smtClean="0">
                <a:latin typeface="Calibri"/>
              </a:rPr>
              <a:t>Mobile working</a:t>
            </a:r>
            <a:endParaRPr lang="en-US" b="1" kern="0" dirty="0">
              <a:latin typeface="Calibri"/>
            </a:endParaRPr>
          </a:p>
        </p:txBody>
      </p:sp>
      <p:sp>
        <p:nvSpPr>
          <p:cNvPr id="80" name="TextBox 79"/>
          <p:cNvSpPr txBox="1"/>
          <p:nvPr/>
        </p:nvSpPr>
        <p:spPr>
          <a:xfrm>
            <a:off x="6758879" y="793402"/>
            <a:ext cx="2133600" cy="369332"/>
          </a:xfrm>
          <a:prstGeom prst="rect">
            <a:avLst/>
          </a:prstGeom>
          <a:noFill/>
        </p:spPr>
        <p:txBody>
          <a:bodyPr wrap="square" rtlCol="0">
            <a:spAutoFit/>
          </a:bodyPr>
          <a:lstStyle/>
          <a:p>
            <a:pPr algn="ctr">
              <a:defRPr/>
            </a:pPr>
            <a:r>
              <a:rPr lang="en-US" b="1" kern="0" dirty="0" smtClean="0">
                <a:latin typeface="Calibri"/>
              </a:rPr>
              <a:t>The Cloud</a:t>
            </a:r>
            <a:endParaRPr lang="en-US" b="1" kern="0" dirty="0">
              <a:latin typeface="Calibri"/>
            </a:endParaRPr>
          </a:p>
        </p:txBody>
      </p:sp>
      <p:sp>
        <p:nvSpPr>
          <p:cNvPr id="81" name="TextBox 80"/>
          <p:cNvSpPr txBox="1"/>
          <p:nvPr/>
        </p:nvSpPr>
        <p:spPr>
          <a:xfrm>
            <a:off x="7066842" y="2580896"/>
            <a:ext cx="1427651" cy="369332"/>
          </a:xfrm>
          <a:prstGeom prst="rect">
            <a:avLst/>
          </a:prstGeom>
          <a:noFill/>
        </p:spPr>
        <p:txBody>
          <a:bodyPr wrap="square" rtlCol="0">
            <a:spAutoFit/>
          </a:bodyPr>
          <a:lstStyle/>
          <a:p>
            <a:pPr>
              <a:defRPr/>
            </a:pPr>
            <a:r>
              <a:rPr lang="en-US" b="1" kern="0" dirty="0" smtClean="0">
                <a:latin typeface="Calibri"/>
              </a:rPr>
              <a:t>Social media</a:t>
            </a:r>
            <a:endParaRPr lang="en-US" b="1" kern="0" dirty="0">
              <a:latin typeface="Calibri"/>
            </a:endParaRPr>
          </a:p>
        </p:txBody>
      </p:sp>
      <p:grpSp>
        <p:nvGrpSpPr>
          <p:cNvPr id="82" name="Group 81"/>
          <p:cNvGrpSpPr/>
          <p:nvPr/>
        </p:nvGrpSpPr>
        <p:grpSpPr>
          <a:xfrm>
            <a:off x="6968402" y="1162411"/>
            <a:ext cx="1695217" cy="1159818"/>
            <a:chOff x="7697735" y="2749147"/>
            <a:chExt cx="1903232" cy="1385447"/>
          </a:xfrm>
        </p:grpSpPr>
        <p:sp>
          <p:nvSpPr>
            <p:cNvPr id="83" name="Cloud 82"/>
            <p:cNvSpPr/>
            <p:nvPr/>
          </p:nvSpPr>
          <p:spPr bwMode="auto">
            <a:xfrm>
              <a:off x="8075576" y="2749147"/>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sp>
          <p:nvSpPr>
            <p:cNvPr id="84" name="Cloud 83"/>
            <p:cNvSpPr/>
            <p:nvPr/>
          </p:nvSpPr>
          <p:spPr bwMode="auto">
            <a:xfrm>
              <a:off x="7697735" y="3637806"/>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sp>
          <p:nvSpPr>
            <p:cNvPr id="85" name="Cloud 84"/>
            <p:cNvSpPr/>
            <p:nvPr/>
          </p:nvSpPr>
          <p:spPr bwMode="auto">
            <a:xfrm>
              <a:off x="8763000" y="3328719"/>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cxnSp>
          <p:nvCxnSpPr>
            <p:cNvPr id="86" name="Curved Connector 85"/>
            <p:cNvCxnSpPr>
              <a:stCxn id="83" idx="2"/>
              <a:endCxn id="84" idx="3"/>
            </p:cNvCxnSpPr>
            <p:nvPr/>
          </p:nvCxnSpPr>
          <p:spPr bwMode="auto">
            <a:xfrm rot="10800000" flipH="1" flipV="1">
              <a:off x="8078175" y="2997540"/>
              <a:ext cx="38544" cy="668669"/>
            </a:xfrm>
            <a:prstGeom prst="curvedConnector4">
              <a:avLst>
                <a:gd name="adj1" fmla="val -593088"/>
                <a:gd name="adj2" fmla="val 66450"/>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cxnSp>
          <p:nvCxnSpPr>
            <p:cNvPr id="87" name="Curved Connector 86"/>
            <p:cNvCxnSpPr>
              <a:stCxn id="83" idx="0"/>
              <a:endCxn id="85" idx="3"/>
            </p:cNvCxnSpPr>
            <p:nvPr/>
          </p:nvCxnSpPr>
          <p:spPr bwMode="auto">
            <a:xfrm>
              <a:off x="8912845" y="2997541"/>
              <a:ext cx="269139" cy="359582"/>
            </a:xfrm>
            <a:prstGeom prst="curvedConnector2">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cxnSp>
          <p:nvCxnSpPr>
            <p:cNvPr id="88" name="Curved Connector 87"/>
            <p:cNvCxnSpPr>
              <a:stCxn id="85" idx="2"/>
              <a:endCxn id="84" idx="0"/>
            </p:cNvCxnSpPr>
            <p:nvPr/>
          </p:nvCxnSpPr>
          <p:spPr bwMode="auto">
            <a:xfrm rot="10800000" flipV="1">
              <a:off x="8535005" y="3577112"/>
              <a:ext cx="230595" cy="309087"/>
            </a:xfrm>
            <a:prstGeom prst="curvedConnector3">
              <a:avLst>
                <a:gd name="adj1" fmla="val 50000"/>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grpSp>
      <p:sp>
        <p:nvSpPr>
          <p:cNvPr id="89" name="Rounded Rectangle 88"/>
          <p:cNvSpPr/>
          <p:nvPr/>
        </p:nvSpPr>
        <p:spPr bwMode="auto">
          <a:xfrm>
            <a:off x="3271043" y="1522535"/>
            <a:ext cx="2590801" cy="2486055"/>
          </a:xfrm>
          <a:prstGeom prst="roundRect">
            <a:avLst/>
          </a:prstGeom>
          <a:solidFill>
            <a:schemeClr val="accent1">
              <a:lumMod val="75000"/>
            </a:schemeClr>
          </a:solidFill>
          <a:ln w="25400" cap="flat" cmpd="sng" algn="ctr">
            <a:solidFill>
              <a:srgbClr val="4F81BD"/>
            </a:solidFill>
            <a:prstDash val="solid"/>
            <a:headEnd type="none" w="med" len="med"/>
            <a:tailEnd type="none" w="med" len="med"/>
          </a:ln>
          <a:effectLst/>
        </p:spPr>
        <p:txBody>
          <a:bodyPr vert="horz" wrap="square" lIns="54000" tIns="45720" rIns="54000" bIns="45720" numCol="1" rtlCol="0" anchor="t" anchorCtr="0" compatLnSpc="1">
            <a:prstTxWarp prst="textNoShape">
              <a:avLst/>
            </a:prstTxWarp>
            <a:normAutofit/>
          </a:bodyPr>
          <a:lstStyle/>
          <a:p>
            <a:pPr marL="266700" marR="0" lvl="0" indent="0" defTabSz="1019175" eaLnBrk="1" fontAlgn="base" latinLnBrk="0" hangingPunct="1">
              <a:lnSpc>
                <a:spcPct val="100000"/>
              </a:lnSpc>
              <a:spcBef>
                <a:spcPts val="600"/>
              </a:spcBef>
              <a:spcAft>
                <a:spcPts val="600"/>
              </a:spcAft>
              <a:buClrTx/>
              <a:buSzTx/>
              <a:buFontTx/>
              <a:buNone/>
              <a:tabLst/>
              <a:defRPr/>
            </a:pPr>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How can I use technology to...</a:t>
            </a:r>
          </a:p>
          <a:p>
            <a:pPr marL="285750" marR="0" lvl="0" indent="-285750" defTabSz="1019175" eaLnBrk="1" fontAlgn="base" latinLnBrk="0" hangingPunct="1">
              <a:lnSpc>
                <a:spcPct val="100000"/>
              </a:lnSpc>
              <a:spcBef>
                <a:spcPts val="600"/>
              </a:spcBef>
              <a:spcAft>
                <a:spcPts val="600"/>
              </a:spcAft>
              <a:buClrTx/>
              <a:buSzTx/>
              <a:buFont typeface="Wingdings" pitchFamily="2" charset="2"/>
              <a:buChar char="ü"/>
              <a:tabLst/>
              <a:defRPr/>
            </a:pPr>
            <a:r>
              <a:rPr kumimoji="0" lang="en-GB" sz="1400" b="0" i="0" u="none" strike="noStrike" kern="0" cap="none" spc="0" normalizeH="0" baseline="0" noProof="0" dirty="0" smtClean="0">
                <a:ln>
                  <a:noFill/>
                </a:ln>
                <a:solidFill>
                  <a:schemeClr val="bg1"/>
                </a:solidFill>
                <a:effectLst/>
                <a:uLnTx/>
                <a:uFillTx/>
                <a:latin typeface="Calibri"/>
                <a:ea typeface="+mn-ea"/>
                <a:cs typeface="+mn-cs"/>
              </a:rPr>
              <a:t>Improve service?</a:t>
            </a:r>
          </a:p>
          <a:p>
            <a:pPr marL="285750" marR="0" lvl="0" indent="-285750" defTabSz="1019175" eaLnBrk="1" fontAlgn="base" latinLnBrk="0" hangingPunct="1">
              <a:lnSpc>
                <a:spcPct val="100000"/>
              </a:lnSpc>
              <a:spcBef>
                <a:spcPts val="600"/>
              </a:spcBef>
              <a:spcAft>
                <a:spcPts val="600"/>
              </a:spcAft>
              <a:buClrTx/>
              <a:buSzTx/>
              <a:buFont typeface="Wingdings" pitchFamily="2" charset="2"/>
              <a:buChar char="ü"/>
              <a:tabLst/>
              <a:defRPr/>
            </a:pPr>
            <a:r>
              <a:rPr kumimoji="0" lang="en-GB" sz="1400" b="0" i="0" u="none" strike="noStrike" kern="0" cap="none" spc="0" normalizeH="0" baseline="0" noProof="0" dirty="0" smtClean="0">
                <a:ln>
                  <a:noFill/>
                </a:ln>
                <a:solidFill>
                  <a:schemeClr val="bg1"/>
                </a:solidFill>
                <a:effectLst/>
                <a:uLnTx/>
                <a:uFillTx/>
                <a:latin typeface="Calibri"/>
                <a:ea typeface="+mn-ea"/>
                <a:cs typeface="+mn-cs"/>
              </a:rPr>
              <a:t>Manage costs?</a:t>
            </a:r>
          </a:p>
          <a:p>
            <a:pPr marL="285750" marR="0" lvl="0" indent="-285750" defTabSz="1019175" eaLnBrk="1" fontAlgn="base" latinLnBrk="0" hangingPunct="1">
              <a:lnSpc>
                <a:spcPct val="100000"/>
              </a:lnSpc>
              <a:spcBef>
                <a:spcPts val="600"/>
              </a:spcBef>
              <a:spcAft>
                <a:spcPts val="600"/>
              </a:spcAft>
              <a:buClrTx/>
              <a:buSzTx/>
              <a:buFont typeface="Wingdings" pitchFamily="2" charset="2"/>
              <a:buChar char="ü"/>
              <a:tabLst/>
              <a:defRPr/>
            </a:pPr>
            <a:r>
              <a:rPr kumimoji="0" lang="en-GB" sz="1400" b="0" i="0" u="none" strike="noStrike" kern="0" cap="none" spc="0" normalizeH="0" baseline="0" noProof="0" dirty="0" smtClean="0">
                <a:ln>
                  <a:noFill/>
                </a:ln>
                <a:solidFill>
                  <a:schemeClr val="bg1"/>
                </a:solidFill>
                <a:effectLst/>
                <a:uLnTx/>
                <a:uFillTx/>
                <a:latin typeface="Calibri"/>
                <a:ea typeface="+mn-ea"/>
                <a:cs typeface="+mn-cs"/>
              </a:rPr>
              <a:t>Control operations?</a:t>
            </a:r>
          </a:p>
          <a:p>
            <a:pPr marL="285750" marR="0" lvl="0" indent="-285750" defTabSz="1019175" eaLnBrk="1" fontAlgn="base" latinLnBrk="0" hangingPunct="1">
              <a:lnSpc>
                <a:spcPct val="100000"/>
              </a:lnSpc>
              <a:spcBef>
                <a:spcPts val="600"/>
              </a:spcBef>
              <a:spcAft>
                <a:spcPts val="600"/>
              </a:spcAft>
              <a:buClrTx/>
              <a:buSzTx/>
              <a:buFont typeface="Wingdings" pitchFamily="2" charset="2"/>
              <a:buChar char="ü"/>
              <a:tabLst/>
              <a:defRPr/>
            </a:pPr>
            <a:r>
              <a:rPr kumimoji="0" lang="en-GB" sz="1400" b="0" i="0" u="none" strike="noStrike" kern="0" cap="none" spc="0" normalizeH="0" baseline="0" noProof="0" dirty="0" smtClean="0">
                <a:ln>
                  <a:noFill/>
                </a:ln>
                <a:solidFill>
                  <a:schemeClr val="bg1"/>
                </a:solidFill>
                <a:effectLst/>
                <a:uLnTx/>
                <a:uFillTx/>
                <a:latin typeface="Calibri"/>
                <a:ea typeface="+mn-ea"/>
                <a:cs typeface="+mn-cs"/>
              </a:rPr>
              <a:t>Collaborate?</a:t>
            </a:r>
          </a:p>
          <a:p>
            <a:pPr marL="1200150" marR="0" lvl="2" indent="-285750" defTabSz="1019175" eaLnBrk="1" fontAlgn="base" latinLnBrk="0" hangingPunct="1">
              <a:lnSpc>
                <a:spcPct val="100000"/>
              </a:lnSpc>
              <a:spcBef>
                <a:spcPts val="600"/>
              </a:spcBef>
              <a:spcAft>
                <a:spcPts val="600"/>
              </a:spcAft>
              <a:buClrTx/>
              <a:buSzTx/>
              <a:buFont typeface="Wingdings" pitchFamily="2" charset="2"/>
              <a:buChar char="ü"/>
              <a:tabLst/>
              <a:defRPr/>
            </a:pPr>
            <a:endParaRPr kumimoji="0" lang="en-GB" sz="1400" b="0" i="0" u="none" strike="noStrike" kern="0" cap="none" spc="0" normalizeH="0" baseline="0" noProof="0" dirty="0" smtClean="0">
              <a:ln>
                <a:noFill/>
              </a:ln>
              <a:solidFill>
                <a:schemeClr val="bg1"/>
              </a:solidFill>
              <a:effectLst/>
              <a:uLnTx/>
              <a:uFillTx/>
              <a:latin typeface="Calibri"/>
              <a:ea typeface="+mn-ea"/>
              <a:cs typeface="+mn-cs"/>
            </a:endParaRPr>
          </a:p>
          <a:p>
            <a:pPr marL="0" marR="0" lvl="0" indent="0" defTabSz="1019175" eaLnBrk="1" fontAlgn="base" latinLnBrk="0" hangingPunct="1">
              <a:lnSpc>
                <a:spcPct val="100000"/>
              </a:lnSpc>
              <a:spcBef>
                <a:spcPts val="600"/>
              </a:spcBef>
              <a:spcAft>
                <a:spcPts val="600"/>
              </a:spcAft>
              <a:buClrTx/>
              <a:buSzTx/>
              <a:buFontTx/>
              <a:buNone/>
              <a:tabLst/>
              <a:defRPr/>
            </a:pPr>
            <a:endParaRPr kumimoji="0" lang="en-GB" sz="1800" b="0" i="0" u="none" strike="noStrike" kern="0" cap="none" spc="0" normalizeH="0" baseline="0" noProof="0" dirty="0" smtClean="0">
              <a:ln>
                <a:noFill/>
              </a:ln>
              <a:solidFill>
                <a:schemeClr val="bg1"/>
              </a:solidFill>
              <a:effectLst/>
              <a:uLnTx/>
              <a:uFillTx/>
              <a:latin typeface="Calibri"/>
              <a:ea typeface="+mn-ea"/>
              <a:cs typeface="Arial" charset="0"/>
            </a:endParaRPr>
          </a:p>
        </p:txBody>
      </p:sp>
      <p:pic>
        <p:nvPicPr>
          <p:cNvPr id="90" name="Picture 2" descr="http://1.bp.blogspot.com/-KIrts9tKr-E/UtjYITlwFII/AAAAAAAAMfY/_4JcocU8XFc/s1600/logo-internet-sem-fio.png">
            <a:hlinkClick r:id="rId6"/>
          </p:cNvPr>
          <p:cNvPicPr>
            <a:picLocks noChangeAspect="1" noChangeArrowheads="1"/>
          </p:cNvPicPr>
          <p:nvPr/>
        </p:nvPicPr>
        <p:blipFill>
          <a:blip r:embed="rId7" cstate="print">
            <a:duotone>
              <a:srgbClr val="8064A2">
                <a:shade val="45000"/>
                <a:satMod val="135000"/>
              </a:srgbClr>
              <a:prstClr val="white"/>
            </a:duotone>
            <a:extLst>
              <a:ext uri="{BEBA8EAE-BF5A-486C-A8C5-ECC9F3942E4B}">
                <a14:imgProps xmlns:a14="http://schemas.microsoft.com/office/drawing/2010/main">
                  <a14:imgLayer r:embed="rId8">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971881" y="3884674"/>
            <a:ext cx="1071644" cy="875585"/>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p:cNvSpPr txBox="1"/>
          <p:nvPr/>
        </p:nvSpPr>
        <p:spPr>
          <a:xfrm>
            <a:off x="1587936" y="4684059"/>
            <a:ext cx="1944216" cy="369332"/>
          </a:xfrm>
          <a:prstGeom prst="rect">
            <a:avLst/>
          </a:prstGeom>
          <a:noFill/>
        </p:spPr>
        <p:txBody>
          <a:bodyPr wrap="square" rtlCol="0">
            <a:spAutoFit/>
          </a:bodyPr>
          <a:lstStyle/>
          <a:p>
            <a:pPr algn="ctr">
              <a:defRPr/>
            </a:pPr>
            <a:r>
              <a:rPr lang="en-US" b="1" kern="0" dirty="0" smtClean="0">
                <a:latin typeface="Calibri"/>
              </a:rPr>
              <a:t>Internet of things</a:t>
            </a:r>
            <a:endParaRPr lang="en-US" b="1" kern="0" dirty="0">
              <a:latin typeface="Calibri"/>
            </a:endParaRPr>
          </a:p>
        </p:txBody>
      </p:sp>
      <p:pic>
        <p:nvPicPr>
          <p:cNvPr id="92" name="Picture 2" descr="C:\Program Files\Microsoft Office\MEDIA\CAGCAT10\j0222015.wmf"/>
          <p:cNvPicPr>
            <a:picLocks noChangeAspect="1" noChangeArrowheads="1"/>
          </p:cNvPicPr>
          <p:nvPr/>
        </p:nvPicPr>
        <p:blipFill>
          <a:blip r:embed="rId9" cstate="print">
            <a:duotone>
              <a:srgbClr val="8064A2">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027736" y="3999299"/>
            <a:ext cx="816999" cy="819936"/>
          </a:xfrm>
          <a:prstGeom prst="rect">
            <a:avLst/>
          </a:prstGeom>
          <a:solidFill>
            <a:sysClr val="window" lastClr="FFFFFF"/>
          </a:solidFill>
        </p:spPr>
      </p:pic>
      <p:sp>
        <p:nvSpPr>
          <p:cNvPr id="93" name="TextBox 92"/>
          <p:cNvSpPr txBox="1"/>
          <p:nvPr/>
        </p:nvSpPr>
        <p:spPr>
          <a:xfrm>
            <a:off x="5220073" y="4714084"/>
            <a:ext cx="2322811" cy="369332"/>
          </a:xfrm>
          <a:prstGeom prst="rect">
            <a:avLst/>
          </a:prstGeom>
          <a:noFill/>
        </p:spPr>
        <p:txBody>
          <a:bodyPr wrap="square" rtlCol="0">
            <a:spAutoFit/>
          </a:bodyPr>
          <a:lstStyle/>
          <a:p>
            <a:pPr algn="ctr">
              <a:defRPr/>
            </a:pPr>
            <a:r>
              <a:rPr lang="en-US" b="1" kern="0" dirty="0" smtClean="0">
                <a:latin typeface="Calibri"/>
              </a:rPr>
              <a:t>Internet transactions</a:t>
            </a:r>
            <a:endParaRPr lang="en-US" b="1" kern="0" dirty="0">
              <a:latin typeface="Calibri"/>
            </a:endParaRPr>
          </a:p>
        </p:txBody>
      </p:sp>
      <p:cxnSp>
        <p:nvCxnSpPr>
          <p:cNvPr id="94" name="Straight Connector 93"/>
          <p:cNvCxnSpPr/>
          <p:nvPr/>
        </p:nvCxnSpPr>
        <p:spPr bwMode="auto">
          <a:xfrm flipH="1" flipV="1">
            <a:off x="5220073" y="4008590"/>
            <a:ext cx="641773" cy="4738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spTree>
    <p:extLst>
      <p:ext uri="{BB962C8B-B14F-4D97-AF65-F5344CB8AC3E}">
        <p14:creationId xmlns:p14="http://schemas.microsoft.com/office/powerpoint/2010/main" val="22900670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Headline trends</a:t>
            </a:r>
            <a:endParaRPr lang="en-GB" dirty="0"/>
          </a:p>
        </p:txBody>
      </p:sp>
      <p:sp>
        <p:nvSpPr>
          <p:cNvPr id="3" name="Cloud Callout 2"/>
          <p:cNvSpPr/>
          <p:nvPr/>
        </p:nvSpPr>
        <p:spPr>
          <a:xfrm>
            <a:off x="123824" y="371751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Personalisation</a:t>
            </a:r>
            <a:endParaRPr lang="en-GB" sz="1600" dirty="0"/>
          </a:p>
        </p:txBody>
      </p:sp>
      <p:sp>
        <p:nvSpPr>
          <p:cNvPr id="5" name="Cloud Callout 4"/>
          <p:cNvSpPr/>
          <p:nvPr/>
        </p:nvSpPr>
        <p:spPr>
          <a:xfrm>
            <a:off x="6753224" y="1910215"/>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Automation</a:t>
            </a:r>
            <a:endParaRPr lang="en-GB" sz="1600" dirty="0"/>
          </a:p>
        </p:txBody>
      </p:sp>
      <p:sp>
        <p:nvSpPr>
          <p:cNvPr id="6" name="Cloud Callout 5"/>
          <p:cNvSpPr/>
          <p:nvPr/>
        </p:nvSpPr>
        <p:spPr>
          <a:xfrm>
            <a:off x="5519737" y="605290"/>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Speed and agility</a:t>
            </a:r>
            <a:endParaRPr lang="en-GB" sz="1600" dirty="0"/>
          </a:p>
        </p:txBody>
      </p:sp>
      <p:sp>
        <p:nvSpPr>
          <p:cNvPr id="7" name="Cloud Callout 6"/>
          <p:cNvSpPr/>
          <p:nvPr/>
        </p:nvSpPr>
        <p:spPr>
          <a:xfrm>
            <a:off x="4099560" y="196822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Scalability</a:t>
            </a:r>
            <a:endParaRPr lang="en-GB" sz="1600" dirty="0"/>
          </a:p>
        </p:txBody>
      </p:sp>
      <p:sp>
        <p:nvSpPr>
          <p:cNvPr id="8" name="Cloud Callout 7"/>
          <p:cNvSpPr/>
          <p:nvPr/>
        </p:nvSpPr>
        <p:spPr>
          <a:xfrm>
            <a:off x="2433637" y="896574"/>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On-premise vs cloud</a:t>
            </a:r>
            <a:endParaRPr lang="en-GB" sz="1600" dirty="0"/>
          </a:p>
        </p:txBody>
      </p:sp>
      <p:sp>
        <p:nvSpPr>
          <p:cNvPr id="10" name="Cloud Callout 9"/>
          <p:cNvSpPr/>
          <p:nvPr/>
        </p:nvSpPr>
        <p:spPr>
          <a:xfrm>
            <a:off x="5886450" y="3460342"/>
            <a:ext cx="24288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Best of breed vs single platform solution</a:t>
            </a:r>
            <a:endParaRPr lang="en-GB" sz="1600" dirty="0"/>
          </a:p>
        </p:txBody>
      </p:sp>
      <p:sp>
        <p:nvSpPr>
          <p:cNvPr id="11" name="Cloud Callout 10"/>
          <p:cNvSpPr/>
          <p:nvPr/>
        </p:nvSpPr>
        <p:spPr>
          <a:xfrm>
            <a:off x="1712594" y="2385241"/>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Innovation</a:t>
            </a:r>
            <a:endParaRPr lang="en-GB" sz="1600" dirty="0"/>
          </a:p>
        </p:txBody>
      </p:sp>
      <p:sp>
        <p:nvSpPr>
          <p:cNvPr id="12" name="Cloud Callout 11"/>
          <p:cNvSpPr/>
          <p:nvPr/>
        </p:nvSpPr>
        <p:spPr>
          <a:xfrm>
            <a:off x="3395662" y="371751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Disrupters</a:t>
            </a:r>
            <a:endParaRPr lang="en-GB" sz="1600" dirty="0"/>
          </a:p>
        </p:txBody>
      </p:sp>
      <p:sp>
        <p:nvSpPr>
          <p:cNvPr id="14" name="Cloud Callout 13"/>
          <p:cNvSpPr/>
          <p:nvPr/>
        </p:nvSpPr>
        <p:spPr>
          <a:xfrm>
            <a:off x="123825" y="119860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Accessibility &amp; “ease of use”</a:t>
            </a:r>
            <a:endParaRPr lang="en-GB" sz="1600" dirty="0"/>
          </a:p>
        </p:txBody>
      </p:sp>
    </p:spTree>
    <p:extLst>
      <p:ext uri="{BB962C8B-B14F-4D97-AF65-F5344CB8AC3E}">
        <p14:creationId xmlns:p14="http://schemas.microsoft.com/office/powerpoint/2010/main" val="4716958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normAutofit/>
          </a:bodyPr>
          <a:lstStyle/>
          <a:p>
            <a:r>
              <a:rPr lang="en-US" sz="3200" dirty="0" smtClean="0"/>
              <a:t>How can digital tools help my </a:t>
            </a:r>
            <a:r>
              <a:rPr lang="en-US" sz="3200" dirty="0" err="1" smtClean="0"/>
              <a:t>organisation</a:t>
            </a:r>
            <a:r>
              <a:rPr lang="en-US" sz="3200" dirty="0" smtClean="0"/>
              <a:t> achieve our objectives?</a:t>
            </a:r>
            <a:endParaRPr lang="en-US" sz="3200" dirty="0"/>
          </a:p>
        </p:txBody>
      </p:sp>
    </p:spTree>
    <p:extLst>
      <p:ext uri="{BB962C8B-B14F-4D97-AF65-F5344CB8AC3E}">
        <p14:creationId xmlns:p14="http://schemas.microsoft.com/office/powerpoint/2010/main" val="18434710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IT Strategy</a:t>
            </a:r>
            <a:endParaRPr lang="en-GB" dirty="0"/>
          </a:p>
        </p:txBody>
      </p:sp>
    </p:spTree>
    <p:extLst>
      <p:ext uri="{BB962C8B-B14F-4D97-AF65-F5344CB8AC3E}">
        <p14:creationId xmlns:p14="http://schemas.microsoft.com/office/powerpoint/2010/main" val="11258786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normAutofit fontScale="92500" lnSpcReduction="10000"/>
          </a:bodyPr>
          <a:lstStyle/>
          <a:p>
            <a:r>
              <a:rPr lang="en-US" i="1" dirty="0" smtClean="0"/>
              <a:t>…[</a:t>
            </a:r>
            <a:r>
              <a:rPr lang="en-US" i="1" dirty="0"/>
              <a:t>digital] technologies such as social media, mobility, and data analytics are not goals to </a:t>
            </a:r>
            <a:r>
              <a:rPr lang="en-US" i="1" dirty="0" smtClean="0"/>
              <a:t>attain…[</a:t>
            </a:r>
            <a:r>
              <a:rPr lang="en-US" i="1" dirty="0"/>
              <a:t>but] are tools to get closer to customers, empower employees, and transform internal business </a:t>
            </a:r>
            <a:r>
              <a:rPr lang="en-US" i="1" dirty="0" smtClean="0"/>
              <a:t>processes </a:t>
            </a:r>
            <a:endParaRPr lang="en-US" i="1" dirty="0"/>
          </a:p>
        </p:txBody>
      </p:sp>
      <p:sp>
        <p:nvSpPr>
          <p:cNvPr id="3" name="Text Placeholder 6"/>
          <p:cNvSpPr txBox="1">
            <a:spLocks/>
          </p:cNvSpPr>
          <p:nvPr/>
        </p:nvSpPr>
        <p:spPr>
          <a:xfrm>
            <a:off x="2791883" y="3328989"/>
            <a:ext cx="3776133" cy="71300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1400" b="1" dirty="0" err="1" smtClean="0">
                <a:solidFill>
                  <a:schemeClr val="bg1"/>
                </a:solidFill>
              </a:rPr>
              <a:t>Westman</a:t>
            </a:r>
            <a:r>
              <a:rPr lang="en-US" sz="1400" b="1" dirty="0">
                <a:solidFill>
                  <a:schemeClr val="bg1"/>
                </a:solidFill>
              </a:rPr>
              <a:t>, Bonnie and </a:t>
            </a:r>
            <a:r>
              <a:rPr lang="en-US" sz="1400" b="1" dirty="0" smtClean="0">
                <a:solidFill>
                  <a:schemeClr val="bg1"/>
                </a:solidFill>
              </a:rPr>
              <a:t>McAfee</a:t>
            </a:r>
            <a:r>
              <a:rPr lang="en-US" sz="1400" dirty="0" smtClean="0">
                <a:solidFill>
                  <a:schemeClr val="bg1"/>
                </a:solidFill>
              </a:rPr>
              <a:t>, </a:t>
            </a:r>
            <a:r>
              <a:rPr lang="en-US" sz="1400" dirty="0" smtClean="0">
                <a:solidFill>
                  <a:schemeClr val="bg1"/>
                </a:solidFill>
                <a:latin typeface="+mj-lt"/>
              </a:rPr>
              <a:t>“</a:t>
            </a:r>
            <a:r>
              <a:rPr lang="en-US" sz="1400" i="1" dirty="0" smtClean="0">
                <a:solidFill>
                  <a:schemeClr val="bg1"/>
                </a:solidFill>
                <a:latin typeface="+mj-lt"/>
              </a:rPr>
              <a:t>Leading Digital: Turning Technology into Business Transformation</a:t>
            </a:r>
            <a:r>
              <a:rPr lang="en-US" sz="1400" dirty="0" smtClean="0">
                <a:solidFill>
                  <a:schemeClr val="bg1"/>
                </a:solidFill>
                <a:latin typeface="+mj-lt"/>
              </a:rPr>
              <a:t>” (</a:t>
            </a:r>
            <a:r>
              <a:rPr lang="en-US" sz="1400" dirty="0">
                <a:solidFill>
                  <a:schemeClr val="bg1"/>
                </a:solidFill>
                <a:latin typeface="+mj-lt"/>
              </a:rPr>
              <a:t>HBR, 2014) </a:t>
            </a:r>
            <a:endParaRPr lang="en-GB" sz="1400" dirty="0">
              <a:solidFill>
                <a:schemeClr val="bg1"/>
              </a:solidFill>
              <a:latin typeface="+mj-lt"/>
            </a:endParaRPr>
          </a:p>
        </p:txBody>
      </p:sp>
    </p:spTree>
    <p:extLst>
      <p:ext uri="{BB962C8B-B14F-4D97-AF65-F5344CB8AC3E}">
        <p14:creationId xmlns:p14="http://schemas.microsoft.com/office/powerpoint/2010/main" val="34430874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Traditional pillars of IT strategy</a:t>
            </a:r>
            <a:endParaRPr lang="en-GB" dirty="0"/>
          </a:p>
        </p:txBody>
      </p:sp>
      <p:grpSp>
        <p:nvGrpSpPr>
          <p:cNvPr id="33" name="Group 32"/>
          <p:cNvGrpSpPr/>
          <p:nvPr/>
        </p:nvGrpSpPr>
        <p:grpSpPr>
          <a:xfrm>
            <a:off x="1917080" y="1389923"/>
            <a:ext cx="5344781" cy="2554104"/>
            <a:chOff x="1895856" y="1088136"/>
            <a:chExt cx="6312408" cy="4584193"/>
          </a:xfrm>
          <a:solidFill>
            <a:srgbClr val="FFFFFF">
              <a:lumMod val="75000"/>
            </a:srgbClr>
          </a:solidFill>
        </p:grpSpPr>
        <p:sp>
          <p:nvSpPr>
            <p:cNvPr id="34" name="Isosceles Triangle 33"/>
            <p:cNvSpPr/>
            <p:nvPr/>
          </p:nvSpPr>
          <p:spPr bwMode="auto">
            <a:xfrm>
              <a:off x="3680460" y="1088136"/>
              <a:ext cx="2743200" cy="1828800"/>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srgbClr val="FFFFFF">
                    <a:lumMod val="95000"/>
                  </a:srgbClr>
                </a:solidFill>
                <a:effectLst/>
                <a:uLnTx/>
                <a:uFillTx/>
              </a:endParaRPr>
            </a:p>
          </p:txBody>
        </p:sp>
        <p:sp>
          <p:nvSpPr>
            <p:cNvPr id="35" name="Isosceles Triangle 34"/>
            <p:cNvSpPr/>
            <p:nvPr/>
          </p:nvSpPr>
          <p:spPr bwMode="auto">
            <a:xfrm>
              <a:off x="5465064" y="3819144"/>
              <a:ext cx="2743200" cy="1828800"/>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srgbClr val="FFFFFF">
                      <a:lumMod val="95000"/>
                    </a:srgbClr>
                  </a:solidFill>
                  <a:effectLst/>
                  <a:uLnTx/>
                  <a:uFillTx/>
                </a:rPr>
                <a:t>IT Staffing </a:t>
              </a:r>
            </a:p>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r>
                <a:rPr lang="en-US" sz="1200" b="1" kern="0" dirty="0" smtClean="0">
                  <a:solidFill>
                    <a:srgbClr val="FFFFFF">
                      <a:lumMod val="95000"/>
                    </a:srgbClr>
                  </a:solidFill>
                </a:rPr>
                <a:t>and</a:t>
              </a:r>
              <a:r>
                <a:rPr kumimoji="0" lang="en-US" sz="1200" b="1" i="0" u="none" strike="noStrike" kern="0" cap="none" spc="0" normalizeH="0" baseline="0" noProof="0" dirty="0" smtClean="0">
                  <a:ln>
                    <a:noFill/>
                  </a:ln>
                  <a:solidFill>
                    <a:srgbClr val="FFFFFF">
                      <a:lumMod val="95000"/>
                    </a:srgbClr>
                  </a:solidFill>
                  <a:effectLst/>
                  <a:uLnTx/>
                  <a:uFillTx/>
                </a:rPr>
                <a:t> </a:t>
              </a:r>
              <a:r>
                <a:rPr kumimoji="0" lang="en-US" sz="1200" b="1" i="0" u="none" strike="noStrike" kern="0" cap="none" spc="0" normalizeH="0" baseline="0" noProof="0" dirty="0">
                  <a:ln>
                    <a:noFill/>
                  </a:ln>
                  <a:solidFill>
                    <a:srgbClr val="FFFFFF">
                      <a:lumMod val="95000"/>
                    </a:srgbClr>
                  </a:solidFill>
                  <a:effectLst/>
                  <a:uLnTx/>
                  <a:uFillTx/>
                </a:rPr>
                <a:t>Support</a:t>
              </a:r>
            </a:p>
          </p:txBody>
        </p:sp>
        <p:sp>
          <p:nvSpPr>
            <p:cNvPr id="36" name="Isosceles Triangle 35"/>
            <p:cNvSpPr/>
            <p:nvPr/>
          </p:nvSpPr>
          <p:spPr bwMode="auto">
            <a:xfrm>
              <a:off x="1895856" y="3843528"/>
              <a:ext cx="2743200" cy="1828801"/>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lumMod val="95000"/>
                    </a:srgbClr>
                  </a:solidFill>
                  <a:effectLst/>
                  <a:uLnTx/>
                  <a:uFillTx/>
                  <a:cs typeface="Arial" pitchFamily="34" charset="0"/>
                </a:rPr>
                <a:t>Systems, Data</a:t>
              </a:r>
            </a:p>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smtClean="0">
                  <a:solidFill>
                    <a:srgbClr val="FFFFFF">
                      <a:lumMod val="95000"/>
                    </a:srgbClr>
                  </a:solidFill>
                  <a:cs typeface="Arial" pitchFamily="34" charset="0"/>
                </a:rPr>
                <a:t>and</a:t>
              </a:r>
              <a:endParaRPr kumimoji="0" lang="en-US" sz="1200" b="1" i="0" u="none" strike="noStrike" kern="0" cap="none" spc="0" normalizeH="0" baseline="0" noProof="0" dirty="0">
                <a:ln>
                  <a:noFill/>
                </a:ln>
                <a:solidFill>
                  <a:srgbClr val="FFFFFF">
                    <a:lumMod val="95000"/>
                  </a:srgbClr>
                </a:solidFill>
                <a:effectLst/>
                <a:uLnTx/>
                <a:uFillTx/>
                <a:cs typeface="Arial"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lumMod val="95000"/>
                    </a:srgbClr>
                  </a:solidFill>
                  <a:effectLst/>
                  <a:uLnTx/>
                  <a:uFillTx/>
                  <a:cs typeface="Arial" pitchFamily="34" charset="0"/>
                </a:rPr>
                <a:t>Infrastructure</a:t>
              </a:r>
            </a:p>
          </p:txBody>
        </p:sp>
        <p:pic>
          <p:nvPicPr>
            <p:cNvPr id="37" name="Picture 4" descr="C:\Documents and Settings\bhill\Local Settings\Temporary Internet Files\Content.IE5\NVP3J1KW\MCj04348020000[1].png"/>
            <p:cNvPicPr>
              <a:picLocks noChangeAspect="1" noChangeArrowheads="1"/>
            </p:cNvPicPr>
            <p:nvPr/>
          </p:nvPicPr>
          <p:blipFill>
            <a:blip r:embed="rId2" cstate="print">
              <a:duotone>
                <a:prstClr val="black"/>
                <a:srgbClr val="0096D7">
                  <a:tint val="45000"/>
                  <a:satMod val="400000"/>
                </a:srgbClr>
              </a:duotone>
            </a:blip>
            <a:srcRect/>
            <a:stretch>
              <a:fillRect/>
            </a:stretch>
          </p:blipFill>
          <p:spPr bwMode="auto">
            <a:xfrm>
              <a:off x="4562970" y="3604970"/>
              <a:ext cx="969150" cy="969150"/>
            </a:xfrm>
            <a:prstGeom prst="rect">
              <a:avLst/>
            </a:prstGeom>
            <a:noFill/>
            <a:ln>
              <a:noFill/>
            </a:ln>
          </p:spPr>
        </p:pic>
        <p:sp>
          <p:nvSpPr>
            <p:cNvPr id="38" name="Left-Right Arrow 37"/>
            <p:cNvSpPr/>
            <p:nvPr/>
          </p:nvSpPr>
          <p:spPr bwMode="auto">
            <a:xfrm rot="5400000">
              <a:off x="4687530" y="3124016"/>
              <a:ext cx="727100" cy="322001"/>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sp>
          <p:nvSpPr>
            <p:cNvPr id="41" name="Left-Right Arrow 40"/>
            <p:cNvSpPr/>
            <p:nvPr/>
          </p:nvSpPr>
          <p:spPr bwMode="auto">
            <a:xfrm rot="2221447">
              <a:off x="5489521" y="4353755"/>
              <a:ext cx="727100" cy="320040"/>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sp>
          <p:nvSpPr>
            <p:cNvPr id="44" name="Left-Right Arrow 43"/>
            <p:cNvSpPr/>
            <p:nvPr/>
          </p:nvSpPr>
          <p:spPr bwMode="auto">
            <a:xfrm rot="19533541">
              <a:off x="3916131" y="4353754"/>
              <a:ext cx="727100" cy="320040"/>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grpSp>
      <p:sp>
        <p:nvSpPr>
          <p:cNvPr id="45" name="TextBox 44"/>
          <p:cNvSpPr txBox="1"/>
          <p:nvPr/>
        </p:nvSpPr>
        <p:spPr>
          <a:xfrm>
            <a:off x="4053107" y="1846140"/>
            <a:ext cx="1072730" cy="461665"/>
          </a:xfrm>
          <a:prstGeom prst="rect">
            <a:avLst/>
          </a:prstGeom>
          <a:no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lumMod val="95000"/>
                  </a:srgbClr>
                </a:solidFill>
                <a:effectLst/>
                <a:uLnTx/>
                <a:uFillTx/>
              </a:rPr>
              <a:t>IT </a:t>
            </a:r>
          </a:p>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FFFFFF">
                    <a:lumMod val="95000"/>
                  </a:srgbClr>
                </a:solidFill>
              </a:rPr>
              <a:t>Governance</a:t>
            </a:r>
            <a:endParaRPr kumimoji="0" lang="en-US" sz="1200" b="0" i="0" u="none" strike="noStrike" kern="0" cap="none" spc="0" normalizeH="0" baseline="0" noProof="0" dirty="0">
              <a:ln>
                <a:noFill/>
              </a:ln>
              <a:solidFill>
                <a:srgbClr val="FFFFFF">
                  <a:lumMod val="95000"/>
                </a:srgbClr>
              </a:solidFill>
              <a:effectLst/>
              <a:uLnTx/>
              <a:uFillTx/>
            </a:endParaRPr>
          </a:p>
        </p:txBody>
      </p:sp>
      <p:sp>
        <p:nvSpPr>
          <p:cNvPr id="46" name="TextBox 19"/>
          <p:cNvSpPr txBox="1">
            <a:spLocks noChangeArrowheads="1"/>
          </p:cNvSpPr>
          <p:nvPr/>
        </p:nvSpPr>
        <p:spPr bwMode="auto">
          <a:xfrm>
            <a:off x="4933617" y="1381847"/>
            <a:ext cx="3129816" cy="900246"/>
          </a:xfrm>
          <a:prstGeom prst="rect">
            <a:avLst/>
          </a:prstGeom>
          <a:noFill/>
          <a:ln w="9525">
            <a:noFill/>
            <a:miter lim="800000"/>
            <a:headEnd/>
            <a:tailEnd/>
          </a:ln>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effectLst/>
                <a:uLnTx/>
                <a:uFillTx/>
              </a:rPr>
              <a:t>IT projects need to be aligned with the business strategy, IT performance should be regularly monitored, and there should be effective communication between IT and</a:t>
            </a:r>
            <a:br>
              <a:rPr kumimoji="0" lang="en-US" sz="1050" b="0" i="0" u="none" strike="noStrike" kern="0" cap="none" spc="0" normalizeH="0" baseline="0" noProof="0" dirty="0">
                <a:ln>
                  <a:noFill/>
                </a:ln>
                <a:effectLst/>
                <a:uLnTx/>
                <a:uFillTx/>
              </a:rPr>
            </a:br>
            <a:r>
              <a:rPr kumimoji="0" lang="en-US" sz="1050" b="0" i="0" u="none" strike="noStrike" kern="0" cap="none" spc="0" normalizeH="0" baseline="0" noProof="0" dirty="0">
                <a:ln>
                  <a:noFill/>
                </a:ln>
                <a:effectLst/>
                <a:uLnTx/>
                <a:uFillTx/>
              </a:rPr>
              <a:t>business users.</a:t>
            </a:r>
          </a:p>
        </p:txBody>
      </p:sp>
      <p:sp>
        <p:nvSpPr>
          <p:cNvPr id="47" name="TextBox 17"/>
          <p:cNvSpPr txBox="1">
            <a:spLocks noChangeArrowheads="1"/>
          </p:cNvSpPr>
          <p:nvPr/>
        </p:nvSpPr>
        <p:spPr bwMode="auto">
          <a:xfrm>
            <a:off x="6365175" y="2791212"/>
            <a:ext cx="2159700" cy="1223412"/>
          </a:xfrm>
          <a:prstGeom prst="rect">
            <a:avLst/>
          </a:prstGeom>
          <a:noFill/>
          <a:ln w="9525">
            <a:noFill/>
            <a:miter lim="800000"/>
            <a:headEnd/>
            <a:tailEnd/>
          </a:ln>
        </p:spPr>
        <p:txBody>
          <a:bodyPr wrap="square">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effectLst/>
                <a:uLnTx/>
                <a:uFillTx/>
              </a:rPr>
              <a:t>IT staffing and IT support arrangements need to be appropriate to the level of need, with relevant skills in place</a:t>
            </a:r>
            <a:br>
              <a:rPr kumimoji="0" lang="en-US" sz="1050" b="0" i="0" u="none" strike="noStrike" kern="0" cap="none" spc="0" normalizeH="0" baseline="0" noProof="0" dirty="0">
                <a:ln>
                  <a:noFill/>
                </a:ln>
                <a:effectLst/>
                <a:uLnTx/>
                <a:uFillTx/>
              </a:rPr>
            </a:br>
            <a:r>
              <a:rPr kumimoji="0" lang="en-US" sz="1050" b="0" i="0" u="none" strike="noStrike" kern="0" cap="none" spc="0" normalizeH="0" baseline="0" noProof="0" dirty="0">
                <a:ln>
                  <a:noFill/>
                </a:ln>
                <a:effectLst/>
                <a:uLnTx/>
                <a:uFillTx/>
              </a:rPr>
              <a:t>and career paths</a:t>
            </a:r>
            <a:br>
              <a:rPr kumimoji="0" lang="en-US" sz="1050" b="0" i="0" u="none" strike="noStrike" kern="0" cap="none" spc="0" normalizeH="0" baseline="0" noProof="0" dirty="0">
                <a:ln>
                  <a:noFill/>
                </a:ln>
                <a:effectLst/>
                <a:uLnTx/>
                <a:uFillTx/>
              </a:rPr>
            </a:br>
            <a:r>
              <a:rPr kumimoji="0" lang="en-US" sz="1050" b="0" i="0" u="none" strike="noStrike" kern="0" cap="none" spc="0" normalizeH="0" baseline="0" noProof="0" dirty="0">
                <a:ln>
                  <a:noFill/>
                </a:ln>
                <a:effectLst/>
                <a:uLnTx/>
                <a:uFillTx/>
              </a:rPr>
              <a:t>and retention plans</a:t>
            </a:r>
            <a:br>
              <a:rPr kumimoji="0" lang="en-US" sz="1050" b="0" i="0" u="none" strike="noStrike" kern="0" cap="none" spc="0" normalizeH="0" baseline="0" noProof="0" dirty="0">
                <a:ln>
                  <a:noFill/>
                </a:ln>
                <a:effectLst/>
                <a:uLnTx/>
                <a:uFillTx/>
              </a:rPr>
            </a:br>
            <a:r>
              <a:rPr kumimoji="0" lang="en-US" sz="1050" b="0" i="0" u="none" strike="noStrike" kern="0" cap="none" spc="0" normalizeH="0" baseline="0" noProof="0" dirty="0">
                <a:ln>
                  <a:noFill/>
                </a:ln>
                <a:effectLst/>
                <a:uLnTx/>
                <a:uFillTx/>
              </a:rPr>
              <a:t>in place for staff. </a:t>
            </a:r>
          </a:p>
        </p:txBody>
      </p:sp>
      <p:sp>
        <p:nvSpPr>
          <p:cNvPr id="48" name="TextBox 18"/>
          <p:cNvSpPr txBox="1">
            <a:spLocks noChangeArrowheads="1"/>
          </p:cNvSpPr>
          <p:nvPr/>
        </p:nvSpPr>
        <p:spPr bwMode="auto">
          <a:xfrm>
            <a:off x="177800" y="2755493"/>
            <a:ext cx="2592288" cy="1223412"/>
          </a:xfrm>
          <a:prstGeom prst="rect">
            <a:avLst/>
          </a:prstGeom>
          <a:noFill/>
          <a:ln w="9525">
            <a:noFill/>
            <a:miter lim="800000"/>
            <a:headEnd/>
            <a:tailEnd/>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effectLst/>
                <a:uLnTx/>
                <a:uFillTx/>
              </a:rPr>
              <a:t>IT systems need to be suitable for business needs, data needs to be well managed and accessible and infrastructure needs to be effectively monitored and maintained.</a:t>
            </a:r>
          </a:p>
          <a:p>
            <a:pPr marL="0" marR="0" lvl="0" indent="0" defTabSz="914400" eaLnBrk="1" fontAlgn="auto" latinLnBrk="0" hangingPunct="1">
              <a:lnSpc>
                <a:spcPct val="100000"/>
              </a:lnSpc>
              <a:spcBef>
                <a:spcPts val="0"/>
              </a:spcBef>
              <a:spcAft>
                <a:spcPts val="0"/>
              </a:spcAft>
              <a:buClrTx/>
              <a:buSzTx/>
              <a:buFontTx/>
              <a:buNone/>
              <a:tabLst/>
              <a:defRPr/>
            </a:pPr>
            <a:endParaRPr lang="en-US" sz="1050" kern="0" dirty="0">
              <a:solidFill>
                <a:srgbClr val="888B8D">
                  <a:lumMod val="50000"/>
                </a:srgbClr>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srgbClr val="888B8D">
                  <a:lumMod val="50000"/>
                </a:srgbClr>
              </a:solidFill>
              <a:effectLst/>
              <a:uLnTx/>
              <a:uFillTx/>
            </a:endParaRPr>
          </a:p>
        </p:txBody>
      </p:sp>
    </p:spTree>
    <p:extLst>
      <p:ext uri="{BB962C8B-B14F-4D97-AF65-F5344CB8AC3E}">
        <p14:creationId xmlns:p14="http://schemas.microsoft.com/office/powerpoint/2010/main" val="35688149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The </a:t>
            </a:r>
            <a:r>
              <a:rPr lang="en-GB" dirty="0" smtClean="0"/>
              <a:t>journey </a:t>
            </a:r>
            <a:r>
              <a:rPr lang="en-GB" dirty="0"/>
              <a:t>– </a:t>
            </a:r>
            <a:r>
              <a:rPr lang="en-GB" dirty="0" smtClean="0"/>
              <a:t>developing </a:t>
            </a:r>
            <a:r>
              <a:rPr lang="en-GB" dirty="0"/>
              <a:t>D</a:t>
            </a:r>
            <a:r>
              <a:rPr lang="en-GB" dirty="0" smtClean="0"/>
              <a:t>igital </a:t>
            </a:r>
            <a:r>
              <a:rPr lang="en-GB" dirty="0"/>
              <a:t>S</a:t>
            </a:r>
            <a:r>
              <a:rPr lang="en-GB" dirty="0" smtClean="0"/>
              <a:t>trategy</a:t>
            </a:r>
            <a:endParaRPr lang="en-GB" dirty="0"/>
          </a:p>
        </p:txBody>
      </p:sp>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3134" y="851212"/>
            <a:ext cx="6041496" cy="405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69655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How to approach digital transformation</a:t>
            </a:r>
            <a:endParaRPr lang="en-GB" dirty="0"/>
          </a:p>
        </p:txBody>
      </p:sp>
      <p:sp>
        <p:nvSpPr>
          <p:cNvPr id="3" name="Content Placeholder 2"/>
          <p:cNvSpPr>
            <a:spLocks noGrp="1"/>
          </p:cNvSpPr>
          <p:nvPr>
            <p:ph sz="quarter" idx="16"/>
          </p:nvPr>
        </p:nvSpPr>
        <p:spPr>
          <a:xfrm>
            <a:off x="251519" y="864809"/>
            <a:ext cx="6476827" cy="3527425"/>
          </a:xfrm>
        </p:spPr>
        <p:txBody>
          <a:bodyPr>
            <a:noAutofit/>
          </a:bodyPr>
          <a:lstStyle/>
          <a:p>
            <a:pPr marL="0" indent="0">
              <a:spcBef>
                <a:spcPts val="600"/>
              </a:spcBef>
              <a:spcAft>
                <a:spcPts val="600"/>
              </a:spcAft>
              <a:buNone/>
            </a:pPr>
            <a:r>
              <a:rPr lang="en-US" sz="1200" b="1" dirty="0" smtClean="0"/>
              <a:t>In our experience of digital transformation, the following factors are key to success:</a:t>
            </a:r>
          </a:p>
        </p:txBody>
      </p:sp>
      <p:graphicFrame>
        <p:nvGraphicFramePr>
          <p:cNvPr id="5" name="Diagram 4"/>
          <p:cNvGraphicFramePr/>
          <p:nvPr>
            <p:extLst>
              <p:ext uri="{D42A27DB-BD31-4B8C-83A1-F6EECF244321}">
                <p14:modId xmlns:p14="http://schemas.microsoft.com/office/powerpoint/2010/main" val="4221701148"/>
              </p:ext>
            </p:extLst>
          </p:nvPr>
        </p:nvGraphicFramePr>
        <p:xfrm>
          <a:off x="1496857" y="1187289"/>
          <a:ext cx="5695666" cy="3633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own Arrow 3"/>
          <p:cNvSpPr/>
          <p:nvPr/>
        </p:nvSpPr>
        <p:spPr>
          <a:xfrm>
            <a:off x="887257" y="1330657"/>
            <a:ext cx="477672" cy="341876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33556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118570" y="3815219"/>
            <a:ext cx="4536504" cy="338554"/>
          </a:xfrm>
          <a:prstGeom prst="rect">
            <a:avLst/>
          </a:prstGeom>
          <a:noFill/>
        </p:spPr>
        <p:txBody>
          <a:bodyPr wrap="square" rtlCol="0">
            <a:spAutoFit/>
          </a:bodyPr>
          <a:lstStyle/>
          <a:p>
            <a:pPr algn="ctr"/>
            <a:r>
              <a:rPr lang="en-GB" sz="2400" baseline="30000" dirty="0">
                <a:solidFill>
                  <a:schemeClr val="bg1"/>
                </a:solidFill>
              </a:rPr>
              <a:t>Collaboration. Understanding. </a:t>
            </a:r>
            <a:r>
              <a:rPr lang="en-GB" sz="2400" baseline="30000" dirty="0" smtClean="0">
                <a:solidFill>
                  <a:schemeClr val="bg1"/>
                </a:solidFill>
              </a:rPr>
              <a:t>Ideas </a:t>
            </a:r>
            <a:r>
              <a:rPr lang="en-GB" sz="2400" baseline="30000" dirty="0">
                <a:solidFill>
                  <a:schemeClr val="bg1"/>
                </a:solidFill>
              </a:rPr>
              <a:t>and insight</a:t>
            </a:r>
            <a:r>
              <a:rPr lang="en-GB" sz="2400" baseline="30000" dirty="0" smtClean="0">
                <a:solidFill>
                  <a:schemeClr val="bg1"/>
                </a:solidFill>
              </a:rPr>
              <a:t>.</a:t>
            </a:r>
            <a:endParaRPr lang="en-GB" sz="2400" baseline="30000" dirty="0">
              <a:solidFill>
                <a:schemeClr val="bg1"/>
              </a:solidFill>
            </a:endParaRPr>
          </a:p>
        </p:txBody>
      </p:sp>
      <p:pic>
        <p:nvPicPr>
          <p:cNvPr id="3074" name="Picture 2" descr="Z:\RSM International\1 Design\2015\Brand\Icons and illustrations\PNGs for powerpoint\collab-ideas-insight.png"/>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862261" y="449075"/>
            <a:ext cx="2954590" cy="3120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5360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4000" y="356526"/>
            <a:ext cx="8696325" cy="4185761"/>
          </a:xfrm>
          <a:prstGeom prst="rect">
            <a:avLst/>
          </a:prstGeom>
        </p:spPr>
        <p:txBody>
          <a:bodyPr wrap="square">
            <a:spAutoFit/>
          </a:bodyPr>
          <a:lstStyle/>
          <a:p>
            <a:r>
              <a:rPr lang="de-DE" sz="1100" dirty="0">
                <a:solidFill>
                  <a:srgbClr val="63666A"/>
                </a:solidFill>
              </a:rPr>
              <a:t>RSM</a:t>
            </a:r>
            <a:br>
              <a:rPr lang="de-DE" sz="1100" dirty="0">
                <a:solidFill>
                  <a:srgbClr val="63666A"/>
                </a:solidFill>
              </a:rPr>
            </a:br>
            <a:r>
              <a:rPr lang="de-DE" sz="1100" dirty="0">
                <a:solidFill>
                  <a:srgbClr val="63666A"/>
                </a:solidFill>
              </a:rPr>
              <a:t>25 Farringdon Street</a:t>
            </a:r>
            <a:br>
              <a:rPr lang="de-DE" sz="1100" dirty="0">
                <a:solidFill>
                  <a:srgbClr val="63666A"/>
                </a:solidFill>
              </a:rPr>
            </a:br>
            <a:r>
              <a:rPr lang="de-DE" sz="1100" dirty="0">
                <a:solidFill>
                  <a:srgbClr val="63666A"/>
                </a:solidFill>
              </a:rPr>
              <a:t>London</a:t>
            </a:r>
            <a:br>
              <a:rPr lang="de-DE" sz="1100" dirty="0">
                <a:solidFill>
                  <a:srgbClr val="63666A"/>
                </a:solidFill>
              </a:rPr>
            </a:br>
            <a:r>
              <a:rPr lang="de-DE" sz="1100" dirty="0">
                <a:solidFill>
                  <a:srgbClr val="63666A"/>
                </a:solidFill>
              </a:rPr>
              <a:t>EC4A 4AB</a:t>
            </a:r>
            <a:endParaRPr lang="en-GB" sz="1100" dirty="0">
              <a:solidFill>
                <a:srgbClr val="63666A"/>
              </a:solidFill>
            </a:endParaRPr>
          </a:p>
          <a:p>
            <a:endParaRPr lang="en-GB" sz="1400" b="1" dirty="0" smtClean="0">
              <a:solidFill>
                <a:srgbClr val="63666A"/>
              </a:solidFill>
            </a:endParaRPr>
          </a:p>
          <a:p>
            <a:r>
              <a:rPr lang="en-GB" sz="1400" b="1" dirty="0" smtClean="0">
                <a:solidFill>
                  <a:srgbClr val="63666A"/>
                </a:solidFill>
              </a:rPr>
              <a:t>rsmuk.com</a:t>
            </a:r>
          </a:p>
          <a:p>
            <a:endParaRPr lang="en-GB" sz="1400" b="1" dirty="0">
              <a:solidFill>
                <a:srgbClr val="63666A"/>
              </a:solidFill>
            </a:endParaRPr>
          </a:p>
          <a:p>
            <a:r>
              <a:rPr lang="en-US" sz="1000" dirty="0" smtClean="0"/>
              <a:t>The </a:t>
            </a:r>
            <a:r>
              <a:rPr lang="en-US" sz="1000" dirty="0"/>
              <a:t>UK group of companies and LLPs trading as RSM is a member of the RSM network. RSM is the trading name used by the members of the RSM network. Each member of the RSM network is an independent accounting and consulting firm each of which </a:t>
            </a:r>
            <a:r>
              <a:rPr lang="en-US" sz="1000" dirty="0" err="1"/>
              <a:t>practises</a:t>
            </a:r>
            <a:r>
              <a:rPr lang="en-US" sz="1000" dirty="0"/>
              <a:t> in its own right. The RSM network is not itself a separate legal entity of any description in any jurisdiction. The RSM network is administered by RSM International Limited, a company registered in England and Wales (company number 4040598) whose registered office is at 11 Old Jewry, London EC2R 8DU. The brand and trademark RSM and other intellectual property rights used by members of the network are owned by RSM International Association, an association governed by article 60 et </a:t>
            </a:r>
            <a:r>
              <a:rPr lang="en-US" sz="1000" dirty="0" err="1"/>
              <a:t>seq</a:t>
            </a:r>
            <a:r>
              <a:rPr lang="en-US" sz="1000" dirty="0"/>
              <a:t> of the Civil Code of Switzerland whose seat is in Zug.</a:t>
            </a:r>
          </a:p>
          <a:p>
            <a:endParaRPr lang="en-US" sz="1000" dirty="0"/>
          </a:p>
          <a:p>
            <a:r>
              <a:rPr lang="en-US" sz="1000" dirty="0"/>
              <a:t>RSM UK Consulting LLP, RSM Corporate Finance LLP, RSM Restructuring Advisory LLP, RSM Risk Assurance Services LLP, RSM Tax and Advisory Services LLP, RSM UK Audit LLP and RSM UK Tax  and Accounting Limited are not </a:t>
            </a:r>
            <a:r>
              <a:rPr lang="en-US" sz="1000" dirty="0" err="1"/>
              <a:t>authorised</a:t>
            </a:r>
            <a:r>
              <a:rPr lang="en-US" sz="1000" dirty="0"/>
              <a:t> under the Financial Services and Markets Act 2000but we are able in certain circumstances to offer a limited range of investment services because we are members of the Institute of Chartered Accountants in England and Wales.  We can provide these investment services if they are an incidental part of the professional services we have been engaged to provide. Baker Tilly Creditor Services LLP is </a:t>
            </a:r>
            <a:r>
              <a:rPr lang="en-US" sz="1000" dirty="0" err="1"/>
              <a:t>authorised</a:t>
            </a:r>
            <a:r>
              <a:rPr lang="en-US" sz="1000" dirty="0"/>
              <a:t> and regulated by the Financial Conduct Authority for credit-related regulated activities. RSM &amp; Co (UK) Limited is </a:t>
            </a:r>
            <a:r>
              <a:rPr lang="en-US" sz="1000" dirty="0" err="1"/>
              <a:t>authorised</a:t>
            </a:r>
            <a:r>
              <a:rPr lang="en-US" sz="1000" dirty="0"/>
              <a:t> and regulated by the Financial Conduct Authority to conduct a range of investment business </a:t>
            </a:r>
            <a:r>
              <a:rPr lang="en-US" sz="1000" dirty="0" smtClean="0"/>
              <a:t>activities. </a:t>
            </a:r>
            <a:r>
              <a:rPr lang="en-US" sz="1000" dirty="0"/>
              <a:t>Whilst every effort has been made to ensure accuracy, information contained in this communication may not be comprehensive and recipients should not act upon it without seeking professional advice</a:t>
            </a:r>
            <a:r>
              <a:rPr lang="en-US" sz="1000" dirty="0" smtClean="0"/>
              <a:t>.</a:t>
            </a:r>
          </a:p>
          <a:p>
            <a:endParaRPr lang="en-US" sz="1000" dirty="0" smtClean="0"/>
          </a:p>
          <a:p>
            <a:r>
              <a:rPr lang="en-US" sz="1000" dirty="0" smtClean="0"/>
              <a:t>© </a:t>
            </a:r>
            <a:r>
              <a:rPr lang="en-US" sz="1000" dirty="0"/>
              <a:t>2016 RSM UK Group LLP, all rights </a:t>
            </a:r>
            <a:r>
              <a:rPr lang="en-US" sz="1000" dirty="0" smtClean="0"/>
              <a:t>reserved</a:t>
            </a:r>
            <a:r>
              <a:rPr lang="en-GB" sz="1000" dirty="0" smtClean="0">
                <a:solidFill>
                  <a:srgbClr val="63666A"/>
                </a:solidFill>
              </a:rPr>
              <a:t>.</a:t>
            </a:r>
          </a:p>
        </p:txBody>
      </p:sp>
    </p:spTree>
    <p:extLst>
      <p:ext uri="{BB962C8B-B14F-4D97-AF65-F5344CB8AC3E}">
        <p14:creationId xmlns:p14="http://schemas.microsoft.com/office/powerpoint/2010/main" val="2234750485"/>
      </p:ext>
    </p:extLst>
  </p:cSld>
  <p:clrMapOvr>
    <a:masterClrMapping/>
  </p:clrMapOvr>
  <p:timing>
    <p:tnLst>
      <p:par>
        <p:cTn id="1" dur="indefinite" restart="never" nodeType="tmRoot"/>
      </p:par>
    </p:tnLst>
  </p:timing>
</p:sld>
</file>

<file path=ppt/theme/theme1.xml><?xml version="1.0" encoding="utf-8"?>
<a:theme xmlns:a="http://schemas.openxmlformats.org/drawingml/2006/main" name="16.9 Quick_presentation">
  <a:themeElements>
    <a:clrScheme name="RSM">
      <a:dk1>
        <a:srgbClr val="63666A"/>
      </a:dk1>
      <a:lt1>
        <a:sysClr val="window" lastClr="FFFFFF"/>
      </a:lt1>
      <a:dk2>
        <a:srgbClr val="888B8D"/>
      </a:dk2>
      <a:lt2>
        <a:srgbClr val="DCDDDE"/>
      </a:lt2>
      <a:accent1>
        <a:srgbClr val="009CDE"/>
      </a:accent1>
      <a:accent2>
        <a:srgbClr val="3F9C35"/>
      </a:accent2>
      <a:accent3>
        <a:srgbClr val="34A798"/>
      </a:accent3>
      <a:accent4>
        <a:srgbClr val="9F5CC0"/>
      </a:accent4>
      <a:accent5>
        <a:srgbClr val="F1B434"/>
      </a:accent5>
      <a:accent6>
        <a:srgbClr val="E40046"/>
      </a:accent6>
      <a:hlink>
        <a:srgbClr val="009CDE"/>
      </a:hlink>
      <a:folHlink>
        <a:srgbClr val="63666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16.9 Quick_presentation</Template>
  <TotalTime>2216</TotalTime>
  <Words>542</Words>
  <Application>Microsoft Office PowerPoint</Application>
  <PresentationFormat>On-screen Show (16:9)</PresentationFormat>
  <Paragraphs>85</Paragraphs>
  <Slides>12</Slides>
  <Notes>7</Notes>
  <HiddenSlides>1</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16.9 Quick_presentation</vt:lpstr>
      <vt:lpstr>PowerPoint Presentation</vt:lpstr>
      <vt:lpstr>PowerPoint Presentation</vt:lpstr>
      <vt:lpstr>PowerPoint Presentation</vt:lpstr>
      <vt:lpstr>PowerPoint Presentation</vt:lpstr>
      <vt:lpstr>PowerPoint Presentation</vt:lpstr>
      <vt:lpstr>IT Strategy</vt:lpstr>
      <vt:lpstr>PowerPoint Presentation</vt:lpstr>
      <vt:lpstr>PowerPoint Presentation</vt:lpstr>
      <vt:lpstr>PowerPoint Presentation</vt:lpstr>
      <vt:lpstr>PowerPoint Presentation</vt:lpstr>
      <vt:lpstr>PowerPoint Presentation</vt:lpstr>
      <vt:lpstr>PowerPoint Presentation</vt:lpstr>
    </vt:vector>
  </TitlesOfParts>
  <Company>RSM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Knowles Chris</dc:creator>
  <cp:lastModifiedBy>Hipple Frances</cp:lastModifiedBy>
  <cp:revision>63</cp:revision>
  <cp:lastPrinted>2016-06-29T14:37:19Z</cp:lastPrinted>
  <dcterms:created xsi:type="dcterms:W3CDTF">2016-01-18T07:06:48Z</dcterms:created>
  <dcterms:modified xsi:type="dcterms:W3CDTF">2016-07-01T09:44:23Z</dcterms:modified>
</cp:coreProperties>
</file>