
<file path=[Content_Types].xml><?xml version="1.0" encoding="utf-8"?>
<Types xmlns="http://schemas.openxmlformats.org/package/2006/content-types">
  <Default Extension="png" ContentType="image/png"/>
  <Default Extension="jpeg" ContentType="image/jpeg"/>
  <Default Extension="wmf" ContentType="image/x-wmf"/>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handoutMasterIdLst>
    <p:handoutMasterId r:id="rId15"/>
  </p:handoutMasterIdLst>
  <p:sldIdLst>
    <p:sldId id="258" r:id="rId2"/>
    <p:sldId id="297" r:id="rId3"/>
    <p:sldId id="290" r:id="rId4"/>
    <p:sldId id="309" r:id="rId5"/>
    <p:sldId id="295" r:id="rId6"/>
    <p:sldId id="311" r:id="rId7"/>
    <p:sldId id="303" r:id="rId8"/>
    <p:sldId id="304" r:id="rId9"/>
    <p:sldId id="305" r:id="rId10"/>
    <p:sldId id="306" r:id="rId11"/>
    <p:sldId id="307" r:id="rId12"/>
    <p:sldId id="310" r:id="rId13"/>
  </p:sldIdLst>
  <p:sldSz cx="9144000" cy="5143500" type="screen16x9"/>
  <p:notesSz cx="6669088" cy="987266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3121">
          <p15:clr>
            <a:srgbClr val="A4A3A4"/>
          </p15:clr>
        </p15:guide>
        <p15:guide id="2" orient="horz" pos="2791">
          <p15:clr>
            <a:srgbClr val="A4A3A4"/>
          </p15:clr>
        </p15:guide>
        <p15:guide id="3" orient="horz" pos="117">
          <p15:clr>
            <a:srgbClr val="A4A3A4"/>
          </p15:clr>
        </p15:guide>
        <p15:guide id="4" orient="horz">
          <p15:clr>
            <a:srgbClr val="A4A3A4"/>
          </p15:clr>
        </p15:guide>
        <p15:guide id="5" orient="horz" pos="239">
          <p15:clr>
            <a:srgbClr val="A4A3A4"/>
          </p15:clr>
        </p15:guide>
        <p15:guide id="6" orient="horz" pos="486">
          <p15:clr>
            <a:srgbClr val="A4A3A4"/>
          </p15:clr>
        </p15:guide>
        <p15:guide id="7" orient="horz" pos="2903">
          <p15:clr>
            <a:srgbClr val="A4A3A4"/>
          </p15:clr>
        </p15:guide>
        <p15:guide id="8" pos="2880">
          <p15:clr>
            <a:srgbClr val="A4A3A4"/>
          </p15:clr>
        </p15:guide>
        <p15:guide id="9" pos="5650">
          <p15:clr>
            <a:srgbClr val="A4A3A4"/>
          </p15:clr>
        </p15:guide>
        <p15:guide id="10" pos="345">
          <p15:clr>
            <a:srgbClr val="A4A3A4"/>
          </p15:clr>
        </p15:guide>
      </p15:sldGuideLst>
    </p:ext>
    <p:ext uri="{2D200454-40CA-4A62-9FC3-DE9A4176ACB9}">
      <p15:notesGuideLst xmlns=""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4E7F7"/>
    <a:srgbClr val="DBECD4"/>
    <a:srgbClr val="6366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93" autoAdjust="0"/>
    <p:restoredTop sz="84460" autoAdjust="0"/>
  </p:normalViewPr>
  <p:slideViewPr>
    <p:cSldViewPr snapToGrid="0">
      <p:cViewPr>
        <p:scale>
          <a:sx n="100" d="100"/>
          <a:sy n="100" d="100"/>
        </p:scale>
        <p:origin x="-2220" y="-594"/>
      </p:cViewPr>
      <p:guideLst>
        <p:guide orient="horz" pos="3121"/>
        <p:guide orient="horz" pos="2791"/>
        <p:guide orient="horz" pos="117"/>
        <p:guide orient="horz"/>
        <p:guide orient="horz" pos="581"/>
        <p:guide orient="horz" pos="486"/>
        <p:guide orient="horz" pos="2903"/>
        <p:guide orient="horz" pos="935"/>
        <p:guide pos="2859"/>
        <p:guide pos="5650"/>
        <p:guide pos="160"/>
        <p:guide pos="2948"/>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5" d="100"/>
          <a:sy n="85" d="100"/>
        </p:scale>
        <p:origin x="-3786" y="-96"/>
      </p:cViewPr>
      <p:guideLst>
        <p:guide orient="horz" pos="3110"/>
        <p:guide pos="2101"/>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diagrams/_rels/data1.xml.rels><?xml version="1.0" encoding="UTF-8" standalone="yes"?>
<Relationships xmlns="http://schemas.openxmlformats.org/package/2006/relationships"><Relationship Id="rId1" Type="http://schemas.openxmlformats.org/officeDocument/2006/relationships/image" Target="../media/image3.png"/></Relationships>
</file>

<file path=ppt/diagrams/_rels/drawing1.xml.rels><?xml version="1.0" encoding="UTF-8" standalone="yes"?>
<Relationships xmlns="http://schemas.openxmlformats.org/package/2006/relationships"><Relationship Id="rId1" Type="http://schemas.openxmlformats.org/officeDocument/2006/relationships/image" Target="../media/image3.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72188F3-9FB1-47D5-BC96-AC070B6E90C7}" type="doc">
      <dgm:prSet loTypeId="urn:microsoft.com/office/officeart/2011/layout/HexagonRadial#2" loCatId="officeonline" qsTypeId="urn:microsoft.com/office/officeart/2005/8/quickstyle/3d1" qsCatId="3D" csTypeId="urn:microsoft.com/office/officeart/2005/8/colors/accent1_2" csCatId="accent1" phldr="1"/>
      <dgm:spPr/>
      <dgm:t>
        <a:bodyPr/>
        <a:lstStyle/>
        <a:p>
          <a:endParaRPr lang="en-GB"/>
        </a:p>
      </dgm:t>
    </dgm:pt>
    <dgm:pt modelId="{D9401464-59BF-4294-BF66-70EE0654FA02}">
      <dgm:prSet phldrT="[Text]" custT="1"/>
      <dgm:spPr>
        <a:solidFill>
          <a:schemeClr val="accent2"/>
        </a:solidFill>
      </dgm:spPr>
      <dgm:t>
        <a:bodyPr/>
        <a:lstStyle/>
        <a:p>
          <a:r>
            <a:rPr lang="en-GB" sz="1100" b="1" dirty="0" smtClean="0"/>
            <a:t>RSM Technology Consulting</a:t>
          </a:r>
          <a:endParaRPr lang="en-GB" sz="1100" b="1" dirty="0"/>
        </a:p>
      </dgm:t>
    </dgm:pt>
    <dgm:pt modelId="{79AAD480-5CCF-4255-BA01-15572179A438}" type="parTrans" cxnId="{3ADDB16E-4218-4916-87CC-4D0AA67159E6}">
      <dgm:prSet/>
      <dgm:spPr/>
      <dgm:t>
        <a:bodyPr/>
        <a:lstStyle/>
        <a:p>
          <a:endParaRPr lang="en-GB" sz="1800" b="1"/>
        </a:p>
      </dgm:t>
    </dgm:pt>
    <dgm:pt modelId="{892E24AE-A27D-4511-A450-3A1727C8252F}" type="sibTrans" cxnId="{3ADDB16E-4218-4916-87CC-4D0AA67159E6}">
      <dgm:prSet/>
      <dgm:spPr/>
      <dgm:t>
        <a:bodyPr/>
        <a:lstStyle/>
        <a:p>
          <a:endParaRPr lang="en-GB" sz="1800" b="1"/>
        </a:p>
      </dgm:t>
    </dgm:pt>
    <dgm:pt modelId="{CC18DAA4-D3FC-44B1-96AD-05D22DA4A5CB}">
      <dgm:prSet phldrT="[Text]" custT="1"/>
      <dgm:spPr/>
      <dgm:t>
        <a:bodyPr/>
        <a:lstStyle/>
        <a:p>
          <a:r>
            <a:rPr lang="en-GB" sz="1100" b="1" dirty="0" smtClean="0"/>
            <a:t>Digital &amp; IT strategy</a:t>
          </a:r>
          <a:endParaRPr lang="en-GB" sz="1100" b="1" dirty="0"/>
        </a:p>
      </dgm:t>
    </dgm:pt>
    <dgm:pt modelId="{1AB2CA4B-60D4-4D7C-92E4-F8D120C807B4}" type="parTrans" cxnId="{7791FAB0-6744-402E-BC90-BC989E73883F}">
      <dgm:prSet/>
      <dgm:spPr/>
      <dgm:t>
        <a:bodyPr/>
        <a:lstStyle/>
        <a:p>
          <a:endParaRPr lang="en-GB" sz="1800" b="1"/>
        </a:p>
      </dgm:t>
    </dgm:pt>
    <dgm:pt modelId="{72D4550F-F21D-47F0-910E-1C179FF33882}" type="sibTrans" cxnId="{7791FAB0-6744-402E-BC90-BC989E73883F}">
      <dgm:prSet/>
      <dgm:spPr/>
      <dgm:t>
        <a:bodyPr/>
        <a:lstStyle/>
        <a:p>
          <a:endParaRPr lang="en-GB" sz="1800" b="1"/>
        </a:p>
      </dgm:t>
    </dgm:pt>
    <dgm:pt modelId="{9CE2B8EA-FEDD-4D9F-A03E-D91E6094A2BE}">
      <dgm:prSet phldrT="[Text]" custT="1"/>
      <dgm:spPr/>
      <dgm:t>
        <a:bodyPr/>
        <a:lstStyle/>
        <a:p>
          <a:r>
            <a:rPr lang="en-GB" sz="1100" b="1" dirty="0" smtClean="0"/>
            <a:t>ERP &amp; accounting systems</a:t>
          </a:r>
          <a:endParaRPr lang="en-GB" sz="1100" b="1" dirty="0"/>
        </a:p>
      </dgm:t>
    </dgm:pt>
    <dgm:pt modelId="{FD0A8BC8-F0BC-4F92-BB11-423D1994F1AF}" type="parTrans" cxnId="{4545DE56-D099-4CA5-B47F-2E0F0677EDF8}">
      <dgm:prSet/>
      <dgm:spPr/>
      <dgm:t>
        <a:bodyPr/>
        <a:lstStyle/>
        <a:p>
          <a:endParaRPr lang="en-GB" sz="1800" b="1"/>
        </a:p>
      </dgm:t>
    </dgm:pt>
    <dgm:pt modelId="{71D3F13C-64AD-418E-863E-4134255218B5}" type="sibTrans" cxnId="{4545DE56-D099-4CA5-B47F-2E0F0677EDF8}">
      <dgm:prSet/>
      <dgm:spPr/>
      <dgm:t>
        <a:bodyPr/>
        <a:lstStyle/>
        <a:p>
          <a:endParaRPr lang="en-GB" sz="1800" b="1"/>
        </a:p>
      </dgm:t>
    </dgm:pt>
    <dgm:pt modelId="{08846AA7-E90C-44B3-90C7-5713507432B9}">
      <dgm:prSet phldrT="[Text]" custT="1"/>
      <dgm:spPr/>
      <dgm:t>
        <a:bodyPr/>
        <a:lstStyle/>
        <a:p>
          <a:r>
            <a:rPr lang="en-GB" sz="1100" b="1" smtClean="0">
              <a:latin typeface="Arial"/>
              <a:ea typeface="+mn-ea"/>
              <a:cs typeface="+mn-cs"/>
            </a:rPr>
            <a:t>IT risk</a:t>
          </a:r>
          <a:br>
            <a:rPr lang="en-GB" sz="1100" b="1" smtClean="0">
              <a:latin typeface="Arial"/>
              <a:ea typeface="+mn-ea"/>
              <a:cs typeface="+mn-cs"/>
            </a:rPr>
          </a:br>
          <a:r>
            <a:rPr lang="en-GB" sz="1100" b="1" smtClean="0">
              <a:latin typeface="Arial"/>
              <a:ea typeface="+mn-ea"/>
              <a:cs typeface="+mn-cs"/>
            </a:rPr>
            <a:t>and</a:t>
          </a:r>
          <a:br>
            <a:rPr lang="en-GB" sz="1100" b="1" smtClean="0">
              <a:latin typeface="Arial"/>
              <a:ea typeface="+mn-ea"/>
              <a:cs typeface="+mn-cs"/>
            </a:rPr>
          </a:br>
          <a:r>
            <a:rPr lang="en-GB" sz="1100" b="1" smtClean="0">
              <a:latin typeface="Arial"/>
              <a:ea typeface="+mn-ea"/>
              <a:cs typeface="+mn-cs"/>
            </a:rPr>
            <a:t>security</a:t>
          </a:r>
          <a:endParaRPr lang="en-GB" sz="1100" b="1" dirty="0"/>
        </a:p>
      </dgm:t>
    </dgm:pt>
    <dgm:pt modelId="{38CFB952-6096-4BC5-8222-95241DE740C2}" type="parTrans" cxnId="{E3CC780C-AFE9-46F9-941F-D9B5DEF6F2EC}">
      <dgm:prSet/>
      <dgm:spPr/>
      <dgm:t>
        <a:bodyPr/>
        <a:lstStyle/>
        <a:p>
          <a:endParaRPr lang="en-GB" sz="1800" b="1"/>
        </a:p>
      </dgm:t>
    </dgm:pt>
    <dgm:pt modelId="{DDE67675-0C9F-47F6-9BDF-554FCF0B80AF}" type="sibTrans" cxnId="{E3CC780C-AFE9-46F9-941F-D9B5DEF6F2EC}">
      <dgm:prSet/>
      <dgm:spPr/>
      <dgm:t>
        <a:bodyPr/>
        <a:lstStyle/>
        <a:p>
          <a:endParaRPr lang="en-GB" sz="1800" b="1"/>
        </a:p>
      </dgm:t>
    </dgm:pt>
    <dgm:pt modelId="{32982E59-02CD-4CC7-ABD7-53B7762D2B12}">
      <dgm:prSet phldrT="[Text]" custT="1"/>
      <dgm:spPr/>
      <dgm:t>
        <a:bodyPr/>
        <a:lstStyle/>
        <a:p>
          <a:r>
            <a:rPr lang="en-GB" sz="1100" b="1" dirty="0" smtClean="0"/>
            <a:t>IT resilience</a:t>
          </a:r>
          <a:endParaRPr lang="en-GB" sz="1100" b="1" dirty="0"/>
        </a:p>
      </dgm:t>
    </dgm:pt>
    <dgm:pt modelId="{94BBE739-F564-4B78-B979-4E500A5CE6A7}" type="parTrans" cxnId="{36670866-49F1-4824-9FBE-E10273CD7111}">
      <dgm:prSet/>
      <dgm:spPr/>
      <dgm:t>
        <a:bodyPr/>
        <a:lstStyle/>
        <a:p>
          <a:endParaRPr lang="en-GB" sz="1800" b="1"/>
        </a:p>
      </dgm:t>
    </dgm:pt>
    <dgm:pt modelId="{B2359486-32FB-43AC-8367-7ABFE2202951}" type="sibTrans" cxnId="{36670866-49F1-4824-9FBE-E10273CD7111}">
      <dgm:prSet/>
      <dgm:spPr/>
      <dgm:t>
        <a:bodyPr/>
        <a:lstStyle/>
        <a:p>
          <a:endParaRPr lang="en-GB" sz="1800" b="1"/>
        </a:p>
      </dgm:t>
    </dgm:pt>
    <dgm:pt modelId="{90778DC4-7E48-4B2C-9FA7-8F980A2C31C2}">
      <dgm:prSet phldrT="[Text]" custT="1"/>
      <dgm:spPr/>
      <dgm:t>
        <a:bodyPr/>
        <a:lstStyle/>
        <a:p>
          <a:r>
            <a:rPr lang="en-GB" sz="1100" b="1" dirty="0" smtClean="0"/>
            <a:t>System selection</a:t>
          </a:r>
          <a:endParaRPr lang="en-GB" sz="1100" b="1" dirty="0"/>
        </a:p>
      </dgm:t>
    </dgm:pt>
    <dgm:pt modelId="{7795E3F7-039D-4778-B495-14D01E02935D}" type="sibTrans" cxnId="{C6B97A13-E199-410F-B8B8-4BCA762282C7}">
      <dgm:prSet/>
      <dgm:spPr/>
      <dgm:t>
        <a:bodyPr/>
        <a:lstStyle/>
        <a:p>
          <a:endParaRPr lang="en-GB" sz="1800" b="1"/>
        </a:p>
      </dgm:t>
    </dgm:pt>
    <dgm:pt modelId="{8EE8C71A-3825-4E91-B88F-F1F3FBF8F29B}" type="parTrans" cxnId="{C6B97A13-E199-410F-B8B8-4BCA762282C7}">
      <dgm:prSet/>
      <dgm:spPr/>
      <dgm:t>
        <a:bodyPr/>
        <a:lstStyle/>
        <a:p>
          <a:endParaRPr lang="en-GB" sz="1800" b="1"/>
        </a:p>
      </dgm:t>
    </dgm:pt>
    <dgm:pt modelId="{A28BB058-7700-4C1A-8449-22F5AF489E07}">
      <dgm:prSet phldrT="[Text]" custT="1"/>
      <dgm:spPr/>
      <dgm:t>
        <a:bodyPr/>
        <a:lstStyle/>
        <a:p>
          <a:r>
            <a:rPr lang="en-GB" sz="1100" b="1" dirty="0" smtClean="0"/>
            <a:t>IT project delivery</a:t>
          </a:r>
          <a:endParaRPr lang="en-GB" sz="1100" b="1" dirty="0"/>
        </a:p>
      </dgm:t>
    </dgm:pt>
    <dgm:pt modelId="{78E60011-C1C2-410E-BFFE-FF43522D97AD}" type="parTrans" cxnId="{1C3C63BE-B808-4923-AB00-A22D5DD3D7A1}">
      <dgm:prSet/>
      <dgm:spPr/>
      <dgm:t>
        <a:bodyPr/>
        <a:lstStyle/>
        <a:p>
          <a:endParaRPr lang="en-GB"/>
        </a:p>
      </dgm:t>
    </dgm:pt>
    <dgm:pt modelId="{B2E0C665-E859-407A-90EF-7DF697D81DC7}" type="sibTrans" cxnId="{1C3C63BE-B808-4923-AB00-A22D5DD3D7A1}">
      <dgm:prSet/>
      <dgm:spPr/>
      <dgm:t>
        <a:bodyPr/>
        <a:lstStyle/>
        <a:p>
          <a:endParaRPr lang="en-GB"/>
        </a:p>
      </dgm:t>
    </dgm:pt>
    <dgm:pt modelId="{8AEEFA29-A93E-4C72-B299-AD5800D77900}" type="pres">
      <dgm:prSet presAssocID="{572188F3-9FB1-47D5-BC96-AC070B6E90C7}" presName="Name0" presStyleCnt="0">
        <dgm:presLayoutVars>
          <dgm:chMax val="1"/>
          <dgm:chPref val="1"/>
          <dgm:dir/>
          <dgm:animOne val="branch"/>
          <dgm:animLvl val="lvl"/>
        </dgm:presLayoutVars>
      </dgm:prSet>
      <dgm:spPr/>
      <dgm:t>
        <a:bodyPr/>
        <a:lstStyle/>
        <a:p>
          <a:endParaRPr lang="en-GB"/>
        </a:p>
      </dgm:t>
    </dgm:pt>
    <dgm:pt modelId="{8AD992C5-F85F-4D92-9F50-5D4CB7993C3D}" type="pres">
      <dgm:prSet presAssocID="{D9401464-59BF-4294-BF66-70EE0654FA02}" presName="Parent" presStyleLbl="node0" presStyleIdx="0" presStyleCnt="1">
        <dgm:presLayoutVars>
          <dgm:chMax val="6"/>
          <dgm:chPref val="6"/>
        </dgm:presLayoutVars>
      </dgm:prSet>
      <dgm:spPr/>
      <dgm:t>
        <a:bodyPr/>
        <a:lstStyle/>
        <a:p>
          <a:endParaRPr lang="en-GB"/>
        </a:p>
      </dgm:t>
    </dgm:pt>
    <dgm:pt modelId="{09C86F38-9F7A-4050-83B5-CB214208CC78}" type="pres">
      <dgm:prSet presAssocID="{CC18DAA4-D3FC-44B1-96AD-05D22DA4A5CB}" presName="Accent1" presStyleCnt="0"/>
      <dgm:spPr/>
      <dgm:t>
        <a:bodyPr/>
        <a:lstStyle/>
        <a:p>
          <a:endParaRPr lang="en-GB"/>
        </a:p>
      </dgm:t>
    </dgm:pt>
    <dgm:pt modelId="{D68F5B25-2DE8-46C4-A60F-8776173323E7}" type="pres">
      <dgm:prSet presAssocID="{CC18DAA4-D3FC-44B1-96AD-05D22DA4A5CB}" presName="Accent" presStyleLbl="bgShp" presStyleIdx="0" presStyleCnt="6"/>
      <dgm:spPr/>
      <dgm:t>
        <a:bodyPr/>
        <a:lstStyle/>
        <a:p>
          <a:endParaRPr lang="en-GB"/>
        </a:p>
      </dgm:t>
    </dgm:pt>
    <dgm:pt modelId="{6EF87B21-B1A0-4002-AFA3-083C9F025C3A}" type="pres">
      <dgm:prSet presAssocID="{CC18DAA4-D3FC-44B1-96AD-05D22DA4A5CB}" presName="Child1" presStyleLbl="node1" presStyleIdx="0" presStyleCnt="6">
        <dgm:presLayoutVars>
          <dgm:chMax val="0"/>
          <dgm:chPref val="0"/>
          <dgm:bulletEnabled val="1"/>
        </dgm:presLayoutVars>
      </dgm:prSet>
      <dgm:spPr/>
      <dgm:t>
        <a:bodyPr/>
        <a:lstStyle/>
        <a:p>
          <a:endParaRPr lang="en-GB"/>
        </a:p>
      </dgm:t>
    </dgm:pt>
    <dgm:pt modelId="{3F2FA2A0-E01C-4CC8-A175-FDD2CDBE7FA8}" type="pres">
      <dgm:prSet presAssocID="{90778DC4-7E48-4B2C-9FA7-8F980A2C31C2}" presName="Accent2" presStyleCnt="0"/>
      <dgm:spPr/>
      <dgm:t>
        <a:bodyPr/>
        <a:lstStyle/>
        <a:p>
          <a:endParaRPr lang="en-GB"/>
        </a:p>
      </dgm:t>
    </dgm:pt>
    <dgm:pt modelId="{7F0273A2-DFCD-4805-90AA-6F332DF2D94A}" type="pres">
      <dgm:prSet presAssocID="{90778DC4-7E48-4B2C-9FA7-8F980A2C31C2}" presName="Accent" presStyleLbl="bgShp" presStyleIdx="1" presStyleCnt="6"/>
      <dgm:spPr/>
      <dgm:t>
        <a:bodyPr/>
        <a:lstStyle/>
        <a:p>
          <a:endParaRPr lang="en-GB"/>
        </a:p>
      </dgm:t>
    </dgm:pt>
    <dgm:pt modelId="{76E2DF38-CB22-4C46-8872-05CB3864CD18}" type="pres">
      <dgm:prSet presAssocID="{90778DC4-7E48-4B2C-9FA7-8F980A2C31C2}" presName="Child2" presStyleLbl="node1" presStyleIdx="1" presStyleCnt="6" custLinFactNeighborX="-1473" custLinFactNeighborY="1394">
        <dgm:presLayoutVars>
          <dgm:chMax val="0"/>
          <dgm:chPref val="0"/>
          <dgm:bulletEnabled val="1"/>
        </dgm:presLayoutVars>
      </dgm:prSet>
      <dgm:spPr/>
      <dgm:t>
        <a:bodyPr/>
        <a:lstStyle/>
        <a:p>
          <a:endParaRPr lang="en-GB"/>
        </a:p>
      </dgm:t>
    </dgm:pt>
    <dgm:pt modelId="{FF069293-D7B6-409B-B414-D3CE1033FCCC}" type="pres">
      <dgm:prSet presAssocID="{9CE2B8EA-FEDD-4D9F-A03E-D91E6094A2BE}" presName="Accent3" presStyleCnt="0"/>
      <dgm:spPr/>
      <dgm:t>
        <a:bodyPr/>
        <a:lstStyle/>
        <a:p>
          <a:endParaRPr lang="en-GB"/>
        </a:p>
      </dgm:t>
    </dgm:pt>
    <dgm:pt modelId="{6A8DBDD1-7785-4847-82D5-931D7F20233A}" type="pres">
      <dgm:prSet presAssocID="{9CE2B8EA-FEDD-4D9F-A03E-D91E6094A2BE}" presName="Accent" presStyleLbl="bgShp" presStyleIdx="2" presStyleCnt="6"/>
      <dgm:spPr/>
      <dgm:t>
        <a:bodyPr/>
        <a:lstStyle/>
        <a:p>
          <a:endParaRPr lang="en-GB"/>
        </a:p>
      </dgm:t>
    </dgm:pt>
    <dgm:pt modelId="{30830000-A553-4E38-8C54-79420FBD7D5A}" type="pres">
      <dgm:prSet presAssocID="{9CE2B8EA-FEDD-4D9F-A03E-D91E6094A2BE}" presName="Child3" presStyleLbl="node1" presStyleIdx="2" presStyleCnt="6">
        <dgm:presLayoutVars>
          <dgm:chMax val="0"/>
          <dgm:chPref val="0"/>
          <dgm:bulletEnabled val="1"/>
        </dgm:presLayoutVars>
      </dgm:prSet>
      <dgm:spPr/>
      <dgm:t>
        <a:bodyPr/>
        <a:lstStyle/>
        <a:p>
          <a:endParaRPr lang="en-GB"/>
        </a:p>
      </dgm:t>
    </dgm:pt>
    <dgm:pt modelId="{B9A0966B-687E-496F-9C63-EA95F2A3618E}" type="pres">
      <dgm:prSet presAssocID="{A28BB058-7700-4C1A-8449-22F5AF489E07}" presName="Accent4" presStyleCnt="0"/>
      <dgm:spPr/>
      <dgm:t>
        <a:bodyPr/>
        <a:lstStyle/>
        <a:p>
          <a:endParaRPr lang="en-GB"/>
        </a:p>
      </dgm:t>
    </dgm:pt>
    <dgm:pt modelId="{883FFAA7-F9D3-4DF9-96C3-1A9319804CA0}" type="pres">
      <dgm:prSet presAssocID="{A28BB058-7700-4C1A-8449-22F5AF489E07}" presName="Accent" presStyleLbl="bgShp" presStyleIdx="3" presStyleCnt="6"/>
      <dgm:spPr/>
      <dgm:t>
        <a:bodyPr/>
        <a:lstStyle/>
        <a:p>
          <a:endParaRPr lang="en-GB"/>
        </a:p>
      </dgm:t>
    </dgm:pt>
    <dgm:pt modelId="{43D9D079-435A-43E8-88F7-EFE28EA96563}" type="pres">
      <dgm:prSet presAssocID="{A28BB058-7700-4C1A-8449-22F5AF489E07}" presName="Child4" presStyleLbl="node1" presStyleIdx="3" presStyleCnt="6">
        <dgm:presLayoutVars>
          <dgm:chMax val="0"/>
          <dgm:chPref val="0"/>
          <dgm:bulletEnabled val="1"/>
        </dgm:presLayoutVars>
      </dgm:prSet>
      <dgm:spPr/>
      <dgm:t>
        <a:bodyPr/>
        <a:lstStyle/>
        <a:p>
          <a:endParaRPr lang="en-GB"/>
        </a:p>
      </dgm:t>
    </dgm:pt>
    <dgm:pt modelId="{FF29FE3A-F24F-45FF-A4F7-5504436145F6}" type="pres">
      <dgm:prSet presAssocID="{08846AA7-E90C-44B3-90C7-5713507432B9}" presName="Accent5" presStyleCnt="0"/>
      <dgm:spPr/>
      <dgm:t>
        <a:bodyPr/>
        <a:lstStyle/>
        <a:p>
          <a:endParaRPr lang="en-GB"/>
        </a:p>
      </dgm:t>
    </dgm:pt>
    <dgm:pt modelId="{5A0E315C-977C-4ED9-AC99-F2F81A7822D6}" type="pres">
      <dgm:prSet presAssocID="{08846AA7-E90C-44B3-90C7-5713507432B9}" presName="Accent" presStyleLbl="bgShp" presStyleIdx="4" presStyleCnt="6"/>
      <dgm:spPr/>
      <dgm:t>
        <a:bodyPr/>
        <a:lstStyle/>
        <a:p>
          <a:endParaRPr lang="en-GB"/>
        </a:p>
      </dgm:t>
    </dgm:pt>
    <dgm:pt modelId="{CEEC4E0C-101B-421D-99E0-E114E30F96D4}" type="pres">
      <dgm:prSet presAssocID="{08846AA7-E90C-44B3-90C7-5713507432B9}" presName="Child5" presStyleLbl="node1" presStyleIdx="4" presStyleCnt="6">
        <dgm:presLayoutVars>
          <dgm:chMax val="0"/>
          <dgm:chPref val="0"/>
          <dgm:bulletEnabled val="1"/>
        </dgm:presLayoutVars>
      </dgm:prSet>
      <dgm:spPr/>
      <dgm:t>
        <a:bodyPr/>
        <a:lstStyle/>
        <a:p>
          <a:endParaRPr lang="en-GB"/>
        </a:p>
      </dgm:t>
    </dgm:pt>
    <dgm:pt modelId="{70027E75-E89D-467C-80DB-A6BBB1998536}" type="pres">
      <dgm:prSet presAssocID="{32982E59-02CD-4CC7-ABD7-53B7762D2B12}" presName="Accent6" presStyleCnt="0"/>
      <dgm:spPr/>
      <dgm:t>
        <a:bodyPr/>
        <a:lstStyle/>
        <a:p>
          <a:endParaRPr lang="en-GB"/>
        </a:p>
      </dgm:t>
    </dgm:pt>
    <dgm:pt modelId="{7956F5D2-C8CC-4AA4-AB8F-DDA8C176BF24}" type="pres">
      <dgm:prSet presAssocID="{32982E59-02CD-4CC7-ABD7-53B7762D2B12}" presName="Accent" presStyleLbl="bgShp" presStyleIdx="5" presStyleCnt="6"/>
      <dgm:spPr>
        <a:blipFill rotWithShape="0">
          <a:blip xmlns:r="http://schemas.openxmlformats.org/officeDocument/2006/relationships" r:embed="rId1">
            <a:extLst>
              <a:ext uri="{28A0092B-C50C-407E-A947-70E740481C1C}">
                <a14:useLocalDpi xmlns:a14="http://schemas.microsoft.com/office/drawing/2010/main" val="0"/>
              </a:ext>
            </a:extLst>
          </a:blip>
          <a:stretch>
            <a:fillRect/>
          </a:stretch>
        </a:blipFill>
      </dgm:spPr>
      <dgm:t>
        <a:bodyPr/>
        <a:lstStyle/>
        <a:p>
          <a:endParaRPr lang="en-GB"/>
        </a:p>
      </dgm:t>
    </dgm:pt>
    <dgm:pt modelId="{154188D1-8F99-4E75-90A2-D99302EB540E}" type="pres">
      <dgm:prSet presAssocID="{32982E59-02CD-4CC7-ABD7-53B7762D2B12}" presName="Child6" presStyleLbl="node1" presStyleIdx="5" presStyleCnt="6">
        <dgm:presLayoutVars>
          <dgm:chMax val="0"/>
          <dgm:chPref val="0"/>
          <dgm:bulletEnabled val="1"/>
        </dgm:presLayoutVars>
      </dgm:prSet>
      <dgm:spPr/>
      <dgm:t>
        <a:bodyPr/>
        <a:lstStyle/>
        <a:p>
          <a:endParaRPr lang="en-GB"/>
        </a:p>
      </dgm:t>
    </dgm:pt>
  </dgm:ptLst>
  <dgm:cxnLst>
    <dgm:cxn modelId="{2AF650F4-13CA-4F54-8A1A-65A08F368934}" type="presOf" srcId="{D9401464-59BF-4294-BF66-70EE0654FA02}" destId="{8AD992C5-F85F-4D92-9F50-5D4CB7993C3D}" srcOrd="0" destOrd="0" presId="urn:microsoft.com/office/officeart/2011/layout/HexagonRadial#2"/>
    <dgm:cxn modelId="{3ADDB16E-4218-4916-87CC-4D0AA67159E6}" srcId="{572188F3-9FB1-47D5-BC96-AC070B6E90C7}" destId="{D9401464-59BF-4294-BF66-70EE0654FA02}" srcOrd="0" destOrd="0" parTransId="{79AAD480-5CCF-4255-BA01-15572179A438}" sibTransId="{892E24AE-A27D-4511-A450-3A1727C8252F}"/>
    <dgm:cxn modelId="{C6B97A13-E199-410F-B8B8-4BCA762282C7}" srcId="{D9401464-59BF-4294-BF66-70EE0654FA02}" destId="{90778DC4-7E48-4B2C-9FA7-8F980A2C31C2}" srcOrd="1" destOrd="0" parTransId="{8EE8C71A-3825-4E91-B88F-F1F3FBF8F29B}" sibTransId="{7795E3F7-039D-4778-B495-14D01E02935D}"/>
    <dgm:cxn modelId="{1C3C63BE-B808-4923-AB00-A22D5DD3D7A1}" srcId="{D9401464-59BF-4294-BF66-70EE0654FA02}" destId="{A28BB058-7700-4C1A-8449-22F5AF489E07}" srcOrd="3" destOrd="0" parTransId="{78E60011-C1C2-410E-BFFE-FF43522D97AD}" sibTransId="{B2E0C665-E859-407A-90EF-7DF697D81DC7}"/>
    <dgm:cxn modelId="{39488AC3-C266-4606-8762-668D74DE4D8C}" type="presOf" srcId="{90778DC4-7E48-4B2C-9FA7-8F980A2C31C2}" destId="{76E2DF38-CB22-4C46-8872-05CB3864CD18}" srcOrd="0" destOrd="0" presId="urn:microsoft.com/office/officeart/2011/layout/HexagonRadial#2"/>
    <dgm:cxn modelId="{01BE98A4-C117-450F-ABF7-AD2542943E09}" type="presOf" srcId="{08846AA7-E90C-44B3-90C7-5713507432B9}" destId="{CEEC4E0C-101B-421D-99E0-E114E30F96D4}" srcOrd="0" destOrd="0" presId="urn:microsoft.com/office/officeart/2011/layout/HexagonRadial#2"/>
    <dgm:cxn modelId="{4545DE56-D099-4CA5-B47F-2E0F0677EDF8}" srcId="{D9401464-59BF-4294-BF66-70EE0654FA02}" destId="{9CE2B8EA-FEDD-4D9F-A03E-D91E6094A2BE}" srcOrd="2" destOrd="0" parTransId="{FD0A8BC8-F0BC-4F92-BB11-423D1994F1AF}" sibTransId="{71D3F13C-64AD-418E-863E-4134255218B5}"/>
    <dgm:cxn modelId="{5DBEC27D-49C2-4B94-9C71-76A31F2C94B0}" type="presOf" srcId="{572188F3-9FB1-47D5-BC96-AC070B6E90C7}" destId="{8AEEFA29-A93E-4C72-B299-AD5800D77900}" srcOrd="0" destOrd="0" presId="urn:microsoft.com/office/officeart/2011/layout/HexagonRadial#2"/>
    <dgm:cxn modelId="{613487A5-B19A-4935-8353-EBED6C7E304E}" type="presOf" srcId="{A28BB058-7700-4C1A-8449-22F5AF489E07}" destId="{43D9D079-435A-43E8-88F7-EFE28EA96563}" srcOrd="0" destOrd="0" presId="urn:microsoft.com/office/officeart/2011/layout/HexagonRadial#2"/>
    <dgm:cxn modelId="{AA2270D8-9EDE-490E-AC1E-401947717C5A}" type="presOf" srcId="{9CE2B8EA-FEDD-4D9F-A03E-D91E6094A2BE}" destId="{30830000-A553-4E38-8C54-79420FBD7D5A}" srcOrd="0" destOrd="0" presId="urn:microsoft.com/office/officeart/2011/layout/HexagonRadial#2"/>
    <dgm:cxn modelId="{9535CC1E-C20B-40CD-95E8-BCC9C3D9590A}" type="presOf" srcId="{CC18DAA4-D3FC-44B1-96AD-05D22DA4A5CB}" destId="{6EF87B21-B1A0-4002-AFA3-083C9F025C3A}" srcOrd="0" destOrd="0" presId="urn:microsoft.com/office/officeart/2011/layout/HexagonRadial#2"/>
    <dgm:cxn modelId="{E3CC780C-AFE9-46F9-941F-D9B5DEF6F2EC}" srcId="{D9401464-59BF-4294-BF66-70EE0654FA02}" destId="{08846AA7-E90C-44B3-90C7-5713507432B9}" srcOrd="4" destOrd="0" parTransId="{38CFB952-6096-4BC5-8222-95241DE740C2}" sibTransId="{DDE67675-0C9F-47F6-9BDF-554FCF0B80AF}"/>
    <dgm:cxn modelId="{36670866-49F1-4824-9FBE-E10273CD7111}" srcId="{D9401464-59BF-4294-BF66-70EE0654FA02}" destId="{32982E59-02CD-4CC7-ABD7-53B7762D2B12}" srcOrd="5" destOrd="0" parTransId="{94BBE739-F564-4B78-B979-4E500A5CE6A7}" sibTransId="{B2359486-32FB-43AC-8367-7ABFE2202951}"/>
    <dgm:cxn modelId="{7791FAB0-6744-402E-BC90-BC989E73883F}" srcId="{D9401464-59BF-4294-BF66-70EE0654FA02}" destId="{CC18DAA4-D3FC-44B1-96AD-05D22DA4A5CB}" srcOrd="0" destOrd="0" parTransId="{1AB2CA4B-60D4-4D7C-92E4-F8D120C807B4}" sibTransId="{72D4550F-F21D-47F0-910E-1C179FF33882}"/>
    <dgm:cxn modelId="{40C69288-DB5C-4CDC-8D04-C05F5A5D4EF7}" type="presOf" srcId="{32982E59-02CD-4CC7-ABD7-53B7762D2B12}" destId="{154188D1-8F99-4E75-90A2-D99302EB540E}" srcOrd="0" destOrd="0" presId="urn:microsoft.com/office/officeart/2011/layout/HexagonRadial#2"/>
    <dgm:cxn modelId="{67706851-ABEB-407B-8A11-76C2605CEF34}" type="presParOf" srcId="{8AEEFA29-A93E-4C72-B299-AD5800D77900}" destId="{8AD992C5-F85F-4D92-9F50-5D4CB7993C3D}" srcOrd="0" destOrd="0" presId="urn:microsoft.com/office/officeart/2011/layout/HexagonRadial#2"/>
    <dgm:cxn modelId="{7185E9A5-3530-4FD8-8399-1517038F814B}" type="presParOf" srcId="{8AEEFA29-A93E-4C72-B299-AD5800D77900}" destId="{09C86F38-9F7A-4050-83B5-CB214208CC78}" srcOrd="1" destOrd="0" presId="urn:microsoft.com/office/officeart/2011/layout/HexagonRadial#2"/>
    <dgm:cxn modelId="{4B45B86E-C184-4030-8C70-FCACF1F71704}" type="presParOf" srcId="{09C86F38-9F7A-4050-83B5-CB214208CC78}" destId="{D68F5B25-2DE8-46C4-A60F-8776173323E7}" srcOrd="0" destOrd="0" presId="urn:microsoft.com/office/officeart/2011/layout/HexagonRadial#2"/>
    <dgm:cxn modelId="{41EC0AFF-5EBB-4371-8FBD-D98A5766AC4C}" type="presParOf" srcId="{8AEEFA29-A93E-4C72-B299-AD5800D77900}" destId="{6EF87B21-B1A0-4002-AFA3-083C9F025C3A}" srcOrd="2" destOrd="0" presId="urn:microsoft.com/office/officeart/2011/layout/HexagonRadial#2"/>
    <dgm:cxn modelId="{887C621C-72A3-49DB-8904-8A5F6AA20E10}" type="presParOf" srcId="{8AEEFA29-A93E-4C72-B299-AD5800D77900}" destId="{3F2FA2A0-E01C-4CC8-A175-FDD2CDBE7FA8}" srcOrd="3" destOrd="0" presId="urn:microsoft.com/office/officeart/2011/layout/HexagonRadial#2"/>
    <dgm:cxn modelId="{B526C5CE-879A-4FEC-8759-F49E22817F33}" type="presParOf" srcId="{3F2FA2A0-E01C-4CC8-A175-FDD2CDBE7FA8}" destId="{7F0273A2-DFCD-4805-90AA-6F332DF2D94A}" srcOrd="0" destOrd="0" presId="urn:microsoft.com/office/officeart/2011/layout/HexagonRadial#2"/>
    <dgm:cxn modelId="{659AD82A-F575-492F-A6F2-C48F5C28AC1E}" type="presParOf" srcId="{8AEEFA29-A93E-4C72-B299-AD5800D77900}" destId="{76E2DF38-CB22-4C46-8872-05CB3864CD18}" srcOrd="4" destOrd="0" presId="urn:microsoft.com/office/officeart/2011/layout/HexagonRadial#2"/>
    <dgm:cxn modelId="{B4A3145F-4DB4-4CEB-853B-B4A454412C12}" type="presParOf" srcId="{8AEEFA29-A93E-4C72-B299-AD5800D77900}" destId="{FF069293-D7B6-409B-B414-D3CE1033FCCC}" srcOrd="5" destOrd="0" presId="urn:microsoft.com/office/officeart/2011/layout/HexagonRadial#2"/>
    <dgm:cxn modelId="{D4FEE315-CEF0-49ED-B826-7EA4A4267C77}" type="presParOf" srcId="{FF069293-D7B6-409B-B414-D3CE1033FCCC}" destId="{6A8DBDD1-7785-4847-82D5-931D7F20233A}" srcOrd="0" destOrd="0" presId="urn:microsoft.com/office/officeart/2011/layout/HexagonRadial#2"/>
    <dgm:cxn modelId="{6F5BA5D8-2EE6-403C-B463-FF3E85273F2A}" type="presParOf" srcId="{8AEEFA29-A93E-4C72-B299-AD5800D77900}" destId="{30830000-A553-4E38-8C54-79420FBD7D5A}" srcOrd="6" destOrd="0" presId="urn:microsoft.com/office/officeart/2011/layout/HexagonRadial#2"/>
    <dgm:cxn modelId="{9A063824-8BBA-4ED0-8B30-413B94584B7D}" type="presParOf" srcId="{8AEEFA29-A93E-4C72-B299-AD5800D77900}" destId="{B9A0966B-687E-496F-9C63-EA95F2A3618E}" srcOrd="7" destOrd="0" presId="urn:microsoft.com/office/officeart/2011/layout/HexagonRadial#2"/>
    <dgm:cxn modelId="{161F7DA1-7E20-47C9-9F65-C797B3C753F7}" type="presParOf" srcId="{B9A0966B-687E-496F-9C63-EA95F2A3618E}" destId="{883FFAA7-F9D3-4DF9-96C3-1A9319804CA0}" srcOrd="0" destOrd="0" presId="urn:microsoft.com/office/officeart/2011/layout/HexagonRadial#2"/>
    <dgm:cxn modelId="{AFA550B1-8563-4237-83FC-34D5C5EFA63D}" type="presParOf" srcId="{8AEEFA29-A93E-4C72-B299-AD5800D77900}" destId="{43D9D079-435A-43E8-88F7-EFE28EA96563}" srcOrd="8" destOrd="0" presId="urn:microsoft.com/office/officeart/2011/layout/HexagonRadial#2"/>
    <dgm:cxn modelId="{1ED1620F-9FBA-4700-946B-8D8AB6D9E317}" type="presParOf" srcId="{8AEEFA29-A93E-4C72-B299-AD5800D77900}" destId="{FF29FE3A-F24F-45FF-A4F7-5504436145F6}" srcOrd="9" destOrd="0" presId="urn:microsoft.com/office/officeart/2011/layout/HexagonRadial#2"/>
    <dgm:cxn modelId="{089C96E2-AED1-498E-A511-2C48DB02628F}" type="presParOf" srcId="{FF29FE3A-F24F-45FF-A4F7-5504436145F6}" destId="{5A0E315C-977C-4ED9-AC99-F2F81A7822D6}" srcOrd="0" destOrd="0" presId="urn:microsoft.com/office/officeart/2011/layout/HexagonRadial#2"/>
    <dgm:cxn modelId="{09D2ABE6-530D-42BE-8433-2B13CDA3C9BC}" type="presParOf" srcId="{8AEEFA29-A93E-4C72-B299-AD5800D77900}" destId="{CEEC4E0C-101B-421D-99E0-E114E30F96D4}" srcOrd="10" destOrd="0" presId="urn:microsoft.com/office/officeart/2011/layout/HexagonRadial#2"/>
    <dgm:cxn modelId="{4A24408D-9731-4DEA-88D4-6E18012F3BBC}" type="presParOf" srcId="{8AEEFA29-A93E-4C72-B299-AD5800D77900}" destId="{70027E75-E89D-467C-80DB-A6BBB1998536}" srcOrd="11" destOrd="0" presId="urn:microsoft.com/office/officeart/2011/layout/HexagonRadial#2"/>
    <dgm:cxn modelId="{920F8F99-A57F-400E-ADA0-E225E5B532DB}" type="presParOf" srcId="{70027E75-E89D-467C-80DB-A6BBB1998536}" destId="{7956F5D2-C8CC-4AA4-AB8F-DDA8C176BF24}" srcOrd="0" destOrd="0" presId="urn:microsoft.com/office/officeart/2011/layout/HexagonRadial#2"/>
    <dgm:cxn modelId="{53A6A506-8C69-4903-9043-5514A1C4CF0A}" type="presParOf" srcId="{8AEEFA29-A93E-4C72-B299-AD5800D77900}" destId="{154188D1-8F99-4E75-90A2-D99302EB540E}" srcOrd="12" destOrd="0" presId="urn:microsoft.com/office/officeart/2011/layout/HexagonRadial#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D31D397-AF17-4A89-BA02-0A545B7425FB}" type="doc">
      <dgm:prSet loTypeId="urn:microsoft.com/office/officeart/2005/8/layout/vList5" loCatId="list" qsTypeId="urn:microsoft.com/office/officeart/2005/8/quickstyle/3d1" qsCatId="3D" csTypeId="urn:microsoft.com/office/officeart/2005/8/colors/accent1_2" csCatId="accent1" phldr="1"/>
      <dgm:spPr/>
      <dgm:t>
        <a:bodyPr/>
        <a:lstStyle/>
        <a:p>
          <a:endParaRPr lang="en-GB"/>
        </a:p>
      </dgm:t>
    </dgm:pt>
    <dgm:pt modelId="{550749AD-D6A2-46E5-8AE1-37F0FB9CEF45}">
      <dgm:prSet phldrT="[Text]"/>
      <dgm:spPr/>
      <dgm:t>
        <a:bodyPr/>
        <a:lstStyle/>
        <a:p>
          <a:r>
            <a:rPr lang="en-GB" dirty="0" smtClean="0"/>
            <a:t>Create a Digital Vision</a:t>
          </a:r>
          <a:endParaRPr lang="en-GB" dirty="0"/>
        </a:p>
      </dgm:t>
    </dgm:pt>
    <dgm:pt modelId="{6E996B3A-B64D-4A65-A828-2CA56B357A7B}" type="parTrans" cxnId="{6831F77C-DAC5-4BE9-B9B7-CCF3C6E34C93}">
      <dgm:prSet/>
      <dgm:spPr/>
      <dgm:t>
        <a:bodyPr/>
        <a:lstStyle/>
        <a:p>
          <a:endParaRPr lang="en-GB"/>
        </a:p>
      </dgm:t>
    </dgm:pt>
    <dgm:pt modelId="{9A83142B-5340-4FA6-9E8A-805B99BA88AA}" type="sibTrans" cxnId="{6831F77C-DAC5-4BE9-B9B7-CCF3C6E34C93}">
      <dgm:prSet/>
      <dgm:spPr/>
      <dgm:t>
        <a:bodyPr/>
        <a:lstStyle/>
        <a:p>
          <a:endParaRPr lang="en-GB"/>
        </a:p>
      </dgm:t>
    </dgm:pt>
    <dgm:pt modelId="{1621C48D-8A9C-45AE-99B8-DB05FBACABC2}">
      <dgm:prSet phldrT="[Text]"/>
      <dgm:spPr/>
      <dgm:t>
        <a:bodyPr/>
        <a:lstStyle/>
        <a:p>
          <a:r>
            <a:rPr lang="en-GB" dirty="0" smtClean="0"/>
            <a:t>Establish clear leadership</a:t>
          </a:r>
          <a:endParaRPr lang="en-GB" dirty="0"/>
        </a:p>
      </dgm:t>
    </dgm:pt>
    <dgm:pt modelId="{4884D407-899F-4376-AA2F-94E15526C779}" type="parTrans" cxnId="{9FC00982-8A27-465E-A8B0-B0E86A44F3E5}">
      <dgm:prSet/>
      <dgm:spPr/>
      <dgm:t>
        <a:bodyPr/>
        <a:lstStyle/>
        <a:p>
          <a:endParaRPr lang="en-GB"/>
        </a:p>
      </dgm:t>
    </dgm:pt>
    <dgm:pt modelId="{50E7F1BA-4A12-4C23-B0AC-6BE76217BC6F}" type="sibTrans" cxnId="{9FC00982-8A27-465E-A8B0-B0E86A44F3E5}">
      <dgm:prSet/>
      <dgm:spPr/>
      <dgm:t>
        <a:bodyPr/>
        <a:lstStyle/>
        <a:p>
          <a:endParaRPr lang="en-GB"/>
        </a:p>
      </dgm:t>
    </dgm:pt>
    <dgm:pt modelId="{1F2EE405-B21B-49A8-BA4D-AAE015DE2D61}">
      <dgm:prSet phldrT="[Text]"/>
      <dgm:spPr/>
      <dgm:t>
        <a:bodyPr/>
        <a:lstStyle/>
        <a:p>
          <a:r>
            <a:rPr lang="en-GB" dirty="0" smtClean="0"/>
            <a:t>Adopt a Continuous Improvement culture</a:t>
          </a:r>
          <a:endParaRPr lang="en-GB" dirty="0"/>
        </a:p>
      </dgm:t>
    </dgm:pt>
    <dgm:pt modelId="{21C42F44-5F1E-4C0D-9C93-45FEB5482856}" type="parTrans" cxnId="{852DE563-7960-46DD-BE27-2B65BFF4D304}">
      <dgm:prSet/>
      <dgm:spPr/>
      <dgm:t>
        <a:bodyPr/>
        <a:lstStyle/>
        <a:p>
          <a:endParaRPr lang="en-GB"/>
        </a:p>
      </dgm:t>
    </dgm:pt>
    <dgm:pt modelId="{2EF11422-FA49-481B-AEE0-6EFB102C731D}" type="sibTrans" cxnId="{852DE563-7960-46DD-BE27-2B65BFF4D304}">
      <dgm:prSet/>
      <dgm:spPr/>
      <dgm:t>
        <a:bodyPr/>
        <a:lstStyle/>
        <a:p>
          <a:endParaRPr lang="en-GB"/>
        </a:p>
      </dgm:t>
    </dgm:pt>
    <dgm:pt modelId="{2CE31C32-5B69-4D25-B670-0D98FA4D7C24}">
      <dgm:prSet phldrT="[Text]" custT="1"/>
      <dgm:spPr/>
      <dgm:t>
        <a:bodyPr/>
        <a:lstStyle/>
        <a:p>
          <a:r>
            <a:rPr lang="en-GB" sz="1000" dirty="0" smtClean="0"/>
            <a:t>Feedback and learning is key in digital transformation. As the organisation transforms, new opportunities will present themselves and an appropriate culture of continuous improvement is required, with staff acquiring new skills.</a:t>
          </a:r>
          <a:endParaRPr lang="en-GB" sz="1000" dirty="0"/>
        </a:p>
      </dgm:t>
    </dgm:pt>
    <dgm:pt modelId="{93606271-F39B-49D5-94E4-0CB8A4D9EE02}" type="parTrans" cxnId="{A77C3ACB-33E4-4B88-881D-B44D31D76E9B}">
      <dgm:prSet/>
      <dgm:spPr/>
      <dgm:t>
        <a:bodyPr/>
        <a:lstStyle/>
        <a:p>
          <a:endParaRPr lang="en-GB"/>
        </a:p>
      </dgm:t>
    </dgm:pt>
    <dgm:pt modelId="{6F3C9DB6-818D-411D-9EDB-08C6FEB3875D}" type="sibTrans" cxnId="{A77C3ACB-33E4-4B88-881D-B44D31D76E9B}">
      <dgm:prSet/>
      <dgm:spPr/>
      <dgm:t>
        <a:bodyPr/>
        <a:lstStyle/>
        <a:p>
          <a:endParaRPr lang="en-GB"/>
        </a:p>
      </dgm:t>
    </dgm:pt>
    <dgm:pt modelId="{4035E6F0-2653-49EC-B354-44AE1F80D034}">
      <dgm:prSet phldrT="[Text]"/>
      <dgm:spPr/>
      <dgm:t>
        <a:bodyPr/>
        <a:lstStyle/>
        <a:p>
          <a:r>
            <a:rPr lang="en-GB" dirty="0" smtClean="0"/>
            <a:t>Select appropriate digital technologies</a:t>
          </a:r>
          <a:endParaRPr lang="en-GB" dirty="0"/>
        </a:p>
      </dgm:t>
    </dgm:pt>
    <dgm:pt modelId="{A35849ED-CA84-42AE-A041-E9A3128B8DBF}" type="parTrans" cxnId="{5536AB98-41E8-4E49-83A5-10004DD4C85E}">
      <dgm:prSet/>
      <dgm:spPr/>
      <dgm:t>
        <a:bodyPr/>
        <a:lstStyle/>
        <a:p>
          <a:endParaRPr lang="en-GB"/>
        </a:p>
      </dgm:t>
    </dgm:pt>
    <dgm:pt modelId="{525C8A4C-94AE-4899-9DB0-D0AE8B431D5B}" type="sibTrans" cxnId="{5536AB98-41E8-4E49-83A5-10004DD4C85E}">
      <dgm:prSet/>
      <dgm:spPr/>
      <dgm:t>
        <a:bodyPr/>
        <a:lstStyle/>
        <a:p>
          <a:endParaRPr lang="en-GB"/>
        </a:p>
      </dgm:t>
    </dgm:pt>
    <dgm:pt modelId="{F02A1940-7240-43CB-A952-0E5350D4C733}">
      <dgm:prSet phldrT="[Text]" custT="1"/>
      <dgm:spPr/>
      <dgm:t>
        <a:bodyPr/>
        <a:lstStyle/>
        <a:p>
          <a:r>
            <a:rPr lang="en-GB" sz="1000" dirty="0" smtClean="0"/>
            <a:t> Create a clear vision for how digital technology can support and drive the organisation’s corporate strategy.  This requires an understanding of the potential of new technology combined with a clearly defined commercial strategy</a:t>
          </a:r>
          <a:endParaRPr lang="en-GB" sz="1000" dirty="0"/>
        </a:p>
      </dgm:t>
    </dgm:pt>
    <dgm:pt modelId="{F7B066C8-63DE-4820-BF3B-65E1653DDCF2}" type="parTrans" cxnId="{BC9972DF-53CD-43A8-88C8-750F308D503B}">
      <dgm:prSet/>
      <dgm:spPr/>
      <dgm:t>
        <a:bodyPr/>
        <a:lstStyle/>
        <a:p>
          <a:endParaRPr lang="en-GB"/>
        </a:p>
      </dgm:t>
    </dgm:pt>
    <dgm:pt modelId="{939CF3E0-00E2-46C4-A10B-026525EBDCD6}" type="sibTrans" cxnId="{BC9972DF-53CD-43A8-88C8-750F308D503B}">
      <dgm:prSet/>
      <dgm:spPr/>
      <dgm:t>
        <a:bodyPr/>
        <a:lstStyle/>
        <a:p>
          <a:endParaRPr lang="en-GB"/>
        </a:p>
      </dgm:t>
    </dgm:pt>
    <dgm:pt modelId="{EB542997-2A67-4CF1-BF21-44719B99A454}">
      <dgm:prSet phldrT="[Text]" custT="1"/>
      <dgm:spPr/>
      <dgm:t>
        <a:bodyPr/>
        <a:lstStyle/>
        <a:p>
          <a:r>
            <a:rPr lang="en-GB" sz="1000" dirty="0" smtClean="0"/>
            <a:t>For digital transformation to succeed it requires full commitment from senior management across all functions.  Therefore there has to be a clear and agreed vision that transcends departmental boundaries, with a clear sponsorship structure for digital initiatives</a:t>
          </a:r>
          <a:endParaRPr lang="en-GB" sz="1000" dirty="0"/>
        </a:p>
      </dgm:t>
    </dgm:pt>
    <dgm:pt modelId="{9929562A-0345-4D63-AC9A-95DE83FC784F}" type="parTrans" cxnId="{2E7D3B3B-D1ED-4DF3-BDAF-9B7240382695}">
      <dgm:prSet/>
      <dgm:spPr/>
      <dgm:t>
        <a:bodyPr/>
        <a:lstStyle/>
        <a:p>
          <a:endParaRPr lang="en-GB"/>
        </a:p>
      </dgm:t>
    </dgm:pt>
    <dgm:pt modelId="{0491A2C1-FF85-4AC3-87AD-5E9B656FD671}" type="sibTrans" cxnId="{2E7D3B3B-D1ED-4DF3-BDAF-9B7240382695}">
      <dgm:prSet/>
      <dgm:spPr/>
      <dgm:t>
        <a:bodyPr/>
        <a:lstStyle/>
        <a:p>
          <a:endParaRPr lang="en-GB"/>
        </a:p>
      </dgm:t>
    </dgm:pt>
    <dgm:pt modelId="{4C2C3EAA-0978-40AF-A1B9-D4B7F16C0776}">
      <dgm:prSet phldrT="[Text]" custT="1"/>
      <dgm:spPr/>
      <dgm:t>
        <a:bodyPr/>
        <a:lstStyle/>
        <a:p>
          <a:r>
            <a:rPr lang="en-GB" sz="1000" dirty="0" smtClean="0"/>
            <a:t>Our experience tells us that the best approach to digital change is to avoid dismissing early ideas in order to generate a long-list of digital initiatives, which can then be evaluated against the Digital Vision</a:t>
          </a:r>
          <a:endParaRPr lang="en-GB" sz="1000" dirty="0"/>
        </a:p>
      </dgm:t>
    </dgm:pt>
    <dgm:pt modelId="{1D00B73F-C32E-46B8-8280-D4C54CC7DDAE}" type="parTrans" cxnId="{3742F17C-D190-4AFA-BAAE-5C6E9A7569F7}">
      <dgm:prSet/>
      <dgm:spPr/>
      <dgm:t>
        <a:bodyPr/>
        <a:lstStyle/>
        <a:p>
          <a:endParaRPr lang="en-GB"/>
        </a:p>
      </dgm:t>
    </dgm:pt>
    <dgm:pt modelId="{57C5C51C-D2A7-4BD0-A7AF-FD863141CAF9}" type="sibTrans" cxnId="{3742F17C-D190-4AFA-BAAE-5C6E9A7569F7}">
      <dgm:prSet/>
      <dgm:spPr/>
      <dgm:t>
        <a:bodyPr/>
        <a:lstStyle/>
        <a:p>
          <a:endParaRPr lang="en-GB"/>
        </a:p>
      </dgm:t>
    </dgm:pt>
    <dgm:pt modelId="{2C66580C-F2F9-4E2C-9213-5267BCAB5A78}">
      <dgm:prSet phldrT="[Text]"/>
      <dgm:spPr/>
      <dgm:t>
        <a:bodyPr/>
        <a:lstStyle/>
        <a:p>
          <a:r>
            <a:rPr lang="en-GB" dirty="0" smtClean="0"/>
            <a:t>Build momentum</a:t>
          </a:r>
          <a:endParaRPr lang="en-GB" dirty="0"/>
        </a:p>
      </dgm:t>
    </dgm:pt>
    <dgm:pt modelId="{9963F938-45C7-4022-8A90-BC3B97D3F8AA}" type="parTrans" cxnId="{0ED5B981-B5EB-4F64-9DB3-37B089D84C8E}">
      <dgm:prSet/>
      <dgm:spPr/>
      <dgm:t>
        <a:bodyPr/>
        <a:lstStyle/>
        <a:p>
          <a:endParaRPr lang="en-GB"/>
        </a:p>
      </dgm:t>
    </dgm:pt>
    <dgm:pt modelId="{DD5AFE6D-800C-47DF-9762-6D1774BE655D}" type="sibTrans" cxnId="{0ED5B981-B5EB-4F64-9DB3-37B089D84C8E}">
      <dgm:prSet/>
      <dgm:spPr/>
      <dgm:t>
        <a:bodyPr/>
        <a:lstStyle/>
        <a:p>
          <a:endParaRPr lang="en-GB"/>
        </a:p>
      </dgm:t>
    </dgm:pt>
    <dgm:pt modelId="{E2613F82-71CA-40FF-8DF8-71A901E33406}">
      <dgm:prSet phldrT="[Text]" custT="1"/>
      <dgm:spPr/>
      <dgm:t>
        <a:bodyPr/>
        <a:lstStyle/>
        <a:p>
          <a:r>
            <a:rPr lang="en-GB" sz="1000" dirty="0" smtClean="0"/>
            <a:t>No organisation can do everything at once.  It is vital to be realistic with digital transformation, starting with quick wins and building momentum to drive the transformation forward. </a:t>
          </a:r>
          <a:endParaRPr lang="en-GB" sz="1000" dirty="0"/>
        </a:p>
      </dgm:t>
    </dgm:pt>
    <dgm:pt modelId="{0A77D154-C3AF-4CD9-AAD7-CDC020CC649B}" type="parTrans" cxnId="{F161B9FE-4388-4AD3-B7EA-77495CDBCC17}">
      <dgm:prSet/>
      <dgm:spPr/>
      <dgm:t>
        <a:bodyPr/>
        <a:lstStyle/>
        <a:p>
          <a:endParaRPr lang="en-GB"/>
        </a:p>
      </dgm:t>
    </dgm:pt>
    <dgm:pt modelId="{81674620-4D55-4726-ABBF-46636D8D5D5C}" type="sibTrans" cxnId="{F161B9FE-4388-4AD3-B7EA-77495CDBCC17}">
      <dgm:prSet/>
      <dgm:spPr/>
      <dgm:t>
        <a:bodyPr/>
        <a:lstStyle/>
        <a:p>
          <a:endParaRPr lang="en-GB"/>
        </a:p>
      </dgm:t>
    </dgm:pt>
    <dgm:pt modelId="{A9365479-5B51-41C0-BA94-8EA43C5431ED}" type="pres">
      <dgm:prSet presAssocID="{4D31D397-AF17-4A89-BA02-0A545B7425FB}" presName="Name0" presStyleCnt="0">
        <dgm:presLayoutVars>
          <dgm:dir/>
          <dgm:animLvl val="lvl"/>
          <dgm:resizeHandles val="exact"/>
        </dgm:presLayoutVars>
      </dgm:prSet>
      <dgm:spPr/>
      <dgm:t>
        <a:bodyPr/>
        <a:lstStyle/>
        <a:p>
          <a:endParaRPr lang="en-GB"/>
        </a:p>
      </dgm:t>
    </dgm:pt>
    <dgm:pt modelId="{0408D215-F6C1-477D-9BDB-1A88A4EA201D}" type="pres">
      <dgm:prSet presAssocID="{550749AD-D6A2-46E5-8AE1-37F0FB9CEF45}" presName="linNode" presStyleCnt="0"/>
      <dgm:spPr/>
      <dgm:t>
        <a:bodyPr/>
        <a:lstStyle/>
        <a:p>
          <a:endParaRPr lang="en-GB"/>
        </a:p>
      </dgm:t>
    </dgm:pt>
    <dgm:pt modelId="{B9BB24FE-AFCF-45FA-99DD-C1BE473366E6}" type="pres">
      <dgm:prSet presAssocID="{550749AD-D6A2-46E5-8AE1-37F0FB9CEF45}" presName="parentText" presStyleLbl="node1" presStyleIdx="0" presStyleCnt="5">
        <dgm:presLayoutVars>
          <dgm:chMax val="1"/>
          <dgm:bulletEnabled val="1"/>
        </dgm:presLayoutVars>
      </dgm:prSet>
      <dgm:spPr/>
      <dgm:t>
        <a:bodyPr/>
        <a:lstStyle/>
        <a:p>
          <a:endParaRPr lang="en-GB"/>
        </a:p>
      </dgm:t>
    </dgm:pt>
    <dgm:pt modelId="{35BD5E24-2069-40A0-AA2E-A131E48B6890}" type="pres">
      <dgm:prSet presAssocID="{550749AD-D6A2-46E5-8AE1-37F0FB9CEF45}" presName="descendantText" presStyleLbl="alignAccFollowNode1" presStyleIdx="0" presStyleCnt="5" custScaleX="180757">
        <dgm:presLayoutVars>
          <dgm:bulletEnabled val="1"/>
        </dgm:presLayoutVars>
      </dgm:prSet>
      <dgm:spPr/>
      <dgm:t>
        <a:bodyPr/>
        <a:lstStyle/>
        <a:p>
          <a:endParaRPr lang="en-GB"/>
        </a:p>
      </dgm:t>
    </dgm:pt>
    <dgm:pt modelId="{B51C27A1-5FB6-4AAF-8336-814FE1A390F3}" type="pres">
      <dgm:prSet presAssocID="{9A83142B-5340-4FA6-9E8A-805B99BA88AA}" presName="sp" presStyleCnt="0"/>
      <dgm:spPr/>
      <dgm:t>
        <a:bodyPr/>
        <a:lstStyle/>
        <a:p>
          <a:endParaRPr lang="en-GB"/>
        </a:p>
      </dgm:t>
    </dgm:pt>
    <dgm:pt modelId="{1A4A2C9F-47DA-4B43-93DD-90BC1164C14C}" type="pres">
      <dgm:prSet presAssocID="{1621C48D-8A9C-45AE-99B8-DB05FBACABC2}" presName="linNode" presStyleCnt="0"/>
      <dgm:spPr/>
      <dgm:t>
        <a:bodyPr/>
        <a:lstStyle/>
        <a:p>
          <a:endParaRPr lang="en-GB"/>
        </a:p>
      </dgm:t>
    </dgm:pt>
    <dgm:pt modelId="{3D1AB65D-813D-48D5-9F8F-2DB201CB1437}" type="pres">
      <dgm:prSet presAssocID="{1621C48D-8A9C-45AE-99B8-DB05FBACABC2}" presName="parentText" presStyleLbl="node1" presStyleIdx="1" presStyleCnt="5">
        <dgm:presLayoutVars>
          <dgm:chMax val="1"/>
          <dgm:bulletEnabled val="1"/>
        </dgm:presLayoutVars>
      </dgm:prSet>
      <dgm:spPr/>
      <dgm:t>
        <a:bodyPr/>
        <a:lstStyle/>
        <a:p>
          <a:endParaRPr lang="en-GB"/>
        </a:p>
      </dgm:t>
    </dgm:pt>
    <dgm:pt modelId="{8E7644E6-B29D-4292-ABBA-DA6F4B955786}" type="pres">
      <dgm:prSet presAssocID="{1621C48D-8A9C-45AE-99B8-DB05FBACABC2}" presName="descendantText" presStyleLbl="alignAccFollowNode1" presStyleIdx="1" presStyleCnt="5" custScaleX="180757">
        <dgm:presLayoutVars>
          <dgm:bulletEnabled val="1"/>
        </dgm:presLayoutVars>
      </dgm:prSet>
      <dgm:spPr/>
      <dgm:t>
        <a:bodyPr/>
        <a:lstStyle/>
        <a:p>
          <a:endParaRPr lang="en-GB"/>
        </a:p>
      </dgm:t>
    </dgm:pt>
    <dgm:pt modelId="{058A843F-D8C1-4BC3-B535-5E2189427D8B}" type="pres">
      <dgm:prSet presAssocID="{50E7F1BA-4A12-4C23-B0AC-6BE76217BC6F}" presName="sp" presStyleCnt="0"/>
      <dgm:spPr/>
      <dgm:t>
        <a:bodyPr/>
        <a:lstStyle/>
        <a:p>
          <a:endParaRPr lang="en-GB"/>
        </a:p>
      </dgm:t>
    </dgm:pt>
    <dgm:pt modelId="{083B4C1B-09A4-4C88-91A4-9017BDF93337}" type="pres">
      <dgm:prSet presAssocID="{4035E6F0-2653-49EC-B354-44AE1F80D034}" presName="linNode" presStyleCnt="0"/>
      <dgm:spPr/>
      <dgm:t>
        <a:bodyPr/>
        <a:lstStyle/>
        <a:p>
          <a:endParaRPr lang="en-GB"/>
        </a:p>
      </dgm:t>
    </dgm:pt>
    <dgm:pt modelId="{54B1FF44-AD08-4837-AB4F-8E3A4A3CCA5F}" type="pres">
      <dgm:prSet presAssocID="{4035E6F0-2653-49EC-B354-44AE1F80D034}" presName="parentText" presStyleLbl="node1" presStyleIdx="2" presStyleCnt="5">
        <dgm:presLayoutVars>
          <dgm:chMax val="1"/>
          <dgm:bulletEnabled val="1"/>
        </dgm:presLayoutVars>
      </dgm:prSet>
      <dgm:spPr/>
      <dgm:t>
        <a:bodyPr/>
        <a:lstStyle/>
        <a:p>
          <a:endParaRPr lang="en-GB"/>
        </a:p>
      </dgm:t>
    </dgm:pt>
    <dgm:pt modelId="{0BE12B2B-C2A9-4CDE-AE16-7EB3A5638AEA}" type="pres">
      <dgm:prSet presAssocID="{4035E6F0-2653-49EC-B354-44AE1F80D034}" presName="descendantText" presStyleLbl="alignAccFollowNode1" presStyleIdx="2" presStyleCnt="5" custScaleX="180757">
        <dgm:presLayoutVars>
          <dgm:bulletEnabled val="1"/>
        </dgm:presLayoutVars>
      </dgm:prSet>
      <dgm:spPr/>
      <dgm:t>
        <a:bodyPr/>
        <a:lstStyle/>
        <a:p>
          <a:endParaRPr lang="en-GB"/>
        </a:p>
      </dgm:t>
    </dgm:pt>
    <dgm:pt modelId="{87A7BA0E-0F8D-474B-A6F8-BF92B5D7A234}" type="pres">
      <dgm:prSet presAssocID="{525C8A4C-94AE-4899-9DB0-D0AE8B431D5B}" presName="sp" presStyleCnt="0"/>
      <dgm:spPr/>
      <dgm:t>
        <a:bodyPr/>
        <a:lstStyle/>
        <a:p>
          <a:endParaRPr lang="en-GB"/>
        </a:p>
      </dgm:t>
    </dgm:pt>
    <dgm:pt modelId="{CDDA1617-E50A-485A-8FA4-3644FA0E9E56}" type="pres">
      <dgm:prSet presAssocID="{2C66580C-F2F9-4E2C-9213-5267BCAB5A78}" presName="linNode" presStyleCnt="0"/>
      <dgm:spPr/>
    </dgm:pt>
    <dgm:pt modelId="{066EDDCC-CD9C-4833-BABA-D90596DE672F}" type="pres">
      <dgm:prSet presAssocID="{2C66580C-F2F9-4E2C-9213-5267BCAB5A78}" presName="parentText" presStyleLbl="node1" presStyleIdx="3" presStyleCnt="5">
        <dgm:presLayoutVars>
          <dgm:chMax val="1"/>
          <dgm:bulletEnabled val="1"/>
        </dgm:presLayoutVars>
      </dgm:prSet>
      <dgm:spPr/>
      <dgm:t>
        <a:bodyPr/>
        <a:lstStyle/>
        <a:p>
          <a:endParaRPr lang="en-GB"/>
        </a:p>
      </dgm:t>
    </dgm:pt>
    <dgm:pt modelId="{E3021AA5-EB3E-4DDC-BD69-C24A75E0A694}" type="pres">
      <dgm:prSet presAssocID="{2C66580C-F2F9-4E2C-9213-5267BCAB5A78}" presName="descendantText" presStyleLbl="alignAccFollowNode1" presStyleIdx="3" presStyleCnt="5" custScaleX="180757">
        <dgm:presLayoutVars>
          <dgm:bulletEnabled val="1"/>
        </dgm:presLayoutVars>
      </dgm:prSet>
      <dgm:spPr/>
      <dgm:t>
        <a:bodyPr/>
        <a:lstStyle/>
        <a:p>
          <a:endParaRPr lang="en-GB"/>
        </a:p>
      </dgm:t>
    </dgm:pt>
    <dgm:pt modelId="{FBB7272F-7C4F-49DB-B865-F793428E55A8}" type="pres">
      <dgm:prSet presAssocID="{DD5AFE6D-800C-47DF-9762-6D1774BE655D}" presName="sp" presStyleCnt="0"/>
      <dgm:spPr/>
    </dgm:pt>
    <dgm:pt modelId="{B5CDAEC5-2467-42E5-A6E6-AD5F7721EE80}" type="pres">
      <dgm:prSet presAssocID="{1F2EE405-B21B-49A8-BA4D-AAE015DE2D61}" presName="linNode" presStyleCnt="0"/>
      <dgm:spPr/>
      <dgm:t>
        <a:bodyPr/>
        <a:lstStyle/>
        <a:p>
          <a:endParaRPr lang="en-GB"/>
        </a:p>
      </dgm:t>
    </dgm:pt>
    <dgm:pt modelId="{4CA54A94-663D-48AE-8BFF-07D33868E71E}" type="pres">
      <dgm:prSet presAssocID="{1F2EE405-B21B-49A8-BA4D-AAE015DE2D61}" presName="parentText" presStyleLbl="node1" presStyleIdx="4" presStyleCnt="5">
        <dgm:presLayoutVars>
          <dgm:chMax val="1"/>
          <dgm:bulletEnabled val="1"/>
        </dgm:presLayoutVars>
      </dgm:prSet>
      <dgm:spPr/>
      <dgm:t>
        <a:bodyPr/>
        <a:lstStyle/>
        <a:p>
          <a:endParaRPr lang="en-GB"/>
        </a:p>
      </dgm:t>
    </dgm:pt>
    <dgm:pt modelId="{CA7B1EF9-D115-4F3C-92D9-1DAB56AD8AED}" type="pres">
      <dgm:prSet presAssocID="{1F2EE405-B21B-49A8-BA4D-AAE015DE2D61}" presName="descendantText" presStyleLbl="alignAccFollowNode1" presStyleIdx="4" presStyleCnt="5" custScaleX="180757">
        <dgm:presLayoutVars>
          <dgm:bulletEnabled val="1"/>
        </dgm:presLayoutVars>
      </dgm:prSet>
      <dgm:spPr/>
      <dgm:t>
        <a:bodyPr/>
        <a:lstStyle/>
        <a:p>
          <a:endParaRPr lang="en-GB"/>
        </a:p>
      </dgm:t>
    </dgm:pt>
  </dgm:ptLst>
  <dgm:cxnLst>
    <dgm:cxn modelId="{48A66117-0789-4769-9849-F01ADA7AF6FE}" type="presOf" srcId="{2C66580C-F2F9-4E2C-9213-5267BCAB5A78}" destId="{066EDDCC-CD9C-4833-BABA-D90596DE672F}" srcOrd="0" destOrd="0" presId="urn:microsoft.com/office/officeart/2005/8/layout/vList5"/>
    <dgm:cxn modelId="{852DE563-7960-46DD-BE27-2B65BFF4D304}" srcId="{4D31D397-AF17-4A89-BA02-0A545B7425FB}" destId="{1F2EE405-B21B-49A8-BA4D-AAE015DE2D61}" srcOrd="4" destOrd="0" parTransId="{21C42F44-5F1E-4C0D-9C93-45FEB5482856}" sibTransId="{2EF11422-FA49-481B-AEE0-6EFB102C731D}"/>
    <dgm:cxn modelId="{BC9972DF-53CD-43A8-88C8-750F308D503B}" srcId="{550749AD-D6A2-46E5-8AE1-37F0FB9CEF45}" destId="{F02A1940-7240-43CB-A952-0E5350D4C733}" srcOrd="0" destOrd="0" parTransId="{F7B066C8-63DE-4820-BF3B-65E1653DDCF2}" sibTransId="{939CF3E0-00E2-46C4-A10B-026525EBDCD6}"/>
    <dgm:cxn modelId="{DF010C5B-5BB9-40F8-BFC4-12CD47CD5F27}" type="presOf" srcId="{E2613F82-71CA-40FF-8DF8-71A901E33406}" destId="{E3021AA5-EB3E-4DDC-BD69-C24A75E0A694}" srcOrd="0" destOrd="0" presId="urn:microsoft.com/office/officeart/2005/8/layout/vList5"/>
    <dgm:cxn modelId="{7DE4B984-671F-4622-98DC-2A5EFE214FA3}" type="presOf" srcId="{1F2EE405-B21B-49A8-BA4D-AAE015DE2D61}" destId="{4CA54A94-663D-48AE-8BFF-07D33868E71E}" srcOrd="0" destOrd="0" presId="urn:microsoft.com/office/officeart/2005/8/layout/vList5"/>
    <dgm:cxn modelId="{A77C3ACB-33E4-4B88-881D-B44D31D76E9B}" srcId="{1F2EE405-B21B-49A8-BA4D-AAE015DE2D61}" destId="{2CE31C32-5B69-4D25-B670-0D98FA4D7C24}" srcOrd="0" destOrd="0" parTransId="{93606271-F39B-49D5-94E4-0CB8A4D9EE02}" sibTransId="{6F3C9DB6-818D-411D-9EDB-08C6FEB3875D}"/>
    <dgm:cxn modelId="{F161B9FE-4388-4AD3-B7EA-77495CDBCC17}" srcId="{2C66580C-F2F9-4E2C-9213-5267BCAB5A78}" destId="{E2613F82-71CA-40FF-8DF8-71A901E33406}" srcOrd="0" destOrd="0" parTransId="{0A77D154-C3AF-4CD9-AAD7-CDC020CC649B}" sibTransId="{81674620-4D55-4726-ABBF-46636D8D5D5C}"/>
    <dgm:cxn modelId="{3742F17C-D190-4AFA-BAAE-5C6E9A7569F7}" srcId="{4035E6F0-2653-49EC-B354-44AE1F80D034}" destId="{4C2C3EAA-0978-40AF-A1B9-D4B7F16C0776}" srcOrd="0" destOrd="0" parTransId="{1D00B73F-C32E-46B8-8280-D4C54CC7DDAE}" sibTransId="{57C5C51C-D2A7-4BD0-A7AF-FD863141CAF9}"/>
    <dgm:cxn modelId="{6831F77C-DAC5-4BE9-B9B7-CCF3C6E34C93}" srcId="{4D31D397-AF17-4A89-BA02-0A545B7425FB}" destId="{550749AD-D6A2-46E5-8AE1-37F0FB9CEF45}" srcOrd="0" destOrd="0" parTransId="{6E996B3A-B64D-4A65-A828-2CA56B357A7B}" sibTransId="{9A83142B-5340-4FA6-9E8A-805B99BA88AA}"/>
    <dgm:cxn modelId="{0ED5B981-B5EB-4F64-9DB3-37B089D84C8E}" srcId="{4D31D397-AF17-4A89-BA02-0A545B7425FB}" destId="{2C66580C-F2F9-4E2C-9213-5267BCAB5A78}" srcOrd="3" destOrd="0" parTransId="{9963F938-45C7-4022-8A90-BC3B97D3F8AA}" sibTransId="{DD5AFE6D-800C-47DF-9762-6D1774BE655D}"/>
    <dgm:cxn modelId="{2C5B9CF2-0E38-42EA-AC5D-5F673ACEBABE}" type="presOf" srcId="{4C2C3EAA-0978-40AF-A1B9-D4B7F16C0776}" destId="{0BE12B2B-C2A9-4CDE-AE16-7EB3A5638AEA}" srcOrd="0" destOrd="0" presId="urn:microsoft.com/office/officeart/2005/8/layout/vList5"/>
    <dgm:cxn modelId="{CAEF7CF9-733C-4725-A927-2150F0EA2BBB}" type="presOf" srcId="{EB542997-2A67-4CF1-BF21-44719B99A454}" destId="{8E7644E6-B29D-4292-ABBA-DA6F4B955786}" srcOrd="0" destOrd="0" presId="urn:microsoft.com/office/officeart/2005/8/layout/vList5"/>
    <dgm:cxn modelId="{1EAA1AF4-D673-421D-AC99-D95E355F9BEF}" type="presOf" srcId="{2CE31C32-5B69-4D25-B670-0D98FA4D7C24}" destId="{CA7B1EF9-D115-4F3C-92D9-1DAB56AD8AED}" srcOrd="0" destOrd="0" presId="urn:microsoft.com/office/officeart/2005/8/layout/vList5"/>
    <dgm:cxn modelId="{2E7D3B3B-D1ED-4DF3-BDAF-9B7240382695}" srcId="{1621C48D-8A9C-45AE-99B8-DB05FBACABC2}" destId="{EB542997-2A67-4CF1-BF21-44719B99A454}" srcOrd="0" destOrd="0" parTransId="{9929562A-0345-4D63-AC9A-95DE83FC784F}" sibTransId="{0491A2C1-FF85-4AC3-87AD-5E9B656FD671}"/>
    <dgm:cxn modelId="{C2A4A765-D276-44E0-8787-A84D0F51F084}" type="presOf" srcId="{550749AD-D6A2-46E5-8AE1-37F0FB9CEF45}" destId="{B9BB24FE-AFCF-45FA-99DD-C1BE473366E6}" srcOrd="0" destOrd="0" presId="urn:microsoft.com/office/officeart/2005/8/layout/vList5"/>
    <dgm:cxn modelId="{FB45639C-E107-40E5-B793-5F0F9656F0D5}" type="presOf" srcId="{4035E6F0-2653-49EC-B354-44AE1F80D034}" destId="{54B1FF44-AD08-4837-AB4F-8E3A4A3CCA5F}" srcOrd="0" destOrd="0" presId="urn:microsoft.com/office/officeart/2005/8/layout/vList5"/>
    <dgm:cxn modelId="{5536AB98-41E8-4E49-83A5-10004DD4C85E}" srcId="{4D31D397-AF17-4A89-BA02-0A545B7425FB}" destId="{4035E6F0-2653-49EC-B354-44AE1F80D034}" srcOrd="2" destOrd="0" parTransId="{A35849ED-CA84-42AE-A041-E9A3128B8DBF}" sibTransId="{525C8A4C-94AE-4899-9DB0-D0AE8B431D5B}"/>
    <dgm:cxn modelId="{5677CDBA-57CB-4941-A008-00C937F3A25F}" type="presOf" srcId="{F02A1940-7240-43CB-A952-0E5350D4C733}" destId="{35BD5E24-2069-40A0-AA2E-A131E48B6890}" srcOrd="0" destOrd="0" presId="urn:microsoft.com/office/officeart/2005/8/layout/vList5"/>
    <dgm:cxn modelId="{9FC00982-8A27-465E-A8B0-B0E86A44F3E5}" srcId="{4D31D397-AF17-4A89-BA02-0A545B7425FB}" destId="{1621C48D-8A9C-45AE-99B8-DB05FBACABC2}" srcOrd="1" destOrd="0" parTransId="{4884D407-899F-4376-AA2F-94E15526C779}" sibTransId="{50E7F1BA-4A12-4C23-B0AC-6BE76217BC6F}"/>
    <dgm:cxn modelId="{05C324BB-C0BF-4688-BFF6-F90B5CF38F7B}" type="presOf" srcId="{1621C48D-8A9C-45AE-99B8-DB05FBACABC2}" destId="{3D1AB65D-813D-48D5-9F8F-2DB201CB1437}" srcOrd="0" destOrd="0" presId="urn:microsoft.com/office/officeart/2005/8/layout/vList5"/>
    <dgm:cxn modelId="{B55D7236-8BC3-43FE-8EE8-0B2C1855A169}" type="presOf" srcId="{4D31D397-AF17-4A89-BA02-0A545B7425FB}" destId="{A9365479-5B51-41C0-BA94-8EA43C5431ED}" srcOrd="0" destOrd="0" presId="urn:microsoft.com/office/officeart/2005/8/layout/vList5"/>
    <dgm:cxn modelId="{4FDD13C6-E58F-4605-B423-8E2947A2DBB6}" type="presParOf" srcId="{A9365479-5B51-41C0-BA94-8EA43C5431ED}" destId="{0408D215-F6C1-477D-9BDB-1A88A4EA201D}" srcOrd="0" destOrd="0" presId="urn:microsoft.com/office/officeart/2005/8/layout/vList5"/>
    <dgm:cxn modelId="{0929017F-8445-488D-B06A-8A0D71E48091}" type="presParOf" srcId="{0408D215-F6C1-477D-9BDB-1A88A4EA201D}" destId="{B9BB24FE-AFCF-45FA-99DD-C1BE473366E6}" srcOrd="0" destOrd="0" presId="urn:microsoft.com/office/officeart/2005/8/layout/vList5"/>
    <dgm:cxn modelId="{3EC1875A-CB96-4700-B992-9F5B88BD1C12}" type="presParOf" srcId="{0408D215-F6C1-477D-9BDB-1A88A4EA201D}" destId="{35BD5E24-2069-40A0-AA2E-A131E48B6890}" srcOrd="1" destOrd="0" presId="urn:microsoft.com/office/officeart/2005/8/layout/vList5"/>
    <dgm:cxn modelId="{3C66D4F1-288D-4C9E-A719-60B7F7C45805}" type="presParOf" srcId="{A9365479-5B51-41C0-BA94-8EA43C5431ED}" destId="{B51C27A1-5FB6-4AAF-8336-814FE1A390F3}" srcOrd="1" destOrd="0" presId="urn:microsoft.com/office/officeart/2005/8/layout/vList5"/>
    <dgm:cxn modelId="{FFE1212D-3D7C-4F30-BB5C-00FCE18C0398}" type="presParOf" srcId="{A9365479-5B51-41C0-BA94-8EA43C5431ED}" destId="{1A4A2C9F-47DA-4B43-93DD-90BC1164C14C}" srcOrd="2" destOrd="0" presId="urn:microsoft.com/office/officeart/2005/8/layout/vList5"/>
    <dgm:cxn modelId="{CAF78964-14F4-464D-AFEE-0D83C599802F}" type="presParOf" srcId="{1A4A2C9F-47DA-4B43-93DD-90BC1164C14C}" destId="{3D1AB65D-813D-48D5-9F8F-2DB201CB1437}" srcOrd="0" destOrd="0" presId="urn:microsoft.com/office/officeart/2005/8/layout/vList5"/>
    <dgm:cxn modelId="{15F6C672-5186-473D-AD0C-8D4E9E163D54}" type="presParOf" srcId="{1A4A2C9F-47DA-4B43-93DD-90BC1164C14C}" destId="{8E7644E6-B29D-4292-ABBA-DA6F4B955786}" srcOrd="1" destOrd="0" presId="urn:microsoft.com/office/officeart/2005/8/layout/vList5"/>
    <dgm:cxn modelId="{6750230C-C005-4E36-A59D-C4CB508221FC}" type="presParOf" srcId="{A9365479-5B51-41C0-BA94-8EA43C5431ED}" destId="{058A843F-D8C1-4BC3-B535-5E2189427D8B}" srcOrd="3" destOrd="0" presId="urn:microsoft.com/office/officeart/2005/8/layout/vList5"/>
    <dgm:cxn modelId="{94C1232D-961C-4881-A562-F9982DBE6893}" type="presParOf" srcId="{A9365479-5B51-41C0-BA94-8EA43C5431ED}" destId="{083B4C1B-09A4-4C88-91A4-9017BDF93337}" srcOrd="4" destOrd="0" presId="urn:microsoft.com/office/officeart/2005/8/layout/vList5"/>
    <dgm:cxn modelId="{7108B710-735B-415F-A24C-157740F6682B}" type="presParOf" srcId="{083B4C1B-09A4-4C88-91A4-9017BDF93337}" destId="{54B1FF44-AD08-4837-AB4F-8E3A4A3CCA5F}" srcOrd="0" destOrd="0" presId="urn:microsoft.com/office/officeart/2005/8/layout/vList5"/>
    <dgm:cxn modelId="{E9D51328-E211-4A71-B39A-494323477871}" type="presParOf" srcId="{083B4C1B-09A4-4C88-91A4-9017BDF93337}" destId="{0BE12B2B-C2A9-4CDE-AE16-7EB3A5638AEA}" srcOrd="1" destOrd="0" presId="urn:microsoft.com/office/officeart/2005/8/layout/vList5"/>
    <dgm:cxn modelId="{57EAA607-2400-4E0A-BFF4-8940C0B2F214}" type="presParOf" srcId="{A9365479-5B51-41C0-BA94-8EA43C5431ED}" destId="{87A7BA0E-0F8D-474B-A6F8-BF92B5D7A234}" srcOrd="5" destOrd="0" presId="urn:microsoft.com/office/officeart/2005/8/layout/vList5"/>
    <dgm:cxn modelId="{A47F13B6-09D4-45BB-8ADA-8DD059BD0C43}" type="presParOf" srcId="{A9365479-5B51-41C0-BA94-8EA43C5431ED}" destId="{CDDA1617-E50A-485A-8FA4-3644FA0E9E56}" srcOrd="6" destOrd="0" presId="urn:microsoft.com/office/officeart/2005/8/layout/vList5"/>
    <dgm:cxn modelId="{C7CFCD80-A147-4A94-9669-5B53BE94E96E}" type="presParOf" srcId="{CDDA1617-E50A-485A-8FA4-3644FA0E9E56}" destId="{066EDDCC-CD9C-4833-BABA-D90596DE672F}" srcOrd="0" destOrd="0" presId="urn:microsoft.com/office/officeart/2005/8/layout/vList5"/>
    <dgm:cxn modelId="{9EEF70DE-207E-4653-B04C-21C7BE4D69A7}" type="presParOf" srcId="{CDDA1617-E50A-485A-8FA4-3644FA0E9E56}" destId="{E3021AA5-EB3E-4DDC-BD69-C24A75E0A694}" srcOrd="1" destOrd="0" presId="urn:microsoft.com/office/officeart/2005/8/layout/vList5"/>
    <dgm:cxn modelId="{3B85F286-7E07-4869-9459-69E29D944FCA}" type="presParOf" srcId="{A9365479-5B51-41C0-BA94-8EA43C5431ED}" destId="{FBB7272F-7C4F-49DB-B865-F793428E55A8}" srcOrd="7" destOrd="0" presId="urn:microsoft.com/office/officeart/2005/8/layout/vList5"/>
    <dgm:cxn modelId="{B47FB5E6-07C7-43E4-B281-634025A7C13B}" type="presParOf" srcId="{A9365479-5B51-41C0-BA94-8EA43C5431ED}" destId="{B5CDAEC5-2467-42E5-A6E6-AD5F7721EE80}" srcOrd="8" destOrd="0" presId="urn:microsoft.com/office/officeart/2005/8/layout/vList5"/>
    <dgm:cxn modelId="{7A443BDA-B5E1-4E87-83A5-D5A86E05274F}" type="presParOf" srcId="{B5CDAEC5-2467-42E5-A6E6-AD5F7721EE80}" destId="{4CA54A94-663D-48AE-8BFF-07D33868E71E}" srcOrd="0" destOrd="0" presId="urn:microsoft.com/office/officeart/2005/8/layout/vList5"/>
    <dgm:cxn modelId="{3242EA62-C3BD-4664-940E-24B56CBE4CFC}" type="presParOf" srcId="{B5CDAEC5-2467-42E5-A6E6-AD5F7721EE80}" destId="{CA7B1EF9-D115-4F3C-92D9-1DAB56AD8AED}"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D992C5-F85F-4D92-9F50-5D4CB7993C3D}">
      <dsp:nvSpPr>
        <dsp:cNvPr id="0" name=""/>
        <dsp:cNvSpPr/>
      </dsp:nvSpPr>
      <dsp:spPr>
        <a:xfrm>
          <a:off x="1663823" y="1312215"/>
          <a:ext cx="1667882" cy="1442786"/>
        </a:xfrm>
        <a:prstGeom prst="hexagon">
          <a:avLst>
            <a:gd name="adj" fmla="val 28570"/>
            <a:gd name="vf" fmla="val 115470"/>
          </a:avLst>
        </a:prstGeom>
        <a:solidFill>
          <a:schemeClr val="accent2"/>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RSM Technology Consulting</a:t>
          </a:r>
          <a:endParaRPr lang="en-GB" sz="1100" b="1" kern="1200" dirty="0"/>
        </a:p>
      </dsp:txBody>
      <dsp:txXfrm>
        <a:off x="1940214" y="1551305"/>
        <a:ext cx="1115100" cy="964606"/>
      </dsp:txXfrm>
    </dsp:sp>
    <dsp:sp modelId="{7F0273A2-DFCD-4805-90AA-6F332DF2D94A}">
      <dsp:nvSpPr>
        <dsp:cNvPr id="0" name=""/>
        <dsp:cNvSpPr/>
      </dsp:nvSpPr>
      <dsp:spPr>
        <a:xfrm>
          <a:off x="2708238" y="621939"/>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6EF87B21-B1A0-4002-AFA3-083C9F025C3A}">
      <dsp:nvSpPr>
        <dsp:cNvPr id="0" name=""/>
        <dsp:cNvSpPr/>
      </dsp:nvSpPr>
      <dsp:spPr>
        <a:xfrm>
          <a:off x="1817459" y="0"/>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Digital &amp; IT strategy</a:t>
          </a:r>
          <a:endParaRPr lang="en-GB" sz="1100" b="1" kern="1200" dirty="0"/>
        </a:p>
      </dsp:txBody>
      <dsp:txXfrm>
        <a:off x="2043970" y="195959"/>
        <a:ext cx="913796" cy="790540"/>
      </dsp:txXfrm>
    </dsp:sp>
    <dsp:sp modelId="{6A8DBDD1-7785-4847-82D5-931D7F20233A}">
      <dsp:nvSpPr>
        <dsp:cNvPr id="0" name=""/>
        <dsp:cNvSpPr/>
      </dsp:nvSpPr>
      <dsp:spPr>
        <a:xfrm>
          <a:off x="3442665" y="1635591"/>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76E2DF38-CB22-4C46-8872-05CB3864CD18}">
      <dsp:nvSpPr>
        <dsp:cNvPr id="0" name=""/>
        <dsp:cNvSpPr/>
      </dsp:nvSpPr>
      <dsp:spPr>
        <a:xfrm>
          <a:off x="3050857" y="743774"/>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System selection</a:t>
          </a:r>
          <a:endParaRPr lang="en-GB" sz="1100" b="1" kern="1200" dirty="0"/>
        </a:p>
      </dsp:txBody>
      <dsp:txXfrm>
        <a:off x="3277368" y="939733"/>
        <a:ext cx="913796" cy="790540"/>
      </dsp:txXfrm>
    </dsp:sp>
    <dsp:sp modelId="{883FFAA7-F9D3-4DF9-96C3-1A9319804CA0}">
      <dsp:nvSpPr>
        <dsp:cNvPr id="0" name=""/>
        <dsp:cNvSpPr/>
      </dsp:nvSpPr>
      <dsp:spPr>
        <a:xfrm>
          <a:off x="2932485" y="2779814"/>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30830000-A553-4E38-8C54-79420FBD7D5A}">
      <dsp:nvSpPr>
        <dsp:cNvPr id="0" name=""/>
        <dsp:cNvSpPr/>
      </dsp:nvSpPr>
      <dsp:spPr>
        <a:xfrm>
          <a:off x="3070990" y="2157061"/>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ERP &amp; accounting systems</a:t>
          </a:r>
          <a:endParaRPr lang="en-GB" sz="1100" b="1" kern="1200" dirty="0"/>
        </a:p>
      </dsp:txBody>
      <dsp:txXfrm>
        <a:off x="3297501" y="2353020"/>
        <a:ext cx="913796" cy="790540"/>
      </dsp:txXfrm>
    </dsp:sp>
    <dsp:sp modelId="{5A0E315C-977C-4ED9-AC99-F2F81A7822D6}">
      <dsp:nvSpPr>
        <dsp:cNvPr id="0" name=""/>
        <dsp:cNvSpPr/>
      </dsp:nvSpPr>
      <dsp:spPr>
        <a:xfrm>
          <a:off x="1666927" y="2898588"/>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43D9D079-435A-43E8-88F7-EFE28EA96563}">
      <dsp:nvSpPr>
        <dsp:cNvPr id="0" name=""/>
        <dsp:cNvSpPr/>
      </dsp:nvSpPr>
      <dsp:spPr>
        <a:xfrm>
          <a:off x="1817459" y="2885165"/>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IT project delivery</a:t>
          </a:r>
          <a:endParaRPr lang="en-GB" sz="1100" b="1" kern="1200" dirty="0"/>
        </a:p>
      </dsp:txBody>
      <dsp:txXfrm>
        <a:off x="2043970" y="3081124"/>
        <a:ext cx="913796" cy="790540"/>
      </dsp:txXfrm>
    </dsp:sp>
    <dsp:sp modelId="{7956F5D2-C8CC-4AA4-AB8F-DDA8C176BF24}">
      <dsp:nvSpPr>
        <dsp:cNvPr id="0" name=""/>
        <dsp:cNvSpPr/>
      </dsp:nvSpPr>
      <dsp:spPr>
        <a:xfrm>
          <a:off x="920473" y="1885343"/>
          <a:ext cx="629287" cy="542214"/>
        </a:xfrm>
        <a:prstGeom prst="hexagon">
          <a:avLst>
            <a:gd name="adj" fmla="val 28900"/>
            <a:gd name="vf" fmla="val 115470"/>
          </a:avLst>
        </a:prstGeom>
        <a:blipFill rotWithShape="0">
          <a:blip xmlns:r="http://schemas.openxmlformats.org/officeDocument/2006/relationships" r:embed="rId1">
            <a:extLst>
              <a:ext uri="{28A0092B-C50C-407E-A947-70E740481C1C}">
                <a14:useLocalDpi xmlns:a14="http://schemas.microsoft.com/office/drawing/2010/main" val="0"/>
              </a:ext>
            </a:extLst>
          </a:blip>
          <a:stretch>
            <a:fillRect/>
          </a:stretch>
        </a:blip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CEEC4E0C-101B-421D-99E0-E114E30F96D4}">
      <dsp:nvSpPr>
        <dsp:cNvPr id="0" name=""/>
        <dsp:cNvSpPr/>
      </dsp:nvSpPr>
      <dsp:spPr>
        <a:xfrm>
          <a:off x="558109" y="2157874"/>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smtClean="0">
              <a:latin typeface="Arial"/>
              <a:ea typeface="+mn-ea"/>
              <a:cs typeface="+mn-cs"/>
            </a:rPr>
            <a:t>IT risk</a:t>
          </a:r>
          <a:br>
            <a:rPr lang="en-GB" sz="1100" b="1" kern="1200" smtClean="0">
              <a:latin typeface="Arial"/>
              <a:ea typeface="+mn-ea"/>
              <a:cs typeface="+mn-cs"/>
            </a:rPr>
          </a:br>
          <a:r>
            <a:rPr lang="en-GB" sz="1100" b="1" kern="1200" smtClean="0">
              <a:latin typeface="Arial"/>
              <a:ea typeface="+mn-ea"/>
              <a:cs typeface="+mn-cs"/>
            </a:rPr>
            <a:t>and</a:t>
          </a:r>
          <a:br>
            <a:rPr lang="en-GB" sz="1100" b="1" kern="1200" smtClean="0">
              <a:latin typeface="Arial"/>
              <a:ea typeface="+mn-ea"/>
              <a:cs typeface="+mn-cs"/>
            </a:rPr>
          </a:br>
          <a:r>
            <a:rPr lang="en-GB" sz="1100" b="1" kern="1200" smtClean="0">
              <a:latin typeface="Arial"/>
              <a:ea typeface="+mn-ea"/>
              <a:cs typeface="+mn-cs"/>
            </a:rPr>
            <a:t>security</a:t>
          </a:r>
          <a:endParaRPr lang="en-GB" sz="1100" b="1" kern="1200" dirty="0"/>
        </a:p>
      </dsp:txBody>
      <dsp:txXfrm>
        <a:off x="784620" y="2353833"/>
        <a:ext cx="913796" cy="790540"/>
      </dsp:txXfrm>
    </dsp:sp>
    <dsp:sp modelId="{154188D1-8F99-4E75-90A2-D99302EB540E}">
      <dsp:nvSpPr>
        <dsp:cNvPr id="0" name=""/>
        <dsp:cNvSpPr/>
      </dsp:nvSpPr>
      <dsp:spPr>
        <a:xfrm>
          <a:off x="558109" y="725664"/>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IT resilience</a:t>
          </a:r>
          <a:endParaRPr lang="en-GB" sz="1100" b="1" kern="1200" dirty="0"/>
        </a:p>
      </dsp:txBody>
      <dsp:txXfrm>
        <a:off x="784620" y="921623"/>
        <a:ext cx="913796" cy="79054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BD5E24-2069-40A0-AA2E-A131E48B6890}">
      <dsp:nvSpPr>
        <dsp:cNvPr id="0" name=""/>
        <dsp:cNvSpPr/>
      </dsp:nvSpPr>
      <dsp:spPr>
        <a:xfrm rot="5400000">
          <a:off x="3244355" y="-1820969"/>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 Create a clear vision for how digital technology can support and drive the organisation’s corporate strategy.  This requires an understanding of the potential of new technology combined with a clearly defined commercial strategy</a:t>
          </a:r>
          <a:endParaRPr lang="en-GB" sz="1000" kern="1200" dirty="0"/>
        </a:p>
      </dsp:txBody>
      <dsp:txXfrm rot="-5400000">
        <a:off x="1351969" y="98684"/>
        <a:ext cx="4316069" cy="504028"/>
      </dsp:txXfrm>
    </dsp:sp>
    <dsp:sp modelId="{B9BB24FE-AFCF-45FA-99DD-C1BE473366E6}">
      <dsp:nvSpPr>
        <dsp:cNvPr id="0" name=""/>
        <dsp:cNvSpPr/>
      </dsp:nvSpPr>
      <dsp:spPr>
        <a:xfrm>
          <a:off x="360" y="1596"/>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Create a Digital Vision</a:t>
          </a:r>
          <a:endParaRPr lang="en-GB" sz="1100" kern="1200" dirty="0"/>
        </a:p>
      </dsp:txBody>
      <dsp:txXfrm>
        <a:off x="34443" y="35679"/>
        <a:ext cx="1283442" cy="630037"/>
      </dsp:txXfrm>
    </dsp:sp>
    <dsp:sp modelId="{8E7644E6-B29D-4292-ABBA-DA6F4B955786}">
      <dsp:nvSpPr>
        <dsp:cNvPr id="0" name=""/>
        <dsp:cNvSpPr/>
      </dsp:nvSpPr>
      <dsp:spPr>
        <a:xfrm rot="5400000">
          <a:off x="3244355" y="-1087856"/>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For digital transformation to succeed it requires full commitment from senior management across all functions.  Therefore there has to be a clear and agreed vision that transcends departmental boundaries, with a clear sponsorship structure for digital initiatives</a:t>
          </a:r>
          <a:endParaRPr lang="en-GB" sz="1000" kern="1200" dirty="0"/>
        </a:p>
      </dsp:txBody>
      <dsp:txXfrm rot="-5400000">
        <a:off x="1351969" y="831797"/>
        <a:ext cx="4316069" cy="504028"/>
      </dsp:txXfrm>
    </dsp:sp>
    <dsp:sp modelId="{3D1AB65D-813D-48D5-9F8F-2DB201CB1437}">
      <dsp:nvSpPr>
        <dsp:cNvPr id="0" name=""/>
        <dsp:cNvSpPr/>
      </dsp:nvSpPr>
      <dsp:spPr>
        <a:xfrm>
          <a:off x="360" y="734710"/>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Establish clear leadership</a:t>
          </a:r>
          <a:endParaRPr lang="en-GB" sz="1100" kern="1200" dirty="0"/>
        </a:p>
      </dsp:txBody>
      <dsp:txXfrm>
        <a:off x="34443" y="768793"/>
        <a:ext cx="1283442" cy="630037"/>
      </dsp:txXfrm>
    </dsp:sp>
    <dsp:sp modelId="{0BE12B2B-C2A9-4CDE-AE16-7EB3A5638AEA}">
      <dsp:nvSpPr>
        <dsp:cNvPr id="0" name=""/>
        <dsp:cNvSpPr/>
      </dsp:nvSpPr>
      <dsp:spPr>
        <a:xfrm rot="5400000">
          <a:off x="3244355" y="-354743"/>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Our experience tells us that the best approach to digital change is to avoid dismissing early ideas in order to generate a long-list of digital initiatives, which can then be evaluated against the Digital Vision</a:t>
          </a:r>
          <a:endParaRPr lang="en-GB" sz="1000" kern="1200" dirty="0"/>
        </a:p>
      </dsp:txBody>
      <dsp:txXfrm rot="-5400000">
        <a:off x="1351969" y="1564910"/>
        <a:ext cx="4316069" cy="504028"/>
      </dsp:txXfrm>
    </dsp:sp>
    <dsp:sp modelId="{54B1FF44-AD08-4837-AB4F-8E3A4A3CCA5F}">
      <dsp:nvSpPr>
        <dsp:cNvPr id="0" name=""/>
        <dsp:cNvSpPr/>
      </dsp:nvSpPr>
      <dsp:spPr>
        <a:xfrm>
          <a:off x="360" y="1467823"/>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Select appropriate digital technologies</a:t>
          </a:r>
          <a:endParaRPr lang="en-GB" sz="1100" kern="1200" dirty="0"/>
        </a:p>
      </dsp:txBody>
      <dsp:txXfrm>
        <a:off x="34443" y="1501906"/>
        <a:ext cx="1283442" cy="630037"/>
      </dsp:txXfrm>
    </dsp:sp>
    <dsp:sp modelId="{E3021AA5-EB3E-4DDC-BD69-C24A75E0A694}">
      <dsp:nvSpPr>
        <dsp:cNvPr id="0" name=""/>
        <dsp:cNvSpPr/>
      </dsp:nvSpPr>
      <dsp:spPr>
        <a:xfrm rot="5400000">
          <a:off x="3244355" y="378370"/>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No organisation can do everything at once.  It is vital to be realistic with digital transformation, starting with quick wins and building momentum to drive the transformation forward. </a:t>
          </a:r>
          <a:endParaRPr lang="en-GB" sz="1000" kern="1200" dirty="0"/>
        </a:p>
      </dsp:txBody>
      <dsp:txXfrm rot="-5400000">
        <a:off x="1351969" y="2298024"/>
        <a:ext cx="4316069" cy="504028"/>
      </dsp:txXfrm>
    </dsp:sp>
    <dsp:sp modelId="{066EDDCC-CD9C-4833-BABA-D90596DE672F}">
      <dsp:nvSpPr>
        <dsp:cNvPr id="0" name=""/>
        <dsp:cNvSpPr/>
      </dsp:nvSpPr>
      <dsp:spPr>
        <a:xfrm>
          <a:off x="360" y="2200936"/>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Build momentum</a:t>
          </a:r>
          <a:endParaRPr lang="en-GB" sz="1100" kern="1200" dirty="0"/>
        </a:p>
      </dsp:txBody>
      <dsp:txXfrm>
        <a:off x="34443" y="2235019"/>
        <a:ext cx="1283442" cy="630037"/>
      </dsp:txXfrm>
    </dsp:sp>
    <dsp:sp modelId="{CA7B1EF9-D115-4F3C-92D9-1DAB56AD8AED}">
      <dsp:nvSpPr>
        <dsp:cNvPr id="0" name=""/>
        <dsp:cNvSpPr/>
      </dsp:nvSpPr>
      <dsp:spPr>
        <a:xfrm rot="5400000">
          <a:off x="3244355" y="1111483"/>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Feedback and learning is key in digital transformation. As the organisation transforms, new opportunities will present themselves and an appropriate culture of continuous improvement is required, with staff acquiring new skills.</a:t>
          </a:r>
          <a:endParaRPr lang="en-GB" sz="1000" kern="1200" dirty="0"/>
        </a:p>
      </dsp:txBody>
      <dsp:txXfrm rot="-5400000">
        <a:off x="1351969" y="3031137"/>
        <a:ext cx="4316069" cy="504028"/>
      </dsp:txXfrm>
    </dsp:sp>
    <dsp:sp modelId="{4CA54A94-663D-48AE-8BFF-07D33868E71E}">
      <dsp:nvSpPr>
        <dsp:cNvPr id="0" name=""/>
        <dsp:cNvSpPr/>
      </dsp:nvSpPr>
      <dsp:spPr>
        <a:xfrm>
          <a:off x="360" y="2934049"/>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Adopt a Continuous Improvement culture</a:t>
          </a:r>
          <a:endParaRPr lang="en-GB" sz="1100" kern="1200" dirty="0"/>
        </a:p>
      </dsp:txBody>
      <dsp:txXfrm>
        <a:off x="34443" y="2968132"/>
        <a:ext cx="1283442" cy="630037"/>
      </dsp:txXfrm>
    </dsp:sp>
  </dsp:spTree>
</dsp:drawing>
</file>

<file path=ppt/diagrams/layout1.xml><?xml version="1.0" encoding="utf-8"?>
<dgm:layoutDef xmlns:dgm="http://schemas.openxmlformats.org/drawingml/2006/diagram" xmlns:a="http://schemas.openxmlformats.org/drawingml/2006/main" uniqueId="urn:microsoft.com/office/officeart/2011/layout/HexagonRadial#2">
  <dgm:title val="Hexagon Radial"/>
  <dgm:desc val="Use to show a sequential process that relates to a central idea or theme. Limited to six Level 2 shapes. Works best with small amounts of text. Unused text does not appear, but remains available if you switch layouts."/>
  <dgm:catLst>
    <dgm:cat type="cycle" pri="8500"/>
    <dgm:cat type="officeonline" pri="9000"/>
  </dgm:catLst>
  <dgm:samp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sampData>
  <dgm:styleData>
    <dgm:dataModel>
      <dgm:ptLst>
        <dgm:pt modelId="0" type="doc"/>
        <dgm:pt modelId="10">
          <dgm:prSet phldr="1"/>
        </dgm:pt>
        <dgm:pt modelId="11">
          <dgm:prSet phldr="1"/>
        </dgm:pt>
        <dgm:pt modelId="12">
          <dgm:prSet phldr="1"/>
        </dgm:pt>
        <dgm:pt modelId="13">
          <dgm:prSet phldr="1"/>
        </dgm:pt>
      </dgm:ptLst>
      <dgm:cxnLst>
        <dgm:cxn modelId="40" srcId="0" destId="10" srcOrd="0" destOrd="0"/>
        <dgm:cxn modelId="50" srcId="10" destId="11" srcOrd="0" destOrd="0"/>
        <dgm:cxn modelId="60" srcId="10" destId="12" srcOrd="0" destOrd="0"/>
        <dgm:cxn modelId="70" srcId="10" destId="13" srcOrd="0"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clrData>
  <dgm:layoutNode name="Name0">
    <dgm:varLst>
      <dgm:chMax val="1"/>
      <dgm:chPref val="1"/>
      <dgm:dir/>
      <dgm:animOne val="branch"/>
      <dgm:animLvl val="lvl"/>
    </dgm:varLst>
    <dgm:shape xmlns:r="http://schemas.openxmlformats.org/officeDocument/2006/relationships" r:blip="">
      <dgm:adjLst/>
    </dgm:shape>
    <dgm:choose name="Name1">
      <dgm:if name="Name2" func="var" arg="dir" op="equ" val="norm">
        <dgm:choose name="Name3">
          <dgm:if name="Name4"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5"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l" for="ch" forName="Accent1" refType="w" fact="0.1685"/>
              <dgm:constr type="t" for="ch" forName="Accent1" refType="h" fact="0.2946"/>
              <dgm:constr type="w" for="ch" forName="Accent1" refType="w" fact="0.462"/>
              <dgm:constr type="h" for="ch" forName="Accent1" refType="h" fact="0.5472"/>
              <dgm:constr type="l" for="ch" forName="Parent" refType="w" fact="0"/>
              <dgm:constr type="t" for="ch" forName="Parent" refType="h" fact="0.2885"/>
              <dgm:constr type="w" for="ch" forName="Parent" refType="w" fact="0.6013"/>
              <dgm:constr type="h" for="ch" forName="Parent" refType="h" fact="0.7115"/>
              <dgm:constr type="l" for="ch" forName="Child1" refType="w" fact="0.5073"/>
              <dgm:constr type="t" for="ch" forName="Child1" refType="h" fact="0"/>
              <dgm:constr type="w" for="ch" forName="Child1" refType="w" fact="0.4927"/>
              <dgm:constr type="h" for="ch" forName="Child1" refType="h" fact="0.5831"/>
            </dgm:constrLst>
          </dgm:if>
          <dgm:if name="Name6"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l" for="ch" forName="Accent2" refType="w" fact="0.6413"/>
              <dgm:constr type="t" for="ch" forName="Accent2" refType="h" fact="0.3477"/>
              <dgm:constr type="w" for="ch" forName="Accent2" refType="w" fact="0.2269"/>
              <dgm:constr type="h" for="ch" forName="Accent2" refType="h" fact="0.2076"/>
              <dgm:constr type="l" for="ch" forName="Accent1" refType="w" fact="0"/>
              <dgm:constr type="t" for="ch" forName="Accent1" refType="h" fact="0"/>
              <dgm:constr type="w" for="ch" forName="Accent1" refType="w" fact="0"/>
              <dgm:constr type="h" for="ch" forName="Accent1" refType="h" fact="0"/>
              <dgm:constr type="l" for="ch" forName="Parent" refType="w" fact="0"/>
              <dgm:constr type="t" for="ch" forName="Parent" refType="h" fact="0.2239"/>
              <dgm:constr type="w" for="ch" forName="Parent" refType="w" fact="0.6013"/>
              <dgm:constr type="h" for="ch" forName="Parent" refType="h" fact="0.5523"/>
              <dgm:constr type="l" for="ch" forName="Child1" refType="w" fact="0.5073"/>
              <dgm:constr type="t" for="ch" forName="Child1" refType="h" fact="0"/>
              <dgm:constr type="w" for="ch" forName="Child1" refType="w" fact="0.4927"/>
              <dgm:constr type="h" for="ch" forName="Child1" refType="h" fact="0.4527"/>
              <dgm:constr type="l" for="ch" forName="Child2" refType="w" fact="0.5073"/>
              <dgm:constr type="t" for="ch" forName="Child2" refType="h" fact="0.5473"/>
              <dgm:constr type="w" for="ch" forName="Child2" refType="w" fact="0.4927"/>
              <dgm:constr type="h" for="ch" forName="Child2" refType="h" fact="0.4527"/>
            </dgm:constrLst>
          </dgm:if>
          <dgm:if name="Name7"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l" for="ch" forName="Accent3" refType="w" fact="0.4573"/>
              <dgm:constr type="t" for="ch" forName="Accent3" refType="h" fact="0.6145"/>
              <dgm:constr type="w" for="ch" forName="Accent3" refType="w" fact="0.2269"/>
              <dgm:constr type="h" for="ch" forName="Accent3" refType="h" fact="0.1623"/>
              <dgm:constr type="l" for="ch" forName="Accent2" refType="w" fact="0.6413"/>
              <dgm:constr type="t" for="ch" forName="Accent2" refType="h" fact="0.2719"/>
              <dgm:constr type="w" for="ch" forName="Accent2" refType="w" fact="0.2269"/>
              <dgm:constr type="h" for="ch" forName="Accent2" refType="h" fact="0.1623"/>
              <dgm:constr type="l" for="ch" forName="Accent1" refType="w" fact="0"/>
              <dgm:constr type="t" for="ch" forName="Accent1" refType="h" fact="0"/>
              <dgm:constr type="w" for="ch" forName="Accent1" refType="w" fact="0"/>
              <dgm:constr type="h" for="ch" forName="Accent1" refType="h" fact="0"/>
              <dgm:constr type="l" for="ch" forName="Child3" refType="w" fact="0.0554"/>
              <dgm:constr type="t" for="ch" forName="Child3" refType="h" fact="0.646"/>
              <dgm:constr type="w" for="ch" forName="Child3" refType="w" fact="0.4927"/>
              <dgm:constr type="h" for="ch" forName="Child3" refType="h" fact="0.354"/>
              <dgm:constr type="l" for="ch" forName="Parent" refType="w" fact="0"/>
              <dgm:constr type="t" for="ch" forName="Parent" refType="h" fact="0.1751"/>
              <dgm:constr type="w" for="ch" forName="Parent" refType="w" fact="0.6013"/>
              <dgm:constr type="h" for="ch" forName="Parent" refType="h" fact="0.4319"/>
              <dgm:constr type="l" for="ch" forName="Child1" refType="w" fact="0.5073"/>
              <dgm:constr type="t" for="ch" forName="Child1" refType="h" fact="0"/>
              <dgm:constr type="w" for="ch" forName="Child1" refType="w" fact="0.4927"/>
              <dgm:constr type="h" for="ch" forName="Child1" refType="h" fact="0.354"/>
              <dgm:constr type="l" for="ch" forName="Child2" refType="w" fact="0.5073"/>
              <dgm:constr type="t" for="ch" forName="Child2" refType="h" fact="0.428"/>
              <dgm:constr type="w" for="ch" forName="Child2" refType="w" fact="0.4927"/>
              <dgm:constr type="h" for="ch" forName="Child2" refType="h" fact="0.354"/>
            </dgm:constrLst>
          </dgm:if>
          <dgm:if name="Name8"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4" refType="w" fact="0.4573"/>
              <dgm:constr type="t" for="ch" forName="Accent4" refType="h" fact="0.6834"/>
              <dgm:constr type="w" for="ch" forName="Accent4" refType="w" fact="0.2269"/>
              <dgm:constr type="h" for="ch" forName="Accent4" refType="h" fact="0.1333"/>
              <dgm:constr type="l" for="ch" forName="Accent3" refType="w" fact="0.6413"/>
              <dgm:constr type="t" for="ch" forName="Accent3" refType="h" fact="0.4021"/>
              <dgm:constr type="w" for="ch" forName="Accent3" refType="w" fact="0.2269"/>
              <dgm:constr type="h" for="ch" forName="Accent3" refType="h" fact="0.1333"/>
              <dgm:constr type="l" for="ch" forName="Accent2" refType="w" fact="0.3765"/>
              <dgm:constr type="t" for="ch" forName="Accent2" refType="h" fact="0.1529"/>
              <dgm:constr type="w" for="ch" forName="Accent2" refType="w" fact="0.2269"/>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0554"/>
              <dgm:constr type="t" for="ch" forName="Child4" refType="h" fact="0.7093"/>
              <dgm:constr type="w" for="ch" forName="Child4" refType="w" fact="0.4927"/>
              <dgm:constr type="h" for="ch" forName="Child4" refType="h" fact="0.2907"/>
              <dgm:constr type="l" for="ch" forName="Parent" refType="w" fact="0"/>
              <dgm:constr type="t" for="ch" forName="Parent" refType="h" fact="0.3226"/>
              <dgm:constr type="w" for="ch" forName="Parent" refType="w" fact="0.6013"/>
              <dgm:constr type="h" for="ch" forName="Parent" refType="h" fact="0.3547"/>
              <dgm:constr type="l" for="ch" forName="Child2" refType="w" fact="0.5073"/>
              <dgm:constr type="t" for="ch" forName="Child2" refType="h" fact="0.1788"/>
              <dgm:constr type="w" for="ch" forName="Child2" refType="w" fact="0.4927"/>
              <dgm:constr type="h" for="ch" forName="Child2" refType="h" fact="0.2907"/>
              <dgm:constr type="l" for="ch" forName="Child3" refType="w" fact="0.5073"/>
              <dgm:constr type="t" for="ch" forName="Child3" refType="h" fact="0.5303"/>
              <dgm:constr type="w" for="ch" forName="Child3" refType="w" fact="0.4927"/>
              <dgm:constr type="h" for="ch" forName="Child3" refType="h" fact="0.2907"/>
              <dgm:constr type="l" for="ch" forName="Child1" refType="w" fact="0.0554"/>
              <dgm:constr type="t" for="ch" forName="Child1" refType="h" fact="0"/>
              <dgm:constr type="w" for="ch" forName="Child1" refType="w" fact="0.4927"/>
              <dgm:constr type="h" for="ch" forName="Child1" refType="h" fact="0.2907"/>
            </dgm:constrLst>
          </dgm:if>
          <dgm:if name="Name9"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1" refType="w" fact="0.3246"/>
              <dgm:constr type="t" for="ch" forName="Child1" refType="h" fact="0"/>
              <dgm:constr type="w" for="ch" forName="Child1" refType="w" fact="0.3523"/>
              <dgm:constr type="h" for="ch" forName="Child1" refType="h" fact="0.2907"/>
            </dgm:constrLst>
          </dgm:if>
          <dgm:else name="Name10">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l" for="ch" forName="Accent6" refType="w" fact="0.0934"/>
              <dgm:constr type="t" for="ch" forName="Accent6" refType="h" fact="0.4635"/>
              <dgm:constr type="w" for="ch" forName="Accent6" refType="w" fact="0.1622"/>
              <dgm:constr type="h" for="ch" forName="Accent6" refType="h" fact="0.1333"/>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6" refType="w" fact="0"/>
              <dgm:constr type="t" for="ch" forName="Child6" refType="h" fact="0.1784"/>
              <dgm:constr type="w" for="ch" forName="Child6" refType="w" fact="0.3523"/>
              <dgm:constr type="h" for="ch" forName="Child6" refType="h" fact="0.2907"/>
              <dgm:constr type="l" for="ch" forName="Child1" refType="w" fact="0.3246"/>
              <dgm:constr type="t" for="ch" forName="Child1" refType="h" fact="0"/>
              <dgm:constr type="w" for="ch" forName="Child1" refType="w" fact="0.3523"/>
              <dgm:constr type="h" for="ch" forName="Child1" refType="h" fact="0.2907"/>
            </dgm:constrLst>
          </dgm:else>
        </dgm:choose>
      </dgm:if>
      <dgm:else name="Name11">
        <dgm:choose name="Name12">
          <dgm:if name="Name13"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14"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r" for="ch" forName="Accent1" refType="w" fact="0.8315"/>
              <dgm:constr type="t" for="ch" forName="Accent1" refType="h" fact="0.2946"/>
              <dgm:constr type="w" for="ch" forName="Accent1" refType="w" fact="0.462"/>
              <dgm:constr type="h" for="ch" forName="Accent1" refType="h" fact="0.5472"/>
              <dgm:constr type="r" for="ch" forName="Parent" refType="w"/>
              <dgm:constr type="t" for="ch" forName="Parent" refType="h" fact="0.2885"/>
              <dgm:constr type="w" for="ch" forName="Parent" refType="w" fact="0.6013"/>
              <dgm:constr type="h" for="ch" forName="Parent" refType="h" fact="0.7115"/>
              <dgm:constr type="r" for="ch" forName="Child1" refType="w" fact="0.4927"/>
              <dgm:constr type="t" for="ch" forName="Child1" refType="h" fact="0"/>
              <dgm:constr type="w" for="ch" forName="Child1" refType="w" fact="0.4927"/>
              <dgm:constr type="h" for="ch" forName="Child1" refType="h" fact="0.5831"/>
            </dgm:constrLst>
          </dgm:if>
          <dgm:if name="Name15"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r" for="ch" forName="Accent2" refType="w" fact="0.3587"/>
              <dgm:constr type="t" for="ch" forName="Accent2" refType="h" fact="0.3477"/>
              <dgm:constr type="w" for="ch" forName="Accent2" refType="w" fact="0.2269"/>
              <dgm:constr type="h" for="ch" forName="Accent2" refType="h" fact="0.2076"/>
              <dgm:constr type="r" for="ch" forName="Accent1" refType="w" fact="0"/>
              <dgm:constr type="t" for="ch" forName="Accent1" refType="h" fact="0"/>
              <dgm:constr type="w" for="ch" forName="Accent1" refType="w" fact="0"/>
              <dgm:constr type="h" for="ch" forName="Accent1" refType="h" fact="0"/>
              <dgm:constr type="r" for="ch" forName="Parent" refType="w"/>
              <dgm:constr type="t" for="ch" forName="Parent" refType="h" fact="0.2239"/>
              <dgm:constr type="w" for="ch" forName="Parent" refType="w" fact="0.6013"/>
              <dgm:constr type="h" for="ch" forName="Parent" refType="h" fact="0.5523"/>
              <dgm:constr type="r" for="ch" forName="Child1" refType="w" fact="0.4927"/>
              <dgm:constr type="t" for="ch" forName="Child1" refType="h" fact="0"/>
              <dgm:constr type="w" for="ch" forName="Child1" refType="w" fact="0.4927"/>
              <dgm:constr type="h" for="ch" forName="Child1" refType="h" fact="0.4527"/>
              <dgm:constr type="r" for="ch" forName="Child2" refType="w" fact="0.5073"/>
              <dgm:constr type="t" for="ch" forName="Child2" refType="h" fact="0.5473"/>
              <dgm:constr type="w" for="ch" forName="Child2" refType="w" fact="0.4927"/>
              <dgm:constr type="h" for="ch" forName="Child2" refType="h" fact="0.4527"/>
            </dgm:constrLst>
          </dgm:if>
          <dgm:if name="Name16"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r" for="ch" forName="Accent3" refType="w" fact="0.5427"/>
              <dgm:constr type="t" for="ch" forName="Accent3" refType="h" fact="0.6145"/>
              <dgm:constr type="w" for="ch" forName="Accent3" refType="w" fact="0.2269"/>
              <dgm:constr type="h" for="ch" forName="Accent3" refType="h" fact="0.1623"/>
              <dgm:constr type="r" for="ch" forName="Accent2" refType="w" fact="0.3587"/>
              <dgm:constr type="t" for="ch" forName="Accent2" refType="h" fact="0.2719"/>
              <dgm:constr type="w" for="ch" forName="Accent2" refType="w" fact="0.2269"/>
              <dgm:constr type="h" for="ch" forName="Accent2" refType="h" fact="0.1623"/>
              <dgm:constr type="r" for="ch" forName="Accent1" refType="w" fact="0"/>
              <dgm:constr type="t" for="ch" forName="Accent1" refType="h" fact="0"/>
              <dgm:constr type="w" for="ch" forName="Accent1" refType="w" fact="0"/>
              <dgm:constr type="h" for="ch" forName="Accent1" refType="h" fact="0"/>
              <dgm:constr type="r" for="ch" forName="Child3" refType="w" fact="0.9446"/>
              <dgm:constr type="t" for="ch" forName="Child3" refType="h" fact="0.646"/>
              <dgm:constr type="w" for="ch" forName="Child3" refType="w" fact="0.4927"/>
              <dgm:constr type="h" for="ch" forName="Child3" refType="h" fact="0.354"/>
              <dgm:constr type="r" for="ch" forName="Parent" refType="w"/>
              <dgm:constr type="t" for="ch" forName="Parent" refType="h" fact="0.1751"/>
              <dgm:constr type="w" for="ch" forName="Parent" refType="w" fact="0.6013"/>
              <dgm:constr type="h" for="ch" forName="Parent" refType="h" fact="0.4319"/>
              <dgm:constr type="r" for="ch" forName="Child1" refType="w" fact="0.4927"/>
              <dgm:constr type="t" for="ch" forName="Child1" refType="h" fact="0"/>
              <dgm:constr type="w" for="ch" forName="Child1" refType="w" fact="0.4927"/>
              <dgm:constr type="h" for="ch" forName="Child1" refType="h" fact="0.354"/>
              <dgm:constr type="r" for="ch" forName="Child2" refType="w" fact="0.4927"/>
              <dgm:constr type="t" for="ch" forName="Child2" refType="h" fact="0.428"/>
              <dgm:constr type="w" for="ch" forName="Child2" refType="w" fact="0.4927"/>
              <dgm:constr type="h" for="ch" forName="Child2" refType="h" fact="0.354"/>
            </dgm:constrLst>
          </dgm:if>
          <dgm:if name="Name17"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Accent4" refType="w" fact="0.5427"/>
              <dgm:constr type="t" for="ch" forName="Accent4" refType="h" fact="0.6834"/>
              <dgm:constr type="w" for="ch" forName="Accent4" refType="w" fact="0.2269"/>
              <dgm:constr type="h" for="ch" forName="Accent4" refType="h" fact="0.1333"/>
              <dgm:constr type="r" for="ch" forName="Accent3" refType="w" fact="0.3587"/>
              <dgm:constr type="t" for="ch" forName="Accent3" refType="h" fact="0.4021"/>
              <dgm:constr type="w" for="ch" forName="Accent3" refType="w" fact="0.2269"/>
              <dgm:constr type="h" for="ch" forName="Accent3" refType="h" fact="0.1333"/>
              <dgm:constr type="r" for="ch" forName="Accent2" refType="w" fact="0.6235"/>
              <dgm:constr type="t" for="ch" forName="Accent2" refType="h" fact="0.1529"/>
              <dgm:constr type="w" for="ch" forName="Accent2" refType="w" fact="0.2269"/>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9446"/>
              <dgm:constr type="t" for="ch" forName="Child4" refType="h" fact="0.7093"/>
              <dgm:constr type="w" for="ch" forName="Child4" refType="w" fact="0.4927"/>
              <dgm:constr type="h" for="ch" forName="Child4" refType="h" fact="0.2907"/>
              <dgm:constr type="r" for="ch" forName="Parent" refType="w"/>
              <dgm:constr type="t" for="ch" forName="Parent" refType="h" fact="0.3226"/>
              <dgm:constr type="w" for="ch" forName="Parent" refType="w" fact="0.6013"/>
              <dgm:constr type="h" for="ch" forName="Parent" refType="h" fact="0.3547"/>
              <dgm:constr type="r" for="ch" forName="Child2" refType="w" fact="0.4927"/>
              <dgm:constr type="t" for="ch" forName="Child2" refType="h" fact="0.1788"/>
              <dgm:constr type="w" for="ch" forName="Child2" refType="w" fact="0.4927"/>
              <dgm:constr type="h" for="ch" forName="Child2" refType="h" fact="0.2907"/>
              <dgm:constr type="r" for="ch" forName="Child3" refType="w" fact="0.4927"/>
              <dgm:constr type="t" for="ch" forName="Child3" refType="h" fact="0.5303"/>
              <dgm:constr type="w" for="ch" forName="Child3" refType="w" fact="0.4927"/>
              <dgm:constr type="h" for="ch" forName="Child3" refType="h" fact="0.2907"/>
              <dgm:constr type="r" for="ch" forName="Child1" refType="w" fact="0.9446"/>
              <dgm:constr type="t" for="ch" forName="Child1" refType="h" fact="0"/>
              <dgm:constr type="w" for="ch" forName="Child1" refType="w" fact="0.4927"/>
              <dgm:constr type="h" for="ch" forName="Child1" refType="h" fact="0.2907"/>
            </dgm:constrLst>
          </dgm:if>
          <dgm:if name="Name18"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1" refType="w" fact="0.6754"/>
              <dgm:constr type="t" for="ch" forName="Child1" refType="h" fact="0"/>
              <dgm:constr type="w" for="ch" forName="Child1" refType="w" fact="0.3523"/>
              <dgm:constr type="h" for="ch" forName="Child1" refType="h" fact="0.2907"/>
            </dgm:constrLst>
          </dgm:if>
          <dgm:else name="Name19">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r" for="ch" forName="Accent6" refType="w" fact="0.9066"/>
              <dgm:constr type="t" for="ch" forName="Accent6" refType="h" fact="0.4635"/>
              <dgm:constr type="w" for="ch" forName="Accent6" refType="w" fact="0.1622"/>
              <dgm:constr type="h" for="ch" forName="Accent6" refType="h" fact="0.1333"/>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6" refType="w"/>
              <dgm:constr type="t" for="ch" forName="Child6" refType="h" fact="0.1784"/>
              <dgm:constr type="w" for="ch" forName="Child6" refType="w" fact="0.3523"/>
              <dgm:constr type="h" for="ch" forName="Child6" refType="h" fact="0.2907"/>
              <dgm:constr type="r" for="ch" forName="Child1" refType="w" fact="0.6754"/>
              <dgm:constr type="t" for="ch" forName="Child1" refType="h" fact="0"/>
              <dgm:constr type="w" for="ch" forName="Child1" refType="w" fact="0.3523"/>
              <dgm:constr type="h" for="ch" forName="Child1" refType="h" fact="0.2907"/>
            </dgm:constrLst>
          </dgm:else>
        </dgm:choose>
      </dgm:else>
    </dgm:choose>
    <dgm:forEach name="wrapper" axis="self" ptType="parTrans">
      <dgm:forEach name="accentRepeat" axis="self">
        <dgm:layoutNode name="Accent" styleLbl="bgShp">
          <dgm:alg type="sp"/>
          <dgm:shape xmlns:r="http://schemas.openxmlformats.org/officeDocument/2006/relationships" type="hexagon" r:blip="" zOrderOff="-2">
            <dgm:adjLst>
              <dgm:adj idx="1" val="0.289"/>
              <dgm:adj idx="2" val="1.1547"/>
            </dgm:adjLst>
          </dgm:shape>
          <dgm:presOf/>
        </dgm:layoutNode>
      </dgm:forEach>
    </dgm:forEach>
    <dgm:forEach name="Name20" axis="ch" ptType="node" cnt="1">
      <dgm:layoutNode name="Parent" styleLbl="node0">
        <dgm:varLst>
          <dgm:chMax val="6"/>
          <dgm:chPref val="6"/>
        </dgm:varLst>
        <dgm:alg type="tx"/>
        <dgm:shape xmlns:r="http://schemas.openxmlformats.org/officeDocument/2006/relationships" type="hexagon" r:blip="">
          <dgm:adjLst>
            <dgm:adj idx="1" val="0.2857"/>
            <dgm:adj idx="2" val="1.1547"/>
          </dgm:adjLst>
        </dgm:shape>
        <dgm:presOf axis="self"/>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1" axis="ch ch" ptType="node node" st="1 1" cnt="1 1">
      <dgm:layoutNode name="Accent1">
        <dgm:alg type="sp"/>
        <dgm:shape xmlns:r="http://schemas.openxmlformats.org/officeDocument/2006/relationships" r:blip="" zOrderOff="-2">
          <dgm:adjLst/>
        </dgm:shape>
        <dgm:presOf/>
        <dgm:constrLst/>
        <dgm:forEach name="Name22" ref="accentRepeat"/>
      </dgm:layoutNode>
      <dgm:layoutNode name="Child1"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3" axis="ch ch" ptType="node node" st="1 2" cnt="1 1">
      <dgm:layoutNode name="Accent2">
        <dgm:alg type="sp"/>
        <dgm:shape xmlns:r="http://schemas.openxmlformats.org/officeDocument/2006/relationships" r:blip="" zOrderOff="-2">
          <dgm:adjLst/>
        </dgm:shape>
        <dgm:presOf/>
        <dgm:constrLst/>
        <dgm:forEach name="Name24" ref="accentRepeat"/>
      </dgm:layoutNode>
      <dgm:layoutNode name="Child2"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5" axis="ch ch" ptType="node node" st="1 3" cnt="1 1">
      <dgm:layoutNode name="Accent3">
        <dgm:alg type="sp"/>
        <dgm:shape xmlns:r="http://schemas.openxmlformats.org/officeDocument/2006/relationships" r:blip="" zOrderOff="-2">
          <dgm:adjLst/>
        </dgm:shape>
        <dgm:presOf/>
        <dgm:constrLst/>
        <dgm:forEach name="Name26" ref="accentRepeat"/>
      </dgm:layoutNode>
      <dgm:layoutNode name="Child3"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7" axis="ch ch" ptType="node node" st="1 4" cnt="1 1">
      <dgm:layoutNode name="Accent4">
        <dgm:alg type="sp"/>
        <dgm:shape xmlns:r="http://schemas.openxmlformats.org/officeDocument/2006/relationships" r:blip="">
          <dgm:adjLst/>
        </dgm:shape>
        <dgm:presOf/>
        <dgm:constrLst/>
        <dgm:forEach name="Name28" ref="accentRepeat"/>
      </dgm:layoutNode>
      <dgm:layoutNode name="Child4"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9" axis="ch ch" ptType="node node" st="1 5" cnt="1 1">
      <dgm:layoutNode name="Accent5">
        <dgm:alg type="sp"/>
        <dgm:shape xmlns:r="http://schemas.openxmlformats.org/officeDocument/2006/relationships" r:blip="">
          <dgm:adjLst/>
        </dgm:shape>
        <dgm:presOf/>
        <dgm:constrLst/>
        <dgm:forEach name="Name30" ref="accentRepeat"/>
      </dgm:layoutNode>
      <dgm:layoutNode name="Child5"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31" axis="ch ch" ptType="node node" st="1 6" cnt="1 1">
      <dgm:layoutNode name="Accent6">
        <dgm:alg type="sp"/>
        <dgm:shape xmlns:r="http://schemas.openxmlformats.org/officeDocument/2006/relationships" r:blip="">
          <dgm:adjLst/>
        </dgm:shape>
        <dgm:presOf/>
        <dgm:constrLst/>
        <dgm:forEach name="Name32" ref="accentRepeat"/>
      </dgm:layoutNode>
      <dgm:layoutNode name="Child6"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3633"/>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77607" y="0"/>
            <a:ext cx="2889938" cy="493633"/>
          </a:xfrm>
          <a:prstGeom prst="rect">
            <a:avLst/>
          </a:prstGeom>
        </p:spPr>
        <p:txBody>
          <a:bodyPr vert="horz" lIns="91440" tIns="45720" rIns="91440" bIns="45720" rtlCol="0"/>
          <a:lstStyle>
            <a:lvl1pPr algn="r">
              <a:defRPr sz="1200"/>
            </a:lvl1pPr>
          </a:lstStyle>
          <a:p>
            <a:fld id="{1E473AF6-2FAB-4713-B6C6-E0386261291F}" type="datetimeFigureOut">
              <a:rPr lang="en-GB" smtClean="0"/>
              <a:t>01/07/2016</a:t>
            </a:fld>
            <a:endParaRPr lang="en-GB"/>
          </a:p>
        </p:txBody>
      </p:sp>
      <p:sp>
        <p:nvSpPr>
          <p:cNvPr id="4" name="Footer Placeholder 3"/>
          <p:cNvSpPr>
            <a:spLocks noGrp="1"/>
          </p:cNvSpPr>
          <p:nvPr>
            <p:ph type="ftr" sz="quarter" idx="2"/>
          </p:nvPr>
        </p:nvSpPr>
        <p:spPr>
          <a:xfrm>
            <a:off x="0" y="9377316"/>
            <a:ext cx="2889938" cy="493633"/>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77607" y="9377316"/>
            <a:ext cx="2889938" cy="493633"/>
          </a:xfrm>
          <a:prstGeom prst="rect">
            <a:avLst/>
          </a:prstGeom>
        </p:spPr>
        <p:txBody>
          <a:bodyPr vert="horz" lIns="91440" tIns="45720" rIns="91440" bIns="45720" rtlCol="0" anchor="b"/>
          <a:lstStyle>
            <a:lvl1pPr algn="r">
              <a:defRPr sz="1200"/>
            </a:lvl1pPr>
          </a:lstStyle>
          <a:p>
            <a:fld id="{6898E0F9-4544-4B83-BE12-483232559C3B}" type="slidenum">
              <a:rPr lang="en-GB" smtClean="0"/>
              <a:t>‹#›</a:t>
            </a:fld>
            <a:endParaRPr lang="en-GB"/>
          </a:p>
        </p:txBody>
      </p:sp>
    </p:spTree>
    <p:extLst>
      <p:ext uri="{BB962C8B-B14F-4D97-AF65-F5344CB8AC3E}">
        <p14:creationId xmlns:p14="http://schemas.microsoft.com/office/powerpoint/2010/main" val="84576329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3633"/>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777607" y="0"/>
            <a:ext cx="2889938" cy="493633"/>
          </a:xfrm>
          <a:prstGeom prst="rect">
            <a:avLst/>
          </a:prstGeom>
        </p:spPr>
        <p:txBody>
          <a:bodyPr vert="horz" lIns="91440" tIns="45720" rIns="91440" bIns="45720" rtlCol="0"/>
          <a:lstStyle>
            <a:lvl1pPr algn="r">
              <a:defRPr sz="1200"/>
            </a:lvl1pPr>
          </a:lstStyle>
          <a:p>
            <a:fld id="{72339265-ADFC-4563-A924-76225813E49E}" type="datetimeFigureOut">
              <a:rPr lang="en-GB" smtClean="0"/>
              <a:t>01/07/2016</a:t>
            </a:fld>
            <a:endParaRPr lang="en-GB"/>
          </a:p>
        </p:txBody>
      </p:sp>
      <p:sp>
        <p:nvSpPr>
          <p:cNvPr id="4" name="Slide Image Placeholder 3"/>
          <p:cNvSpPr>
            <a:spLocks noGrp="1" noRot="1" noChangeAspect="1"/>
          </p:cNvSpPr>
          <p:nvPr>
            <p:ph type="sldImg" idx="2"/>
          </p:nvPr>
        </p:nvSpPr>
        <p:spPr>
          <a:xfrm>
            <a:off x="42863" y="739775"/>
            <a:ext cx="6583362" cy="3703638"/>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6909" y="4689515"/>
            <a:ext cx="5335270" cy="444269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6" name="Footer Placeholder 5"/>
          <p:cNvSpPr>
            <a:spLocks noGrp="1"/>
          </p:cNvSpPr>
          <p:nvPr>
            <p:ph type="ftr" sz="quarter" idx="4"/>
          </p:nvPr>
        </p:nvSpPr>
        <p:spPr>
          <a:xfrm>
            <a:off x="0" y="9377316"/>
            <a:ext cx="2889938" cy="493633"/>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377316"/>
            <a:ext cx="2889938" cy="493633"/>
          </a:xfrm>
          <a:prstGeom prst="rect">
            <a:avLst/>
          </a:prstGeom>
        </p:spPr>
        <p:txBody>
          <a:bodyPr vert="horz" lIns="91440" tIns="45720" rIns="91440" bIns="45720" rtlCol="0" anchor="b"/>
          <a:lstStyle>
            <a:lvl1pPr algn="r">
              <a:defRPr sz="1200"/>
            </a:lvl1pPr>
          </a:lstStyle>
          <a:p>
            <a:fld id="{F7D8859B-D7B2-4524-A914-23A343B7401F}" type="slidenum">
              <a:rPr lang="en-GB" smtClean="0"/>
              <a:t>‹#›</a:t>
            </a:fld>
            <a:endParaRPr lang="en-GB"/>
          </a:p>
        </p:txBody>
      </p:sp>
    </p:spTree>
    <p:extLst>
      <p:ext uri="{BB962C8B-B14F-4D97-AF65-F5344CB8AC3E}">
        <p14:creationId xmlns:p14="http://schemas.microsoft.com/office/powerpoint/2010/main" val="2295960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1</a:t>
            </a:fld>
            <a:endParaRPr lang="en-GB"/>
          </a:p>
        </p:txBody>
      </p:sp>
    </p:spTree>
    <p:extLst>
      <p:ext uri="{BB962C8B-B14F-4D97-AF65-F5344CB8AC3E}">
        <p14:creationId xmlns:p14="http://schemas.microsoft.com/office/powerpoint/2010/main" val="16270409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4</a:t>
            </a:fld>
            <a:endParaRPr lang="en-GB"/>
          </a:p>
        </p:txBody>
      </p:sp>
    </p:spTree>
    <p:extLst>
      <p:ext uri="{BB962C8B-B14F-4D97-AF65-F5344CB8AC3E}">
        <p14:creationId xmlns:p14="http://schemas.microsoft.com/office/powerpoint/2010/main" val="12160768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5</a:t>
            </a:fld>
            <a:endParaRPr lang="en-GB"/>
          </a:p>
        </p:txBody>
      </p:sp>
    </p:spTree>
    <p:extLst>
      <p:ext uri="{BB962C8B-B14F-4D97-AF65-F5344CB8AC3E}">
        <p14:creationId xmlns:p14="http://schemas.microsoft.com/office/powerpoint/2010/main" val="18299213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dirty="0" smtClean="0"/>
              <a:t>Broader than just ERP…fits with global</a:t>
            </a:r>
            <a:r>
              <a:rPr lang="en-GB" baseline="0" dirty="0" smtClean="0"/>
              <a:t> vision &amp; market positioning.</a:t>
            </a:r>
            <a:endParaRPr lang="en-GB" dirty="0" smtClean="0"/>
          </a:p>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6</a:t>
            </a:fld>
            <a:endParaRPr lang="en-GB"/>
          </a:p>
        </p:txBody>
      </p:sp>
    </p:spTree>
    <p:extLst>
      <p:ext uri="{BB962C8B-B14F-4D97-AF65-F5344CB8AC3E}">
        <p14:creationId xmlns:p14="http://schemas.microsoft.com/office/powerpoint/2010/main" val="25355008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7</a:t>
            </a:fld>
            <a:endParaRPr lang="en-GB"/>
          </a:p>
        </p:txBody>
      </p:sp>
    </p:spTree>
    <p:extLst>
      <p:ext uri="{BB962C8B-B14F-4D97-AF65-F5344CB8AC3E}">
        <p14:creationId xmlns:p14="http://schemas.microsoft.com/office/powerpoint/2010/main" val="1829921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Strategy is worth little if it cannot be operationalised …</a:t>
            </a:r>
          </a:p>
          <a:p>
            <a:r>
              <a:rPr lang="en-GB" dirty="0" smtClean="0"/>
              <a:t>Strategy horizons have shortened considerably</a:t>
            </a:r>
          </a:p>
          <a:p>
            <a:r>
              <a:rPr lang="en-GB" dirty="0" smtClean="0"/>
              <a:t>Agility</a:t>
            </a:r>
          </a:p>
          <a:p>
            <a:r>
              <a:rPr lang="en-GB" dirty="0" smtClean="0"/>
              <a:t>Collaboration</a:t>
            </a:r>
          </a:p>
          <a:p>
            <a:r>
              <a:rPr lang="en-GB" dirty="0" smtClean="0"/>
              <a:t>Don’t forget the soft side of strategy (skills, culture, </a:t>
            </a:r>
            <a:r>
              <a:rPr lang="en-GB" dirty="0" err="1" smtClean="0"/>
              <a:t>etc</a:t>
            </a:r>
            <a:r>
              <a:rPr lang="en-GB" dirty="0" smtClean="0"/>
              <a:t>)</a:t>
            </a:r>
          </a:p>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9</a:t>
            </a:fld>
            <a:endParaRPr lang="en-GB"/>
          </a:p>
        </p:txBody>
      </p:sp>
    </p:spTree>
    <p:extLst>
      <p:ext uri="{BB962C8B-B14F-4D97-AF65-F5344CB8AC3E}">
        <p14:creationId xmlns:p14="http://schemas.microsoft.com/office/powerpoint/2010/main" val="1500543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10</a:t>
            </a:fld>
            <a:endParaRPr lang="en-GB"/>
          </a:p>
        </p:txBody>
      </p:sp>
    </p:spTree>
    <p:extLst>
      <p:ext uri="{BB962C8B-B14F-4D97-AF65-F5344CB8AC3E}">
        <p14:creationId xmlns:p14="http://schemas.microsoft.com/office/powerpoint/2010/main" val="428116432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pening Slide">
    <p:spTree>
      <p:nvGrpSpPr>
        <p:cNvPr id="1" name=""/>
        <p:cNvGrpSpPr/>
        <p:nvPr/>
      </p:nvGrpSpPr>
      <p:grpSpPr>
        <a:xfrm>
          <a:off x="0" y="0"/>
          <a:ext cx="0" cy="0"/>
          <a:chOff x="0" y="0"/>
          <a:chExt cx="0" cy="0"/>
        </a:xfrm>
      </p:grpSpPr>
      <p:sp>
        <p:nvSpPr>
          <p:cNvPr id="4" name="Rectangle 3"/>
          <p:cNvSpPr/>
          <p:nvPr userDrawn="1"/>
        </p:nvSpPr>
        <p:spPr>
          <a:xfrm>
            <a:off x="0" y="180000"/>
            <a:ext cx="8964000" cy="401193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smtClean="0"/>
              <a:t> </a:t>
            </a:r>
            <a:endParaRPr lang="en-GB" dirty="0"/>
          </a:p>
        </p:txBody>
      </p:sp>
      <p:sp>
        <p:nvSpPr>
          <p:cNvPr id="3" name="TextBox 2"/>
          <p:cNvSpPr txBox="1"/>
          <p:nvPr userDrawn="1"/>
        </p:nvSpPr>
        <p:spPr>
          <a:xfrm>
            <a:off x="1058236" y="987573"/>
            <a:ext cx="5760640" cy="2123658"/>
          </a:xfrm>
          <a:prstGeom prst="rect">
            <a:avLst/>
          </a:prstGeom>
          <a:noFill/>
        </p:spPr>
        <p:txBody>
          <a:bodyPr wrap="square" rtlCol="0">
            <a:spAutoFit/>
          </a:bodyPr>
          <a:lstStyle/>
          <a:p>
            <a:r>
              <a:rPr kumimoji="0" lang="en-US" sz="4400" b="0" i="0" u="none" strike="noStrike" kern="1200" cap="none" spc="0" normalizeH="0" baseline="0" noProof="0" dirty="0" smtClean="0">
                <a:ln>
                  <a:noFill/>
                </a:ln>
                <a:solidFill>
                  <a:schemeClr val="bg1"/>
                </a:solidFill>
                <a:effectLst/>
                <a:uLnTx/>
                <a:uFillTx/>
                <a:latin typeface="+mn-lt"/>
              </a:rPr>
              <a:t>THE POWER </a:t>
            </a:r>
            <a:br>
              <a:rPr kumimoji="0" lang="en-US" sz="4400" b="0" i="0" u="none" strike="noStrike" kern="1200" cap="none" spc="0" normalizeH="0" baseline="0" noProof="0" dirty="0" smtClean="0">
                <a:ln>
                  <a:noFill/>
                </a:ln>
                <a:solidFill>
                  <a:schemeClr val="bg1"/>
                </a:solidFill>
                <a:effectLst/>
                <a:uLnTx/>
                <a:uFillTx/>
                <a:latin typeface="+mn-lt"/>
              </a:rPr>
            </a:br>
            <a:r>
              <a:rPr kumimoji="0" lang="en-US" sz="4400" b="0" i="0" u="none" strike="noStrike" kern="1200" cap="none" spc="0" normalizeH="0" baseline="0" noProof="0" dirty="0" smtClean="0">
                <a:ln>
                  <a:noFill/>
                </a:ln>
                <a:solidFill>
                  <a:schemeClr val="bg1"/>
                </a:solidFill>
                <a:effectLst/>
                <a:uLnTx/>
                <a:uFillTx/>
                <a:latin typeface="+mn-lt"/>
              </a:rPr>
              <a:t>OF BEING UNDERSTOOD</a:t>
            </a:r>
            <a:endParaRPr lang="en-GB" dirty="0">
              <a:solidFill>
                <a:schemeClr val="bg1"/>
              </a:solidFill>
            </a:endParaRPr>
          </a:p>
        </p:txBody>
      </p:sp>
      <p:sp>
        <p:nvSpPr>
          <p:cNvPr id="5" name="TextBox 4"/>
          <p:cNvSpPr txBox="1"/>
          <p:nvPr userDrawn="1"/>
        </p:nvSpPr>
        <p:spPr>
          <a:xfrm>
            <a:off x="1115616" y="3363838"/>
            <a:ext cx="4320480"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smtClean="0">
                <a:solidFill>
                  <a:schemeClr val="bg1"/>
                </a:solidFill>
              </a:rPr>
              <a:t>AUDIT | TAX | CONSULTING</a:t>
            </a:r>
          </a:p>
        </p:txBody>
      </p:sp>
      <p:sp>
        <p:nvSpPr>
          <p:cNvPr id="9" name="Rounded Rectangle 8"/>
          <p:cNvSpPr/>
          <p:nvPr userDrawn="1"/>
        </p:nvSpPr>
        <p:spPr>
          <a:xfrm>
            <a:off x="6156176" y="3651871"/>
            <a:ext cx="1296144" cy="354305"/>
          </a:xfrm>
          <a:prstGeom prst="roundRect">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ounded Rectangle 11"/>
          <p:cNvSpPr/>
          <p:nvPr userDrawn="1"/>
        </p:nvSpPr>
        <p:spPr>
          <a:xfrm>
            <a:off x="539552" y="514231"/>
            <a:ext cx="5904656" cy="3326660"/>
          </a:xfrm>
          <a:prstGeom prst="roundRect">
            <a:avLst>
              <a:gd name="adj" fmla="val 2780"/>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ounded Rectangle 12"/>
          <p:cNvSpPr/>
          <p:nvPr userDrawn="1"/>
        </p:nvSpPr>
        <p:spPr>
          <a:xfrm>
            <a:off x="858961" y="385763"/>
            <a:ext cx="7385449" cy="2906067"/>
          </a:xfrm>
          <a:prstGeom prst="roundRect">
            <a:avLst>
              <a:gd name="adj" fmla="val 3903"/>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526164" y="4261757"/>
            <a:ext cx="1567120" cy="815342"/>
          </a:xfrm>
          <a:prstGeom prst="rect">
            <a:avLst/>
          </a:prstGeom>
        </p:spPr>
      </p:pic>
    </p:spTree>
    <p:extLst>
      <p:ext uri="{BB962C8B-B14F-4D97-AF65-F5344CB8AC3E}">
        <p14:creationId xmlns:p14="http://schemas.microsoft.com/office/powerpoint/2010/main" val="413820974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RSM Titl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2571750"/>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8" name="Text Placeholder 7"/>
          <p:cNvSpPr>
            <a:spLocks noGrp="1"/>
          </p:cNvSpPr>
          <p:nvPr>
            <p:ph type="body" sz="quarter" idx="10" hasCustomPrompt="1"/>
          </p:nvPr>
        </p:nvSpPr>
        <p:spPr>
          <a:xfrm>
            <a:off x="468313" y="3165650"/>
            <a:ext cx="5543550" cy="342205"/>
          </a:xfrm>
          <a:prstGeom prst="rect">
            <a:avLst/>
          </a:prstGeom>
        </p:spPr>
        <p:txBody>
          <a:bodyPr>
            <a:noAutofit/>
          </a:bodyPr>
          <a:lstStyle>
            <a:lvl1pPr marL="0" indent="0">
              <a:buNone/>
              <a:defRPr sz="2400" baseline="0"/>
            </a:lvl1pPr>
          </a:lstStyle>
          <a:p>
            <a:pPr lvl="0"/>
            <a:r>
              <a:rPr lang="en-US" dirty="0" smtClean="0"/>
              <a:t>Click to edit subheading – 24pt</a:t>
            </a:r>
          </a:p>
        </p:txBody>
      </p:sp>
      <p:sp>
        <p:nvSpPr>
          <p:cNvPr id="3" name="Rectangle 2"/>
          <p:cNvSpPr/>
          <p:nvPr userDrawn="1"/>
        </p:nvSpPr>
        <p:spPr>
          <a:xfrm>
            <a:off x="1691682" y="771550"/>
            <a:ext cx="7277695" cy="143986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395537" y="771550"/>
            <a:ext cx="1224135" cy="143986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 y="771550"/>
            <a:ext cx="323528" cy="14398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1" hasCustomPrompt="1"/>
          </p:nvPr>
        </p:nvSpPr>
        <p:spPr>
          <a:xfrm>
            <a:off x="458313" y="367470"/>
            <a:ext cx="5543550" cy="404080"/>
          </a:xfrm>
          <a:prstGeom prst="rect">
            <a:avLst/>
          </a:prstGeom>
        </p:spPr>
        <p:txBody>
          <a:bodyPr anchor="ctr">
            <a:noAutofit/>
          </a:bodyPr>
          <a:lstStyle>
            <a:lvl1pPr marL="0" indent="0">
              <a:buNone/>
              <a:defRPr sz="1000" baseline="0">
                <a:solidFill>
                  <a:schemeClr val="tx2"/>
                </a:solidFill>
              </a:defRPr>
            </a:lvl1pPr>
          </a:lstStyle>
          <a:p>
            <a:pPr lvl="0"/>
            <a:r>
              <a:rPr lang="en-US" dirty="0" smtClean="0"/>
              <a:t>SERVICE LINE | DESCRIPTOR – 10PT (OPTIONAL)</a:t>
            </a:r>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71181434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RSM Titl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114875"/>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8" name="Text Placeholder 7"/>
          <p:cNvSpPr>
            <a:spLocks noGrp="1"/>
          </p:cNvSpPr>
          <p:nvPr>
            <p:ph type="body" sz="quarter" idx="10" hasCustomPrompt="1"/>
          </p:nvPr>
        </p:nvSpPr>
        <p:spPr>
          <a:xfrm>
            <a:off x="468313" y="3708775"/>
            <a:ext cx="5543550" cy="342205"/>
          </a:xfrm>
          <a:prstGeom prst="rect">
            <a:avLst/>
          </a:prstGeom>
        </p:spPr>
        <p:txBody>
          <a:bodyPr>
            <a:noAutofit/>
          </a:bodyPr>
          <a:lstStyle>
            <a:lvl1pPr marL="0" indent="0">
              <a:buNone/>
              <a:defRPr sz="2400" baseline="0"/>
            </a:lvl1pPr>
          </a:lstStyle>
          <a:p>
            <a:pPr lvl="0"/>
            <a:r>
              <a:rPr lang="en-US" dirty="0" smtClean="0"/>
              <a:t>Click to edit subheading – 24pt</a:t>
            </a:r>
          </a:p>
        </p:txBody>
      </p:sp>
      <p:sp>
        <p:nvSpPr>
          <p:cNvPr id="3" name="Rectangle 2"/>
          <p:cNvSpPr/>
          <p:nvPr userDrawn="1"/>
        </p:nvSpPr>
        <p:spPr>
          <a:xfrm>
            <a:off x="1691682" y="771550"/>
            <a:ext cx="7277695" cy="2160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395537" y="771550"/>
            <a:ext cx="1224135" cy="216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 y="771550"/>
            <a:ext cx="323528" cy="2160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1" hasCustomPrompt="1"/>
          </p:nvPr>
        </p:nvSpPr>
        <p:spPr>
          <a:xfrm>
            <a:off x="458313" y="367470"/>
            <a:ext cx="5543550" cy="404080"/>
          </a:xfrm>
          <a:prstGeom prst="rect">
            <a:avLst/>
          </a:prstGeom>
        </p:spPr>
        <p:txBody>
          <a:bodyPr anchor="ctr">
            <a:noAutofit/>
          </a:bodyPr>
          <a:lstStyle>
            <a:lvl1pPr marL="0" indent="0">
              <a:buNone/>
              <a:defRPr sz="1000" baseline="0">
                <a:solidFill>
                  <a:schemeClr val="tx2"/>
                </a:solidFill>
              </a:defRPr>
            </a:lvl1pPr>
          </a:lstStyle>
          <a:p>
            <a:pPr lvl="0"/>
            <a:r>
              <a:rPr lang="en-US" dirty="0" smtClean="0"/>
              <a:t>SERVICE LINE | DESCRIPTOR – 10PT (OPTIONAL)</a:t>
            </a:r>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115880249"/>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RSM Title Slid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486870"/>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3" name="Rectangle 2"/>
          <p:cNvSpPr/>
          <p:nvPr userDrawn="1"/>
        </p:nvSpPr>
        <p:spPr>
          <a:xfrm>
            <a:off x="1691680" y="184736"/>
            <a:ext cx="7272808" cy="3097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1" y="184736"/>
            <a:ext cx="323529" cy="3097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395538" y="185739"/>
            <a:ext cx="1224134" cy="3097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0" hasCustomPrompt="1"/>
          </p:nvPr>
        </p:nvSpPr>
        <p:spPr>
          <a:xfrm>
            <a:off x="468313" y="4080770"/>
            <a:ext cx="5543550" cy="342205"/>
          </a:xfrm>
          <a:prstGeom prst="rect">
            <a:avLst/>
          </a:prstGeom>
        </p:spPr>
        <p:txBody>
          <a:bodyPr>
            <a:noAutofit/>
          </a:bodyPr>
          <a:lstStyle>
            <a:lvl1pPr marL="0" indent="0">
              <a:buNone/>
              <a:defRPr sz="2400" baseline="0"/>
            </a:lvl1pPr>
          </a:lstStyle>
          <a:p>
            <a:pPr lvl="0"/>
            <a:r>
              <a:rPr lang="en-US" dirty="0" smtClean="0"/>
              <a:t>Click to edit subheading – 20pt</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43176562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RSM Title Slid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486870"/>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3" name="Rectangle 2"/>
          <p:cNvSpPr/>
          <p:nvPr userDrawn="1"/>
        </p:nvSpPr>
        <p:spPr>
          <a:xfrm>
            <a:off x="3851920" y="184736"/>
            <a:ext cx="5112568" cy="3097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0" y="184736"/>
            <a:ext cx="971600" cy="3097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082156" y="185739"/>
            <a:ext cx="2664822" cy="3097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0" hasCustomPrompt="1"/>
          </p:nvPr>
        </p:nvSpPr>
        <p:spPr>
          <a:xfrm>
            <a:off x="468313" y="4080770"/>
            <a:ext cx="5543550" cy="342205"/>
          </a:xfrm>
          <a:prstGeom prst="rect">
            <a:avLst/>
          </a:prstGeom>
        </p:spPr>
        <p:txBody>
          <a:bodyPr>
            <a:noAutofit/>
          </a:bodyPr>
          <a:lstStyle>
            <a:lvl1pPr marL="0" indent="0">
              <a:buNone/>
              <a:defRPr sz="2400" baseline="0"/>
            </a:lvl1pPr>
          </a:lstStyle>
          <a:p>
            <a:pPr lvl="0"/>
            <a:r>
              <a:rPr lang="en-US" dirty="0" smtClean="0"/>
              <a:t>Click to edit subheading – 20pt</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216752862"/>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RSM Image Slide 2">
    <p:spTree>
      <p:nvGrpSpPr>
        <p:cNvPr id="1" name=""/>
        <p:cNvGrpSpPr/>
        <p:nvPr/>
      </p:nvGrpSpPr>
      <p:grpSpPr>
        <a:xfrm>
          <a:off x="0" y="0"/>
          <a:ext cx="0" cy="0"/>
          <a:chOff x="0" y="0"/>
          <a:chExt cx="0" cy="0"/>
        </a:xfrm>
      </p:grpSpPr>
      <p:sp>
        <p:nvSpPr>
          <p:cNvPr id="2" name="Rectangle 1"/>
          <p:cNvSpPr/>
          <p:nvPr userDrawn="1"/>
        </p:nvSpPr>
        <p:spPr>
          <a:xfrm>
            <a:off x="3851919" y="185737"/>
            <a:ext cx="5117455" cy="4248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p:cNvSpPr/>
          <p:nvPr userDrawn="1"/>
        </p:nvSpPr>
        <p:spPr>
          <a:xfrm>
            <a:off x="0" y="184736"/>
            <a:ext cx="971600" cy="424497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082156" y="185738"/>
            <a:ext cx="2664822" cy="424497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278041406"/>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RSM Image Slide">
    <p:spTree>
      <p:nvGrpSpPr>
        <p:cNvPr id="1" name=""/>
        <p:cNvGrpSpPr/>
        <p:nvPr/>
      </p:nvGrpSpPr>
      <p:grpSpPr>
        <a:xfrm>
          <a:off x="0" y="0"/>
          <a:ext cx="0" cy="0"/>
          <a:chOff x="0" y="0"/>
          <a:chExt cx="0" cy="0"/>
        </a:xfrm>
      </p:grpSpPr>
      <p:sp>
        <p:nvSpPr>
          <p:cNvPr id="2" name="Rectangle 1"/>
          <p:cNvSpPr/>
          <p:nvPr userDrawn="1"/>
        </p:nvSpPr>
        <p:spPr>
          <a:xfrm>
            <a:off x="0" y="182563"/>
            <a:ext cx="8969375" cy="4248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Picture 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827603556"/>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ation Slide">
    <p:spTree>
      <p:nvGrpSpPr>
        <p:cNvPr id="1" name=""/>
        <p:cNvGrpSpPr/>
        <p:nvPr/>
      </p:nvGrpSpPr>
      <p:grpSpPr>
        <a:xfrm>
          <a:off x="0" y="0"/>
          <a:ext cx="0" cy="0"/>
          <a:chOff x="0" y="0"/>
          <a:chExt cx="0" cy="0"/>
        </a:xfrm>
      </p:grpSpPr>
      <p:sp>
        <p:nvSpPr>
          <p:cNvPr id="2" name="Rectangle 1"/>
          <p:cNvSpPr/>
          <p:nvPr userDrawn="1"/>
        </p:nvSpPr>
        <p:spPr>
          <a:xfrm>
            <a:off x="0" y="182241"/>
            <a:ext cx="8969375" cy="42484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26" name="Picture 2" descr="Z:\RSM International\1 Design\2015\Brand\powerpoints\Quotation marks-09.png"/>
          <p:cNvPicPr>
            <a:picLocks noChangeAspect="1" noChangeArrowheads="1"/>
          </p:cNvPicPr>
          <p:nvPr userDrawn="1"/>
        </p:nvPicPr>
        <p:blipFill>
          <a:blip r:embed="rId2" cstate="print">
            <a:extLst>
              <a:ext uri="{28A0092B-C50C-407E-A947-70E740481C1C}">
                <a14:useLocalDpi xmlns:a14="http://schemas.microsoft.com/office/drawing/2010/main" val="0"/>
              </a:ext>
            </a:extLst>
          </a:blip>
          <a:stretch>
            <a:fillRect/>
          </a:stretch>
        </p:blipFill>
        <p:spPr bwMode="auto">
          <a:xfrm>
            <a:off x="3225614" y="0"/>
            <a:ext cx="2356772" cy="1857984"/>
          </a:xfrm>
          <a:prstGeom prst="rect">
            <a:avLst/>
          </a:prstGeom>
          <a:noFill/>
          <a:extLst>
            <a:ext uri="{909E8E84-426E-40DD-AFC4-6F175D3DCCD1}">
              <a14:hiddenFill xmlns:a14="http://schemas.microsoft.com/office/drawing/2010/main">
                <a:solidFill>
                  <a:srgbClr val="FFFFFF"/>
                </a:solidFill>
              </a14:hiddenFill>
            </a:ext>
          </a:extLst>
        </p:spPr>
      </p:pic>
      <p:sp>
        <p:nvSpPr>
          <p:cNvPr id="5" name="Text Placeholder 4"/>
          <p:cNvSpPr>
            <a:spLocks noGrp="1"/>
          </p:cNvSpPr>
          <p:nvPr>
            <p:ph type="body" sz="quarter" idx="10" hasCustomPrompt="1"/>
          </p:nvPr>
        </p:nvSpPr>
        <p:spPr>
          <a:xfrm>
            <a:off x="1547664" y="1563639"/>
            <a:ext cx="5976938" cy="1764196"/>
          </a:xfrm>
          <a:prstGeom prst="rect">
            <a:avLst/>
          </a:prstGeom>
        </p:spPr>
        <p:txBody>
          <a:bodyPr>
            <a:normAutofit/>
          </a:bodyPr>
          <a:lstStyle>
            <a:lvl1pPr marL="0" indent="0" algn="ctr">
              <a:buNone/>
              <a:defRPr sz="2400" b="0">
                <a:solidFill>
                  <a:schemeClr val="bg1"/>
                </a:solidFill>
              </a:defRPr>
            </a:lvl1pPr>
            <a:lvl2pPr marL="457200" indent="0">
              <a:buNone/>
              <a:defRPr sz="1600">
                <a:solidFill>
                  <a:schemeClr val="bg1"/>
                </a:solidFill>
              </a:defRPr>
            </a:lvl2pPr>
            <a:lvl3pPr marL="914400" indent="0">
              <a:buNone/>
              <a:defRPr sz="1600">
                <a:solidFill>
                  <a:schemeClr val="bg1"/>
                </a:solidFill>
              </a:defRPr>
            </a:lvl3pPr>
            <a:lvl4pPr marL="1371600" indent="0">
              <a:buNone/>
              <a:defRPr sz="1600">
                <a:solidFill>
                  <a:schemeClr val="bg1"/>
                </a:solidFill>
              </a:defRPr>
            </a:lvl4pPr>
            <a:lvl5pPr marL="1828800" indent="0">
              <a:buNone/>
              <a:defRPr sz="1600">
                <a:solidFill>
                  <a:schemeClr val="bg1"/>
                </a:solidFill>
              </a:defRPr>
            </a:lvl5pPr>
          </a:lstStyle>
          <a:p>
            <a:pPr lvl="0"/>
            <a:r>
              <a:rPr lang="en-US" dirty="0" smtClean="0"/>
              <a:t>Quotation here – 24pt</a:t>
            </a:r>
          </a:p>
        </p:txBody>
      </p:sp>
      <p:sp>
        <p:nvSpPr>
          <p:cNvPr id="7" name="Text Placeholder 6"/>
          <p:cNvSpPr>
            <a:spLocks noGrp="1"/>
          </p:cNvSpPr>
          <p:nvPr>
            <p:ph type="body" sz="quarter" idx="11" hasCustomPrompt="1"/>
          </p:nvPr>
        </p:nvSpPr>
        <p:spPr>
          <a:xfrm>
            <a:off x="2915816" y="3489723"/>
            <a:ext cx="3313112" cy="306163"/>
          </a:xfrm>
          <a:prstGeom prst="rect">
            <a:avLst/>
          </a:prstGeom>
        </p:spPr>
        <p:txBody>
          <a:bodyPr>
            <a:noAutofit/>
          </a:bodyPr>
          <a:lstStyle>
            <a:lvl1pPr marL="0" indent="0" algn="ctr">
              <a:buNone/>
              <a:defRPr sz="1800" b="1">
                <a:solidFill>
                  <a:schemeClr val="bg1"/>
                </a:solidFill>
              </a:defRPr>
            </a:lvl1pPr>
            <a:lvl2pPr marL="457200" indent="0" algn="ctr">
              <a:buNone/>
              <a:defRPr sz="1100"/>
            </a:lvl2pPr>
            <a:lvl3pPr marL="914400" indent="0" algn="ctr">
              <a:buNone/>
              <a:defRPr sz="1050"/>
            </a:lvl3pPr>
            <a:lvl4pPr marL="1371600" indent="0" algn="ctr">
              <a:buNone/>
              <a:defRPr sz="1000"/>
            </a:lvl4pPr>
            <a:lvl5pPr marL="1828800" indent="0" algn="ctr">
              <a:buNone/>
              <a:defRPr sz="1000"/>
            </a:lvl5pPr>
          </a:lstStyle>
          <a:p>
            <a:pPr lvl="0"/>
            <a:r>
              <a:rPr lang="en-US" dirty="0" smtClean="0"/>
              <a:t>Author of quote – 18pt</a:t>
            </a:r>
            <a:endParaRPr lang="en-GB" dirty="0"/>
          </a:p>
        </p:txBody>
      </p:sp>
      <p:sp>
        <p:nvSpPr>
          <p:cNvPr id="12" name="Text Placeholder 6"/>
          <p:cNvSpPr>
            <a:spLocks noGrp="1"/>
          </p:cNvSpPr>
          <p:nvPr>
            <p:ph type="body" sz="quarter" idx="12" hasCustomPrompt="1"/>
          </p:nvPr>
        </p:nvSpPr>
        <p:spPr>
          <a:xfrm>
            <a:off x="2915816" y="3795886"/>
            <a:ext cx="3313112" cy="288032"/>
          </a:xfrm>
          <a:prstGeom prst="rect">
            <a:avLst/>
          </a:prstGeom>
        </p:spPr>
        <p:txBody>
          <a:bodyPr>
            <a:noAutofit/>
          </a:bodyPr>
          <a:lstStyle>
            <a:lvl1pPr marL="0" indent="0" algn="ctr">
              <a:buNone/>
              <a:defRPr sz="1800" b="0">
                <a:solidFill>
                  <a:schemeClr val="bg1"/>
                </a:solidFill>
              </a:defRPr>
            </a:lvl1pPr>
            <a:lvl2pPr marL="457200" indent="0" algn="ctr">
              <a:buNone/>
              <a:defRPr sz="1100"/>
            </a:lvl2pPr>
            <a:lvl3pPr marL="914400" indent="0" algn="ctr">
              <a:buNone/>
              <a:defRPr sz="1050"/>
            </a:lvl3pPr>
            <a:lvl4pPr marL="1371600" indent="0" algn="ctr">
              <a:buNone/>
              <a:defRPr sz="1000"/>
            </a:lvl4pPr>
            <a:lvl5pPr marL="1828800" indent="0" algn="ctr">
              <a:buNone/>
              <a:defRPr sz="1000"/>
            </a:lvl5pPr>
          </a:lstStyle>
          <a:p>
            <a:pPr lvl="0"/>
            <a:r>
              <a:rPr lang="en-US" dirty="0" smtClean="0"/>
              <a:t>Title – 18pt</a:t>
            </a:r>
            <a:endParaRPr lang="en-GB" dirty="0"/>
          </a:p>
        </p:txBody>
      </p:sp>
      <p:pic>
        <p:nvPicPr>
          <p:cNvPr id="9" name="Picture 8"/>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10153994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Slide 1">
    <p:spTree>
      <p:nvGrpSpPr>
        <p:cNvPr id="1" name=""/>
        <p:cNvGrpSpPr/>
        <p:nvPr/>
      </p:nvGrpSpPr>
      <p:grpSpPr>
        <a:xfrm>
          <a:off x="0" y="0"/>
          <a:ext cx="0" cy="0"/>
          <a:chOff x="0" y="0"/>
          <a:chExt cx="0" cy="0"/>
        </a:xfrm>
      </p:grpSpPr>
      <p:sp>
        <p:nvSpPr>
          <p:cNvPr id="8" name="Rectangle 7"/>
          <p:cNvSpPr/>
          <p:nvPr userDrawn="1"/>
        </p:nvSpPr>
        <p:spPr>
          <a:xfrm>
            <a:off x="0" y="915989"/>
            <a:ext cx="3635896" cy="352796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Content Placeholder 33"/>
          <p:cNvSpPr>
            <a:spLocks noGrp="1"/>
          </p:cNvSpPr>
          <p:nvPr>
            <p:ph sz="quarter" idx="14" hasCustomPrompt="1"/>
          </p:nvPr>
        </p:nvSpPr>
        <p:spPr>
          <a:xfrm>
            <a:off x="314524" y="1096434"/>
            <a:ext cx="3033340" cy="3161426"/>
          </a:xfrm>
          <a:prstGeom prst="rect">
            <a:avLst/>
          </a:prstGeom>
        </p:spPr>
        <p:txBody>
          <a:bodyPr anchor="ctr">
            <a:normAutofit/>
          </a:bodyPr>
          <a:lstStyle>
            <a:lvl1pPr marL="0" indent="0" algn="ctr">
              <a:buNone/>
              <a:defRPr sz="3200" b="0" i="0" cap="none" baseline="0">
                <a:solidFill>
                  <a:schemeClr val="accent1"/>
                </a:solidFill>
              </a:defRPr>
            </a:lvl1pPr>
            <a:lvl2pPr>
              <a:defRPr sz="2000" b="1" i="0" cap="all" baseline="0">
                <a:solidFill>
                  <a:schemeClr val="accent1"/>
                </a:solidFill>
              </a:defRPr>
            </a:lvl2pPr>
            <a:lvl3pPr>
              <a:defRPr sz="2000" b="1" i="0" cap="all" baseline="0">
                <a:solidFill>
                  <a:schemeClr val="accent1"/>
                </a:solidFill>
              </a:defRPr>
            </a:lvl3pPr>
            <a:lvl4pPr>
              <a:defRPr sz="2000" b="1" i="0" cap="all" baseline="0">
                <a:solidFill>
                  <a:schemeClr val="accent1"/>
                </a:solidFill>
              </a:defRPr>
            </a:lvl4pPr>
            <a:lvl5pPr>
              <a:defRPr sz="2000" b="1" i="0" cap="all" baseline="0">
                <a:solidFill>
                  <a:schemeClr val="accent1"/>
                </a:solidFill>
              </a:defRPr>
            </a:lvl5pPr>
          </a:lstStyle>
          <a:p>
            <a:pPr lvl="0"/>
            <a:r>
              <a:rPr lang="en-US" dirty="0" smtClean="0"/>
              <a:t>Stand out fact/figure/chart</a:t>
            </a:r>
          </a:p>
        </p:txBody>
      </p:sp>
      <p:sp>
        <p:nvSpPr>
          <p:cNvPr id="21"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2"/>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22" name="Straight Connector 21"/>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a:off x="3995936" y="771550"/>
            <a:ext cx="4968552" cy="0"/>
          </a:xfrm>
          <a:prstGeom prst="line">
            <a:avLst/>
          </a:prstGeom>
          <a:ln/>
        </p:spPr>
        <p:style>
          <a:lnRef idx="1">
            <a:schemeClr val="accent1"/>
          </a:lnRef>
          <a:fillRef idx="0">
            <a:schemeClr val="accent1"/>
          </a:fillRef>
          <a:effectRef idx="0">
            <a:schemeClr val="accent1"/>
          </a:effectRef>
          <a:fontRef idx="minor">
            <a:schemeClr val="tx1"/>
          </a:fontRef>
        </p:style>
      </p:cxnSp>
      <p:sp>
        <p:nvSpPr>
          <p:cNvPr id="25" name="Content Placeholder 2"/>
          <p:cNvSpPr>
            <a:spLocks noGrp="1"/>
          </p:cNvSpPr>
          <p:nvPr>
            <p:ph sz="quarter" idx="16"/>
          </p:nvPr>
        </p:nvSpPr>
        <p:spPr>
          <a:xfrm>
            <a:off x="3851920" y="915989"/>
            <a:ext cx="5112568" cy="3527425"/>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140048198"/>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Slide 2">
    <p:spTree>
      <p:nvGrpSpPr>
        <p:cNvPr id="1" name=""/>
        <p:cNvGrpSpPr/>
        <p:nvPr/>
      </p:nvGrpSpPr>
      <p:grpSpPr>
        <a:xfrm>
          <a:off x="0" y="0"/>
          <a:ext cx="0" cy="0"/>
          <a:chOff x="0" y="0"/>
          <a:chExt cx="0" cy="0"/>
        </a:xfrm>
      </p:grpSpPr>
      <p:sp>
        <p:nvSpPr>
          <p:cNvPr id="8" name="Rectangle 7"/>
          <p:cNvSpPr/>
          <p:nvPr userDrawn="1"/>
        </p:nvSpPr>
        <p:spPr>
          <a:xfrm>
            <a:off x="0" y="915988"/>
            <a:ext cx="8892480" cy="352797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Rectangle 1"/>
          <p:cNvSpPr/>
          <p:nvPr userDrawn="1"/>
        </p:nvSpPr>
        <p:spPr>
          <a:xfrm>
            <a:off x="5652120" y="915988"/>
            <a:ext cx="3312368" cy="352797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Content Placeholder 33"/>
          <p:cNvSpPr>
            <a:spLocks noGrp="1"/>
          </p:cNvSpPr>
          <p:nvPr>
            <p:ph sz="quarter" idx="14"/>
          </p:nvPr>
        </p:nvSpPr>
        <p:spPr>
          <a:xfrm>
            <a:off x="251520" y="1059582"/>
            <a:ext cx="5040560" cy="2376264"/>
          </a:xfrm>
          <a:prstGeom prst="rect">
            <a:avLst/>
          </a:prstGeom>
        </p:spPr>
        <p:txBody>
          <a:bodyPr anchor="ctr">
            <a:normAutofit/>
          </a:bodyPr>
          <a:lstStyle>
            <a:lvl1pPr marL="0" indent="0" algn="ctr">
              <a:buNone/>
              <a:defRPr sz="2000" b="0" i="0" cap="all" baseline="0">
                <a:solidFill>
                  <a:schemeClr val="accent1"/>
                </a:solidFill>
              </a:defRPr>
            </a:lvl1pPr>
            <a:lvl2pPr>
              <a:defRPr sz="2000" b="1" i="0" cap="all" baseline="0">
                <a:solidFill>
                  <a:schemeClr val="accent1"/>
                </a:solidFill>
              </a:defRPr>
            </a:lvl2pPr>
            <a:lvl3pPr>
              <a:defRPr sz="2000" b="1" i="0" cap="all" baseline="0">
                <a:solidFill>
                  <a:schemeClr val="accent1"/>
                </a:solidFill>
              </a:defRPr>
            </a:lvl3pPr>
            <a:lvl4pPr>
              <a:defRPr sz="2000" b="1" i="0" cap="all" baseline="0">
                <a:solidFill>
                  <a:schemeClr val="accent1"/>
                </a:solidFill>
              </a:defRPr>
            </a:lvl4pPr>
            <a:lvl5pPr>
              <a:defRPr sz="2000" b="1" i="0" cap="all" baseline="0">
                <a:solidFill>
                  <a:schemeClr val="accent1"/>
                </a:solidFill>
              </a:defRPr>
            </a:lvl5pPr>
          </a:lstStyle>
          <a:p>
            <a:pPr lvl="0"/>
            <a:r>
              <a:rPr lang="en-US" smtClean="0"/>
              <a:t>Click to edit Master text styles</a:t>
            </a:r>
          </a:p>
        </p:txBody>
      </p:sp>
      <p:sp>
        <p:nvSpPr>
          <p:cNvPr id="4" name="Text Placeholder 3"/>
          <p:cNvSpPr>
            <a:spLocks noGrp="1"/>
          </p:cNvSpPr>
          <p:nvPr>
            <p:ph type="body" sz="quarter" idx="15"/>
          </p:nvPr>
        </p:nvSpPr>
        <p:spPr>
          <a:xfrm>
            <a:off x="5796137" y="1059583"/>
            <a:ext cx="3038480" cy="3198277"/>
          </a:xfrm>
          <a:prstGeom prst="rect">
            <a:avLst/>
          </a:prstGeom>
          <a:ln>
            <a:noFill/>
          </a:ln>
        </p:spPr>
        <p:txBody>
          <a:bodyPr>
            <a:normAutofit/>
          </a:bodyPr>
          <a:lstStyle>
            <a:lvl1pPr>
              <a:spcAft>
                <a:spcPts val="600"/>
              </a:spcAft>
              <a:defRPr sz="1800" baseline="0">
                <a:solidFill>
                  <a:schemeClr val="bg1"/>
                </a:solidFill>
              </a:defRPr>
            </a:lvl1pPr>
            <a:lvl2pPr>
              <a:defRPr sz="1800" baseline="0">
                <a:solidFill>
                  <a:schemeClr val="bg1"/>
                </a:solidFill>
              </a:defRPr>
            </a:lvl2pPr>
            <a:lvl3pPr>
              <a:defRPr sz="1600" baseline="0">
                <a:solidFill>
                  <a:schemeClr val="bg1"/>
                </a:solidFill>
              </a:defRPr>
            </a:lvl3pPr>
            <a:lvl4pPr>
              <a:defRPr sz="1400" baseline="0">
                <a:solidFill>
                  <a:schemeClr val="bg1"/>
                </a:solidFill>
              </a:defRPr>
            </a:lvl4pPr>
            <a:lvl5pPr>
              <a:defRPr sz="1200" baseline="0">
                <a:solidFill>
                  <a:schemeClr val="bg1"/>
                </a:soli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sp>
        <p:nvSpPr>
          <p:cNvPr id="6" name="Text Placeholder 5"/>
          <p:cNvSpPr>
            <a:spLocks noGrp="1"/>
          </p:cNvSpPr>
          <p:nvPr>
            <p:ph type="body" sz="quarter" idx="17" hasCustomPrompt="1"/>
          </p:nvPr>
        </p:nvSpPr>
        <p:spPr>
          <a:xfrm>
            <a:off x="250825" y="3579863"/>
            <a:ext cx="5041900" cy="673859"/>
          </a:xfrm>
          <a:prstGeom prst="rect">
            <a:avLst/>
          </a:prstGeom>
        </p:spPr>
        <p:txBody>
          <a:bodyPr>
            <a:normAutofit/>
          </a:bodyPr>
          <a:lstStyle>
            <a:lvl1pPr marL="0" indent="0">
              <a:spcAft>
                <a:spcPts val="1200"/>
              </a:spcAft>
              <a:buNone/>
              <a:defRPr sz="1600" baseline="0"/>
            </a:lvl1pPr>
            <a:lvl2pPr>
              <a:defRPr sz="1400" baseline="0"/>
            </a:lvl2pPr>
            <a:lvl3pPr>
              <a:defRPr sz="1400" baseline="0"/>
            </a:lvl3pPr>
            <a:lvl4pPr>
              <a:defRPr sz="1400" baseline="0"/>
            </a:lvl4pPr>
            <a:lvl5pPr>
              <a:defRPr sz="1400" baseline="0"/>
            </a:lvl5pPr>
          </a:lstStyle>
          <a:p>
            <a:pPr lvl="0"/>
            <a:r>
              <a:rPr lang="en-US" dirty="0" smtClean="0"/>
              <a:t>Paragraph/caption for object above</a:t>
            </a:r>
          </a:p>
        </p:txBody>
      </p:sp>
      <p:sp>
        <p:nvSpPr>
          <p:cNvPr id="13"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14" name="Straight Connector 13"/>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083264159"/>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Slide 1">
    <p:spTree>
      <p:nvGrpSpPr>
        <p:cNvPr id="1" name=""/>
        <p:cNvGrpSpPr/>
        <p:nvPr/>
      </p:nvGrpSpPr>
      <p:grpSpPr>
        <a:xfrm>
          <a:off x="0" y="0"/>
          <a:ext cx="0" cy="0"/>
          <a:chOff x="0" y="0"/>
          <a:chExt cx="0" cy="0"/>
        </a:xfrm>
      </p:grpSpPr>
      <p:sp>
        <p:nvSpPr>
          <p:cNvPr id="21" name="Rectangle 20"/>
          <p:cNvSpPr/>
          <p:nvPr userDrawn="1"/>
        </p:nvSpPr>
        <p:spPr>
          <a:xfrm>
            <a:off x="0" y="915988"/>
            <a:ext cx="503040" cy="352797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p:cNvSpPr/>
          <p:nvPr userDrawn="1"/>
        </p:nvSpPr>
        <p:spPr>
          <a:xfrm>
            <a:off x="611560" y="915988"/>
            <a:ext cx="1080120" cy="352797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Text Placeholder 5"/>
          <p:cNvSpPr>
            <a:spLocks noGrp="1"/>
          </p:cNvSpPr>
          <p:nvPr>
            <p:ph type="body" sz="quarter" idx="14" hasCustomPrompt="1"/>
          </p:nvPr>
        </p:nvSpPr>
        <p:spPr>
          <a:xfrm>
            <a:off x="1844080" y="915989"/>
            <a:ext cx="7120408" cy="503237"/>
          </a:xfrm>
          <a:prstGeom prst="rect">
            <a:avLst/>
          </a:prstGeom>
        </p:spPr>
        <p:txBody>
          <a:bodyPr>
            <a:noAutofit/>
          </a:bodyPr>
          <a:lstStyle>
            <a:lvl1pPr marL="0" indent="0">
              <a:buNone/>
              <a:defRPr sz="2400"/>
            </a:lvl1pPr>
          </a:lstStyle>
          <a:p>
            <a:pPr lvl="0"/>
            <a:r>
              <a:rPr lang="en-US" dirty="0" smtClean="0"/>
              <a:t>Click to edit subheading – 24pt</a:t>
            </a:r>
            <a:endParaRPr lang="en-GB" dirty="0"/>
          </a:p>
        </p:txBody>
      </p:sp>
      <p:sp>
        <p:nvSpPr>
          <p:cNvPr id="30"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2"/>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31" name="Straight Connector 30"/>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userDrawn="1"/>
        </p:nvCxnSpPr>
        <p:spPr>
          <a:xfrm>
            <a:off x="3995936" y="771550"/>
            <a:ext cx="4968552" cy="0"/>
          </a:xfrm>
          <a:prstGeom prst="line">
            <a:avLst/>
          </a:prstGeom>
          <a:ln/>
        </p:spPr>
        <p:style>
          <a:lnRef idx="1">
            <a:schemeClr val="accent1"/>
          </a:lnRef>
          <a:fillRef idx="0">
            <a:schemeClr val="accent1"/>
          </a:fillRef>
          <a:effectRef idx="0">
            <a:schemeClr val="accent1"/>
          </a:effectRef>
          <a:fontRef idx="minor">
            <a:schemeClr val="tx1"/>
          </a:fontRef>
        </p:style>
      </p:cxnSp>
      <p:sp>
        <p:nvSpPr>
          <p:cNvPr id="34" name="Content Placeholder 2"/>
          <p:cNvSpPr>
            <a:spLocks noGrp="1"/>
          </p:cNvSpPr>
          <p:nvPr>
            <p:ph sz="quarter" idx="16"/>
          </p:nvPr>
        </p:nvSpPr>
        <p:spPr>
          <a:xfrm>
            <a:off x="1844080" y="1484314"/>
            <a:ext cx="7120408" cy="2959100"/>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12" name="Picture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832550714"/>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Slide 2">
    <p:spTree>
      <p:nvGrpSpPr>
        <p:cNvPr id="1" name=""/>
        <p:cNvGrpSpPr/>
        <p:nvPr/>
      </p:nvGrpSpPr>
      <p:grpSpPr>
        <a:xfrm>
          <a:off x="0" y="0"/>
          <a:ext cx="0" cy="0"/>
          <a:chOff x="0" y="0"/>
          <a:chExt cx="0" cy="0"/>
        </a:xfrm>
      </p:grpSpPr>
      <p:sp>
        <p:nvSpPr>
          <p:cNvPr id="30"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2"/>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31" name="Straight Connector 30"/>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34" name="Content Placeholder 2"/>
          <p:cNvSpPr>
            <a:spLocks noGrp="1"/>
          </p:cNvSpPr>
          <p:nvPr>
            <p:ph sz="quarter" idx="16"/>
          </p:nvPr>
        </p:nvSpPr>
        <p:spPr>
          <a:xfrm>
            <a:off x="251520" y="915989"/>
            <a:ext cx="8712968" cy="3527425"/>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9" name="Picture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833193661"/>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Slide 3">
    <p:spTree>
      <p:nvGrpSpPr>
        <p:cNvPr id="1" name=""/>
        <p:cNvGrpSpPr/>
        <p:nvPr/>
      </p:nvGrpSpPr>
      <p:grpSpPr>
        <a:xfrm>
          <a:off x="0" y="0"/>
          <a:ext cx="0" cy="0"/>
          <a:chOff x="0" y="0"/>
          <a:chExt cx="0" cy="0"/>
        </a:xfrm>
      </p:grpSpPr>
      <p:sp>
        <p:nvSpPr>
          <p:cNvPr id="22"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23" name="Straight Connector 22"/>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26" name="Text Placeholder 5"/>
          <p:cNvSpPr>
            <a:spLocks noGrp="1"/>
          </p:cNvSpPr>
          <p:nvPr>
            <p:ph type="body" sz="quarter" idx="14" hasCustomPrompt="1"/>
          </p:nvPr>
        </p:nvSpPr>
        <p:spPr>
          <a:xfrm>
            <a:off x="1024485" y="915989"/>
            <a:ext cx="7944178" cy="503237"/>
          </a:xfrm>
          <a:prstGeom prst="rect">
            <a:avLst/>
          </a:prstGeom>
        </p:spPr>
        <p:txBody>
          <a:bodyPr>
            <a:noAutofit/>
          </a:bodyPr>
          <a:lstStyle>
            <a:lvl1pPr marL="0" indent="0">
              <a:buNone/>
              <a:defRPr sz="2400"/>
            </a:lvl1pPr>
          </a:lstStyle>
          <a:p>
            <a:pPr lvl="0"/>
            <a:r>
              <a:rPr lang="en-US" dirty="0" smtClean="0"/>
              <a:t>Click to edit subheading – 24pt</a:t>
            </a:r>
            <a:endParaRPr lang="en-GB" dirty="0"/>
          </a:p>
        </p:txBody>
      </p:sp>
      <p:sp>
        <p:nvSpPr>
          <p:cNvPr id="27" name="Content Placeholder 2"/>
          <p:cNvSpPr>
            <a:spLocks noGrp="1"/>
          </p:cNvSpPr>
          <p:nvPr>
            <p:ph sz="quarter" idx="16"/>
          </p:nvPr>
        </p:nvSpPr>
        <p:spPr>
          <a:xfrm>
            <a:off x="1024403" y="1484314"/>
            <a:ext cx="7944972" cy="2959100"/>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sp>
        <p:nvSpPr>
          <p:cNvPr id="11" name="Rectangle 10"/>
          <p:cNvSpPr/>
          <p:nvPr userDrawn="1"/>
        </p:nvSpPr>
        <p:spPr>
          <a:xfrm>
            <a:off x="0" y="915988"/>
            <a:ext cx="251520" cy="352797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p:cNvSpPr/>
          <p:nvPr userDrawn="1"/>
        </p:nvSpPr>
        <p:spPr>
          <a:xfrm>
            <a:off x="316280" y="915988"/>
            <a:ext cx="626027" cy="352797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4" name="Picture 1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981275833"/>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Slide 4 - with columns">
    <p:spTree>
      <p:nvGrpSpPr>
        <p:cNvPr id="1" name=""/>
        <p:cNvGrpSpPr/>
        <p:nvPr/>
      </p:nvGrpSpPr>
      <p:grpSpPr>
        <a:xfrm>
          <a:off x="0" y="0"/>
          <a:ext cx="0" cy="0"/>
          <a:chOff x="0" y="0"/>
          <a:chExt cx="0" cy="0"/>
        </a:xfrm>
      </p:grpSpPr>
      <p:sp>
        <p:nvSpPr>
          <p:cNvPr id="6" name="Rectangle 5"/>
          <p:cNvSpPr/>
          <p:nvPr userDrawn="1"/>
        </p:nvSpPr>
        <p:spPr>
          <a:xfrm>
            <a:off x="251520" y="267494"/>
            <a:ext cx="8712968" cy="50403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 Placeholder 16"/>
          <p:cNvSpPr>
            <a:spLocks noGrp="1"/>
          </p:cNvSpPr>
          <p:nvPr>
            <p:ph type="body" sz="quarter" idx="13" hasCustomPrompt="1"/>
          </p:nvPr>
        </p:nvSpPr>
        <p:spPr>
          <a:xfrm>
            <a:off x="251520" y="357262"/>
            <a:ext cx="8640772" cy="270272"/>
          </a:xfrm>
          <a:prstGeom prst="rect">
            <a:avLst/>
          </a:prstGeom>
          <a:noFill/>
        </p:spPr>
        <p:txBody>
          <a:bodyPr anchor="ctr">
            <a:noAutofit/>
          </a:bodyPr>
          <a:lstStyle>
            <a:lvl1pPr marL="0" indent="0">
              <a:buNone/>
              <a:defRPr sz="2800" b="0" i="0" cap="none" baseline="0">
                <a:solidFill>
                  <a:schemeClr val="bg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endParaRPr lang="en-GB" dirty="0"/>
          </a:p>
        </p:txBody>
      </p:sp>
      <p:sp>
        <p:nvSpPr>
          <p:cNvPr id="12" name="Text Placeholder 5"/>
          <p:cNvSpPr>
            <a:spLocks noGrp="1"/>
          </p:cNvSpPr>
          <p:nvPr>
            <p:ph type="body" sz="quarter" idx="14" hasCustomPrompt="1"/>
          </p:nvPr>
        </p:nvSpPr>
        <p:spPr>
          <a:xfrm>
            <a:off x="251520" y="915566"/>
            <a:ext cx="8712258" cy="485775"/>
          </a:xfrm>
          <a:prstGeom prst="rect">
            <a:avLst/>
          </a:prstGeom>
        </p:spPr>
        <p:txBody>
          <a:bodyPr>
            <a:noAutofit/>
          </a:bodyPr>
          <a:lstStyle>
            <a:lvl1pPr marL="0" indent="0">
              <a:buNone/>
              <a:defRPr sz="2400">
                <a:solidFill>
                  <a:schemeClr val="accent2"/>
                </a:solidFill>
              </a:defRPr>
            </a:lvl1pPr>
          </a:lstStyle>
          <a:p>
            <a:pPr lvl="0"/>
            <a:r>
              <a:rPr lang="en-US" dirty="0" smtClean="0"/>
              <a:t>Click to edit subheading – 24pt</a:t>
            </a:r>
            <a:endParaRPr lang="en-GB" dirty="0"/>
          </a:p>
        </p:txBody>
      </p:sp>
      <p:sp>
        <p:nvSpPr>
          <p:cNvPr id="23" name="Rectangle 22"/>
          <p:cNvSpPr/>
          <p:nvPr userDrawn="1"/>
        </p:nvSpPr>
        <p:spPr>
          <a:xfrm>
            <a:off x="1141" y="267494"/>
            <a:ext cx="178371" cy="50403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ontent Placeholder 2"/>
          <p:cNvSpPr>
            <a:spLocks noGrp="1"/>
          </p:cNvSpPr>
          <p:nvPr>
            <p:ph sz="quarter" idx="16"/>
          </p:nvPr>
        </p:nvSpPr>
        <p:spPr>
          <a:xfrm>
            <a:off x="251520" y="1484314"/>
            <a:ext cx="8712968" cy="2959100"/>
          </a:xfrm>
          <a:prstGeom prst="rect">
            <a:avLst/>
          </a:prstGeom>
        </p:spPr>
        <p:txBody>
          <a:bodyPr numCol="2">
            <a:no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9" name="Picture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99403055"/>
      </p:ext>
    </p:extLst>
  </p:cSld>
  <p:clrMapOvr>
    <a:masterClrMapping/>
  </p:clrMapOvr>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Slide 5">
    <p:spTree>
      <p:nvGrpSpPr>
        <p:cNvPr id="1" name=""/>
        <p:cNvGrpSpPr/>
        <p:nvPr/>
      </p:nvGrpSpPr>
      <p:grpSpPr>
        <a:xfrm>
          <a:off x="0" y="0"/>
          <a:ext cx="0" cy="0"/>
          <a:chOff x="0" y="0"/>
          <a:chExt cx="0" cy="0"/>
        </a:xfrm>
      </p:grpSpPr>
      <p:sp>
        <p:nvSpPr>
          <p:cNvPr id="6" name="Rectangle 5"/>
          <p:cNvSpPr/>
          <p:nvPr userDrawn="1"/>
        </p:nvSpPr>
        <p:spPr>
          <a:xfrm>
            <a:off x="251520" y="267494"/>
            <a:ext cx="8712968" cy="50403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 Placeholder 16"/>
          <p:cNvSpPr>
            <a:spLocks noGrp="1"/>
          </p:cNvSpPr>
          <p:nvPr>
            <p:ph type="body" sz="quarter" idx="13" hasCustomPrompt="1"/>
          </p:nvPr>
        </p:nvSpPr>
        <p:spPr>
          <a:xfrm>
            <a:off x="251520" y="357262"/>
            <a:ext cx="8640772" cy="270272"/>
          </a:xfrm>
          <a:prstGeom prst="rect">
            <a:avLst/>
          </a:prstGeom>
          <a:noFill/>
        </p:spPr>
        <p:txBody>
          <a:bodyPr anchor="ctr">
            <a:noAutofit/>
          </a:bodyPr>
          <a:lstStyle>
            <a:lvl1pPr marL="0" indent="0">
              <a:buNone/>
              <a:defRPr sz="2800" b="0" i="0" cap="none" baseline="0">
                <a:solidFill>
                  <a:schemeClr val="bg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endParaRPr lang="en-GB" dirty="0"/>
          </a:p>
        </p:txBody>
      </p:sp>
      <p:sp>
        <p:nvSpPr>
          <p:cNvPr id="12" name="Text Placeholder 5"/>
          <p:cNvSpPr>
            <a:spLocks noGrp="1"/>
          </p:cNvSpPr>
          <p:nvPr>
            <p:ph type="body" sz="quarter" idx="14" hasCustomPrompt="1"/>
          </p:nvPr>
        </p:nvSpPr>
        <p:spPr>
          <a:xfrm>
            <a:off x="251520" y="915566"/>
            <a:ext cx="8712968" cy="485775"/>
          </a:xfrm>
          <a:prstGeom prst="rect">
            <a:avLst/>
          </a:prstGeom>
        </p:spPr>
        <p:txBody>
          <a:bodyPr>
            <a:noAutofit/>
          </a:bodyPr>
          <a:lstStyle>
            <a:lvl1pPr marL="0" indent="0">
              <a:buNone/>
              <a:defRPr sz="2400">
                <a:solidFill>
                  <a:schemeClr val="accent2"/>
                </a:solidFill>
              </a:defRPr>
            </a:lvl1pPr>
          </a:lstStyle>
          <a:p>
            <a:pPr lvl="0"/>
            <a:r>
              <a:rPr lang="en-US" dirty="0" smtClean="0"/>
              <a:t>Click to edit subheading – 24pt</a:t>
            </a:r>
            <a:endParaRPr lang="en-GB" dirty="0"/>
          </a:p>
        </p:txBody>
      </p:sp>
      <p:sp>
        <p:nvSpPr>
          <p:cNvPr id="23" name="Rectangle 22"/>
          <p:cNvSpPr/>
          <p:nvPr userDrawn="1"/>
        </p:nvSpPr>
        <p:spPr>
          <a:xfrm>
            <a:off x="1141" y="267494"/>
            <a:ext cx="178371" cy="50403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p:cNvSpPr>
            <a:spLocks noGrp="1"/>
          </p:cNvSpPr>
          <p:nvPr>
            <p:ph sz="quarter" idx="15"/>
          </p:nvPr>
        </p:nvSpPr>
        <p:spPr>
          <a:xfrm>
            <a:off x="4679952" y="1479551"/>
            <a:ext cx="4289425" cy="2951163"/>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sp>
        <p:nvSpPr>
          <p:cNvPr id="14" name="Content Placeholder 2"/>
          <p:cNvSpPr>
            <a:spLocks noGrp="1"/>
          </p:cNvSpPr>
          <p:nvPr>
            <p:ph sz="quarter" idx="16"/>
          </p:nvPr>
        </p:nvSpPr>
        <p:spPr>
          <a:xfrm>
            <a:off x="251522" y="1484314"/>
            <a:ext cx="4287143" cy="2959100"/>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459883944"/>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Quotes and Testimonials Slide">
    <p:spTree>
      <p:nvGrpSpPr>
        <p:cNvPr id="1" name=""/>
        <p:cNvGrpSpPr/>
        <p:nvPr/>
      </p:nvGrpSpPr>
      <p:grpSpPr>
        <a:xfrm>
          <a:off x="0" y="0"/>
          <a:ext cx="0" cy="0"/>
          <a:chOff x="0" y="0"/>
          <a:chExt cx="0" cy="0"/>
        </a:xfrm>
      </p:grpSpPr>
      <p:sp>
        <p:nvSpPr>
          <p:cNvPr id="2" name="Rectangle 1"/>
          <p:cNvSpPr/>
          <p:nvPr userDrawn="1"/>
        </p:nvSpPr>
        <p:spPr>
          <a:xfrm>
            <a:off x="1" y="915989"/>
            <a:ext cx="4538663" cy="3527548"/>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p:cNvSpPr/>
          <p:nvPr userDrawn="1"/>
        </p:nvSpPr>
        <p:spPr>
          <a:xfrm>
            <a:off x="4679951" y="915989"/>
            <a:ext cx="4289424" cy="1943794"/>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userDrawn="1"/>
        </p:nvSpPr>
        <p:spPr>
          <a:xfrm>
            <a:off x="4679950" y="3003799"/>
            <a:ext cx="4289424" cy="1439738"/>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Text Placeholder 16"/>
          <p:cNvSpPr>
            <a:spLocks noGrp="1"/>
          </p:cNvSpPr>
          <p:nvPr>
            <p:ph type="body" sz="quarter" idx="13" hasCustomPrompt="1"/>
          </p:nvPr>
        </p:nvSpPr>
        <p:spPr>
          <a:xfrm>
            <a:off x="251519" y="339502"/>
            <a:ext cx="8717855"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23" name="Straight Connector 22"/>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28" name="Text Placeholder 5"/>
          <p:cNvSpPr>
            <a:spLocks noGrp="1"/>
          </p:cNvSpPr>
          <p:nvPr>
            <p:ph type="body" sz="quarter" idx="20" hasCustomPrompt="1"/>
          </p:nvPr>
        </p:nvSpPr>
        <p:spPr>
          <a:xfrm>
            <a:off x="4932365" y="3219823"/>
            <a:ext cx="3959929" cy="1007691"/>
          </a:xfrm>
          <a:prstGeom prst="rect">
            <a:avLst/>
          </a:prstGeom>
        </p:spPr>
        <p:txBody>
          <a:bodyPr anchor="ctr" anchorCtr="0">
            <a:normAutofit/>
          </a:bodyPr>
          <a:lstStyle>
            <a:lvl1pPr marL="0" indent="0">
              <a:buNone/>
              <a:defRPr sz="1600"/>
            </a:lvl1pPr>
          </a:lstStyle>
          <a:p>
            <a:pPr lvl="0"/>
            <a:r>
              <a:rPr lang="en-US" dirty="0" smtClean="0"/>
              <a:t>“Click to edit quote – 16pt”</a:t>
            </a:r>
          </a:p>
        </p:txBody>
      </p:sp>
      <p:sp>
        <p:nvSpPr>
          <p:cNvPr id="30" name="Text Placeholder 5"/>
          <p:cNvSpPr>
            <a:spLocks noGrp="1"/>
          </p:cNvSpPr>
          <p:nvPr>
            <p:ph type="body" sz="quarter" idx="22" hasCustomPrompt="1"/>
          </p:nvPr>
        </p:nvSpPr>
        <p:spPr>
          <a:xfrm>
            <a:off x="4932365" y="1131888"/>
            <a:ext cx="3959929" cy="1547875"/>
          </a:xfrm>
          <a:prstGeom prst="rect">
            <a:avLst/>
          </a:prstGeom>
        </p:spPr>
        <p:txBody>
          <a:bodyPr anchor="ctr" anchorCtr="0">
            <a:normAutofit/>
          </a:bodyPr>
          <a:lstStyle>
            <a:lvl1pPr marL="0" indent="0">
              <a:buNone/>
              <a:defRPr sz="1600"/>
            </a:lvl1pPr>
          </a:lstStyle>
          <a:p>
            <a:pPr lvl="0"/>
            <a:r>
              <a:rPr lang="en-US" dirty="0" smtClean="0"/>
              <a:t>“Click to edit quote – 16pt”</a:t>
            </a:r>
          </a:p>
        </p:txBody>
      </p:sp>
      <p:sp>
        <p:nvSpPr>
          <p:cNvPr id="31" name="Text Placeholder 5"/>
          <p:cNvSpPr>
            <a:spLocks noGrp="1"/>
          </p:cNvSpPr>
          <p:nvPr>
            <p:ph type="body" sz="quarter" idx="23" hasCustomPrompt="1"/>
          </p:nvPr>
        </p:nvSpPr>
        <p:spPr>
          <a:xfrm>
            <a:off x="468089" y="1131888"/>
            <a:ext cx="3743325" cy="3096047"/>
          </a:xfrm>
          <a:prstGeom prst="rect">
            <a:avLst/>
          </a:prstGeom>
        </p:spPr>
        <p:txBody>
          <a:bodyPr anchor="ctr" anchorCtr="0">
            <a:normAutofit/>
          </a:bodyPr>
          <a:lstStyle>
            <a:lvl1pPr marL="0" indent="0">
              <a:buNone/>
              <a:defRPr sz="1600"/>
            </a:lvl1pPr>
          </a:lstStyle>
          <a:p>
            <a:pPr lvl="0"/>
            <a:r>
              <a:rPr lang="en-US" dirty="0" smtClean="0"/>
              <a:t>“Click to edit quote – 16pt”</a:t>
            </a:r>
          </a:p>
        </p:txBody>
      </p:sp>
      <p:pic>
        <p:nvPicPr>
          <p:cNvPr id="13"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711474625"/>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am Slide">
    <p:spTree>
      <p:nvGrpSpPr>
        <p:cNvPr id="1" name=""/>
        <p:cNvGrpSpPr/>
        <p:nvPr/>
      </p:nvGrpSpPr>
      <p:grpSpPr>
        <a:xfrm>
          <a:off x="0" y="0"/>
          <a:ext cx="0" cy="0"/>
          <a:chOff x="0" y="0"/>
          <a:chExt cx="0" cy="0"/>
        </a:xfrm>
      </p:grpSpPr>
      <p:sp>
        <p:nvSpPr>
          <p:cNvPr id="7" name="Text Placeholder 16"/>
          <p:cNvSpPr>
            <a:spLocks noGrp="1"/>
          </p:cNvSpPr>
          <p:nvPr>
            <p:ph type="body" sz="quarter" idx="13" hasCustomPrompt="1"/>
          </p:nvPr>
        </p:nvSpPr>
        <p:spPr>
          <a:xfrm>
            <a:off x="251519" y="339502"/>
            <a:ext cx="8717855"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8" name="Straight Connector 7"/>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11" name="Picture Placeholder 11"/>
          <p:cNvSpPr>
            <a:spLocks noGrp="1"/>
          </p:cNvSpPr>
          <p:nvPr>
            <p:ph type="pic" sz="quarter" idx="14"/>
          </p:nvPr>
        </p:nvSpPr>
        <p:spPr>
          <a:xfrm>
            <a:off x="250827" y="1131888"/>
            <a:ext cx="1440855" cy="1439862"/>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12" name="Rectangle 11"/>
          <p:cNvSpPr/>
          <p:nvPr userDrawn="1"/>
        </p:nvSpPr>
        <p:spPr>
          <a:xfrm>
            <a:off x="1691680" y="1131591"/>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 Placeholder 24"/>
          <p:cNvSpPr>
            <a:spLocks noGrp="1"/>
          </p:cNvSpPr>
          <p:nvPr>
            <p:ph type="body" sz="quarter" idx="20" hasCustomPrompt="1"/>
          </p:nvPr>
        </p:nvSpPr>
        <p:spPr>
          <a:xfrm>
            <a:off x="1844081" y="1851671"/>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14" name="Text Placeholder 24"/>
          <p:cNvSpPr>
            <a:spLocks noGrp="1"/>
          </p:cNvSpPr>
          <p:nvPr>
            <p:ph type="body" sz="quarter" idx="21" hasCustomPrompt="1"/>
          </p:nvPr>
        </p:nvSpPr>
        <p:spPr>
          <a:xfrm>
            <a:off x="1844081" y="1275607"/>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15" name="Text Placeholder 24"/>
          <p:cNvSpPr>
            <a:spLocks noGrp="1"/>
          </p:cNvSpPr>
          <p:nvPr>
            <p:ph type="body" sz="quarter" idx="22" hasCustomPrompt="1"/>
          </p:nvPr>
        </p:nvSpPr>
        <p:spPr>
          <a:xfrm>
            <a:off x="1844081" y="1563639"/>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sp>
        <p:nvSpPr>
          <p:cNvPr id="21" name="Picture Placeholder 11"/>
          <p:cNvSpPr>
            <a:spLocks noGrp="1"/>
          </p:cNvSpPr>
          <p:nvPr>
            <p:ph type="pic" sz="quarter" idx="27"/>
          </p:nvPr>
        </p:nvSpPr>
        <p:spPr>
          <a:xfrm>
            <a:off x="250827" y="3003551"/>
            <a:ext cx="1440855" cy="1439862"/>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22" name="Rectangle 21"/>
          <p:cNvSpPr/>
          <p:nvPr userDrawn="1"/>
        </p:nvSpPr>
        <p:spPr>
          <a:xfrm>
            <a:off x="1691680" y="3003254"/>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 Placeholder 24"/>
          <p:cNvSpPr>
            <a:spLocks noGrp="1"/>
          </p:cNvSpPr>
          <p:nvPr>
            <p:ph type="body" sz="quarter" idx="28" hasCustomPrompt="1"/>
          </p:nvPr>
        </p:nvSpPr>
        <p:spPr>
          <a:xfrm>
            <a:off x="1844081" y="3723333"/>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24" name="Text Placeholder 24"/>
          <p:cNvSpPr>
            <a:spLocks noGrp="1"/>
          </p:cNvSpPr>
          <p:nvPr>
            <p:ph type="body" sz="quarter" idx="29" hasCustomPrompt="1"/>
          </p:nvPr>
        </p:nvSpPr>
        <p:spPr>
          <a:xfrm>
            <a:off x="1844081" y="3147270"/>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25" name="Text Placeholder 24"/>
          <p:cNvSpPr>
            <a:spLocks noGrp="1"/>
          </p:cNvSpPr>
          <p:nvPr>
            <p:ph type="body" sz="quarter" idx="30" hasCustomPrompt="1"/>
          </p:nvPr>
        </p:nvSpPr>
        <p:spPr>
          <a:xfrm>
            <a:off x="1844081" y="3435301"/>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sp>
        <p:nvSpPr>
          <p:cNvPr id="31" name="Picture Placeholder 11"/>
          <p:cNvSpPr>
            <a:spLocks noGrp="1"/>
          </p:cNvSpPr>
          <p:nvPr>
            <p:ph type="pic" sz="quarter" idx="23"/>
          </p:nvPr>
        </p:nvSpPr>
        <p:spPr>
          <a:xfrm>
            <a:off x="4783885" y="1131889"/>
            <a:ext cx="1440855" cy="1440854"/>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32" name="Rectangle 31"/>
          <p:cNvSpPr/>
          <p:nvPr userDrawn="1"/>
        </p:nvSpPr>
        <p:spPr>
          <a:xfrm>
            <a:off x="6224738" y="1131591"/>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Text Placeholder 24"/>
          <p:cNvSpPr>
            <a:spLocks noGrp="1"/>
          </p:cNvSpPr>
          <p:nvPr>
            <p:ph type="body" sz="quarter" idx="24" hasCustomPrompt="1"/>
          </p:nvPr>
        </p:nvSpPr>
        <p:spPr>
          <a:xfrm>
            <a:off x="6377140" y="1851671"/>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34" name="Text Placeholder 24"/>
          <p:cNvSpPr>
            <a:spLocks noGrp="1"/>
          </p:cNvSpPr>
          <p:nvPr>
            <p:ph type="body" sz="quarter" idx="25" hasCustomPrompt="1"/>
          </p:nvPr>
        </p:nvSpPr>
        <p:spPr>
          <a:xfrm>
            <a:off x="6377140" y="1275607"/>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35" name="Text Placeholder 24"/>
          <p:cNvSpPr>
            <a:spLocks noGrp="1"/>
          </p:cNvSpPr>
          <p:nvPr>
            <p:ph type="body" sz="quarter" idx="26" hasCustomPrompt="1"/>
          </p:nvPr>
        </p:nvSpPr>
        <p:spPr>
          <a:xfrm>
            <a:off x="6377140" y="1563639"/>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sp>
        <p:nvSpPr>
          <p:cNvPr id="36" name="Picture Placeholder 11"/>
          <p:cNvSpPr>
            <a:spLocks noGrp="1"/>
          </p:cNvSpPr>
          <p:nvPr>
            <p:ph type="pic" sz="quarter" idx="31"/>
          </p:nvPr>
        </p:nvSpPr>
        <p:spPr>
          <a:xfrm>
            <a:off x="4783885" y="3003551"/>
            <a:ext cx="1440855" cy="1439862"/>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37" name="Rectangle 36"/>
          <p:cNvSpPr/>
          <p:nvPr userDrawn="1"/>
        </p:nvSpPr>
        <p:spPr>
          <a:xfrm>
            <a:off x="6224738" y="3003254"/>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Text Placeholder 24"/>
          <p:cNvSpPr>
            <a:spLocks noGrp="1"/>
          </p:cNvSpPr>
          <p:nvPr>
            <p:ph type="body" sz="quarter" idx="32" hasCustomPrompt="1"/>
          </p:nvPr>
        </p:nvSpPr>
        <p:spPr>
          <a:xfrm>
            <a:off x="6377140" y="3723333"/>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39" name="Text Placeholder 24"/>
          <p:cNvSpPr>
            <a:spLocks noGrp="1"/>
          </p:cNvSpPr>
          <p:nvPr>
            <p:ph type="body" sz="quarter" idx="33" hasCustomPrompt="1"/>
          </p:nvPr>
        </p:nvSpPr>
        <p:spPr>
          <a:xfrm>
            <a:off x="6377140" y="3147270"/>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40" name="Text Placeholder 24"/>
          <p:cNvSpPr>
            <a:spLocks noGrp="1"/>
          </p:cNvSpPr>
          <p:nvPr>
            <p:ph type="body" sz="quarter" idx="34" hasCustomPrompt="1"/>
          </p:nvPr>
        </p:nvSpPr>
        <p:spPr>
          <a:xfrm>
            <a:off x="6377140" y="3435301"/>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pic>
        <p:nvPicPr>
          <p:cNvPr id="27" name="Picture 2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98492225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k Slide">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2162960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estions and Answers Slide">
    <p:spTree>
      <p:nvGrpSpPr>
        <p:cNvPr id="1" name=""/>
        <p:cNvGrpSpPr/>
        <p:nvPr/>
      </p:nvGrpSpPr>
      <p:grpSpPr>
        <a:xfrm>
          <a:off x="0" y="0"/>
          <a:ext cx="0" cy="0"/>
          <a:chOff x="0" y="0"/>
          <a:chExt cx="0" cy="0"/>
        </a:xfrm>
      </p:grpSpPr>
      <p:sp>
        <p:nvSpPr>
          <p:cNvPr id="2" name="Rectangle 1"/>
          <p:cNvSpPr/>
          <p:nvPr userDrawn="1"/>
        </p:nvSpPr>
        <p:spPr>
          <a:xfrm>
            <a:off x="0" y="185739"/>
            <a:ext cx="8964488" cy="4244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Rounded Rectangle 3"/>
          <p:cNvSpPr/>
          <p:nvPr userDrawn="1"/>
        </p:nvSpPr>
        <p:spPr>
          <a:xfrm>
            <a:off x="7499355" y="411510"/>
            <a:ext cx="1008112" cy="378042"/>
          </a:xfrm>
          <a:prstGeom prst="roundRect">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ounded Rectangle 5"/>
          <p:cNvSpPr/>
          <p:nvPr userDrawn="1"/>
        </p:nvSpPr>
        <p:spPr>
          <a:xfrm>
            <a:off x="1043608" y="519522"/>
            <a:ext cx="6768752" cy="3204356"/>
          </a:xfrm>
          <a:prstGeom prst="roundRect">
            <a:avLst>
              <a:gd name="adj" fmla="val 5265"/>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ounded Rectangle 7"/>
          <p:cNvSpPr/>
          <p:nvPr userDrawn="1"/>
        </p:nvSpPr>
        <p:spPr>
          <a:xfrm>
            <a:off x="467544" y="681540"/>
            <a:ext cx="6840761" cy="3402378"/>
          </a:xfrm>
          <a:prstGeom prst="roundRect">
            <a:avLst>
              <a:gd name="adj" fmla="val 4373"/>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p:cNvSpPr txBox="1"/>
          <p:nvPr userDrawn="1"/>
        </p:nvSpPr>
        <p:spPr>
          <a:xfrm>
            <a:off x="1331640" y="1492250"/>
            <a:ext cx="5760640" cy="1938992"/>
          </a:xfrm>
          <a:prstGeom prst="rect">
            <a:avLst/>
          </a:prstGeom>
          <a:noFill/>
        </p:spPr>
        <p:txBody>
          <a:bodyPr wrap="square" rtlCol="0">
            <a:spAutoFit/>
          </a:bodyPr>
          <a:lstStyle/>
          <a:p>
            <a:r>
              <a:rPr kumimoji="0" lang="en-US" sz="6000" b="0" i="0" u="none" strike="noStrike" kern="1200" cap="none" spc="0" normalizeH="0" baseline="0" noProof="0" dirty="0" smtClean="0">
                <a:ln>
                  <a:noFill/>
                </a:ln>
                <a:solidFill>
                  <a:schemeClr val="bg1"/>
                </a:solidFill>
                <a:effectLst/>
                <a:uLnTx/>
                <a:uFillTx/>
                <a:latin typeface="+mn-lt"/>
              </a:rPr>
              <a:t>Questions </a:t>
            </a:r>
          </a:p>
          <a:p>
            <a:r>
              <a:rPr kumimoji="0" lang="en-US" sz="6000" b="0" i="0" u="none" strike="noStrike" kern="1200" cap="none" spc="0" normalizeH="0" baseline="0" noProof="0" dirty="0" smtClean="0">
                <a:ln>
                  <a:noFill/>
                </a:ln>
                <a:solidFill>
                  <a:schemeClr val="bg1"/>
                </a:solidFill>
                <a:effectLst/>
                <a:uLnTx/>
                <a:uFillTx/>
                <a:latin typeface="+mn-lt"/>
              </a:rPr>
              <a:t>and answers?</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953630616"/>
      </p:ext>
    </p:extLst>
  </p:cSld>
  <p:clrMapOvr>
    <a:masterClrMapping/>
  </p:clrMapOvr>
  <p:timing>
    <p:tnLst>
      <p:par>
        <p:cTn id="1" dur="indefinite" restart="never" nodeType="tmRoot"/>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losing Slide">
    <p:spTree>
      <p:nvGrpSpPr>
        <p:cNvPr id="1" name=""/>
        <p:cNvGrpSpPr/>
        <p:nvPr/>
      </p:nvGrpSpPr>
      <p:grpSpPr>
        <a:xfrm>
          <a:off x="0" y="0"/>
          <a:ext cx="0" cy="0"/>
          <a:chOff x="0" y="0"/>
          <a:chExt cx="0" cy="0"/>
        </a:xfrm>
      </p:grpSpPr>
      <p:sp>
        <p:nvSpPr>
          <p:cNvPr id="4" name="Rectangle 3"/>
          <p:cNvSpPr/>
          <p:nvPr userDrawn="1"/>
        </p:nvSpPr>
        <p:spPr>
          <a:xfrm>
            <a:off x="-1" y="185738"/>
            <a:ext cx="8969375" cy="42449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p:cNvSpPr txBox="1"/>
          <p:nvPr userDrawn="1"/>
        </p:nvSpPr>
        <p:spPr>
          <a:xfrm>
            <a:off x="1058236" y="987573"/>
            <a:ext cx="5760640" cy="2123658"/>
          </a:xfrm>
          <a:prstGeom prst="rect">
            <a:avLst/>
          </a:prstGeom>
          <a:noFill/>
        </p:spPr>
        <p:txBody>
          <a:bodyPr wrap="square" rtlCol="0">
            <a:spAutoFit/>
          </a:bodyPr>
          <a:lstStyle/>
          <a:p>
            <a:r>
              <a:rPr kumimoji="0" lang="en-US" sz="4400" b="0" i="0" u="none" strike="noStrike" kern="1200" cap="none" spc="0" normalizeH="0" baseline="0" noProof="0" dirty="0" smtClean="0">
                <a:ln>
                  <a:noFill/>
                </a:ln>
                <a:solidFill>
                  <a:schemeClr val="bg1"/>
                </a:solidFill>
                <a:effectLst/>
                <a:uLnTx/>
                <a:uFillTx/>
                <a:latin typeface="+mn-lt"/>
              </a:rPr>
              <a:t>Thank you</a:t>
            </a:r>
            <a:br>
              <a:rPr kumimoji="0" lang="en-US" sz="4400" b="0" i="0" u="none" strike="noStrike" kern="1200" cap="none" spc="0" normalizeH="0" baseline="0" noProof="0" dirty="0" smtClean="0">
                <a:ln>
                  <a:noFill/>
                </a:ln>
                <a:solidFill>
                  <a:schemeClr val="bg1"/>
                </a:solidFill>
                <a:effectLst/>
                <a:uLnTx/>
                <a:uFillTx/>
                <a:latin typeface="+mn-lt"/>
              </a:rPr>
            </a:br>
            <a:r>
              <a:rPr kumimoji="0" lang="en-US" sz="4400" b="0" i="0" u="none" strike="noStrike" kern="1200" cap="none" spc="0" normalizeH="0" baseline="0" noProof="0" dirty="0" smtClean="0">
                <a:ln>
                  <a:noFill/>
                </a:ln>
                <a:solidFill>
                  <a:schemeClr val="bg1"/>
                </a:solidFill>
                <a:effectLst/>
                <a:uLnTx/>
                <a:uFillTx/>
                <a:latin typeface="+mn-lt"/>
              </a:rPr>
              <a:t>for your time</a:t>
            </a:r>
            <a:br>
              <a:rPr kumimoji="0" lang="en-US" sz="4400" b="0" i="0" u="none" strike="noStrike" kern="1200" cap="none" spc="0" normalizeH="0" baseline="0" noProof="0" dirty="0" smtClean="0">
                <a:ln>
                  <a:noFill/>
                </a:ln>
                <a:solidFill>
                  <a:schemeClr val="bg1"/>
                </a:solidFill>
                <a:effectLst/>
                <a:uLnTx/>
                <a:uFillTx/>
                <a:latin typeface="+mn-lt"/>
              </a:rPr>
            </a:br>
            <a:r>
              <a:rPr kumimoji="0" lang="en-US" sz="4400" b="0" i="0" u="none" strike="noStrike" kern="1200" cap="none" spc="0" normalizeH="0" baseline="0" noProof="0" dirty="0" smtClean="0">
                <a:ln>
                  <a:noFill/>
                </a:ln>
                <a:solidFill>
                  <a:schemeClr val="bg1"/>
                </a:solidFill>
                <a:effectLst/>
                <a:uLnTx/>
                <a:uFillTx/>
                <a:latin typeface="+mn-lt"/>
              </a:rPr>
              <a:t>and attention</a:t>
            </a:r>
          </a:p>
        </p:txBody>
      </p:sp>
      <p:sp>
        <p:nvSpPr>
          <p:cNvPr id="9" name="Rounded Rectangle 8"/>
          <p:cNvSpPr/>
          <p:nvPr userDrawn="1"/>
        </p:nvSpPr>
        <p:spPr>
          <a:xfrm>
            <a:off x="6156176" y="3651870"/>
            <a:ext cx="1296144" cy="378042"/>
          </a:xfrm>
          <a:prstGeom prst="roundRect">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ounded Rectangle 11"/>
          <p:cNvSpPr/>
          <p:nvPr userDrawn="1"/>
        </p:nvSpPr>
        <p:spPr>
          <a:xfrm>
            <a:off x="539552" y="514231"/>
            <a:ext cx="5904656" cy="3326660"/>
          </a:xfrm>
          <a:prstGeom prst="roundRect">
            <a:avLst>
              <a:gd name="adj" fmla="val 2780"/>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ounded Rectangle 12"/>
          <p:cNvSpPr/>
          <p:nvPr userDrawn="1"/>
        </p:nvSpPr>
        <p:spPr>
          <a:xfrm>
            <a:off x="858961" y="303498"/>
            <a:ext cx="7385449" cy="2988332"/>
          </a:xfrm>
          <a:prstGeom prst="roundRect">
            <a:avLst>
              <a:gd name="adj" fmla="val 3903"/>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312317355"/>
      </p:ext>
    </p:extLst>
  </p:cSld>
  <p:clrMapOvr>
    <a:masterClrMapping/>
  </p:clrMapOvr>
  <p:timing>
    <p:tnLst>
      <p:par>
        <p:cTn id="1" dur="indefinite" restart="never" nodeType="tmRoot"/>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_RSM Titl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651870"/>
            <a:ext cx="8229600" cy="540060"/>
          </a:xfrm>
          <a:prstGeom prst="rect">
            <a:avLst/>
          </a:prstGeom>
        </p:spPr>
        <p:txBody>
          <a:bodyPr>
            <a:noAutofit/>
          </a:bodyPr>
          <a:lstStyle>
            <a:lvl1pPr algn="l">
              <a:defRPr sz="2800" b="0" i="0" cap="all" baseline="0">
                <a:solidFill>
                  <a:schemeClr val="accent2"/>
                </a:solidFill>
              </a:defRPr>
            </a:lvl1pPr>
          </a:lstStyle>
          <a:p>
            <a:r>
              <a:rPr lang="en-US" dirty="0" smtClean="0"/>
              <a:t>Click to edit heading – 28pt</a:t>
            </a:r>
            <a:endParaRPr lang="en-GB" dirty="0"/>
          </a:p>
        </p:txBody>
      </p:sp>
      <p:sp>
        <p:nvSpPr>
          <p:cNvPr id="8" name="Text Placeholder 7"/>
          <p:cNvSpPr>
            <a:spLocks noGrp="1"/>
          </p:cNvSpPr>
          <p:nvPr>
            <p:ph type="body" sz="quarter" idx="10" hasCustomPrompt="1"/>
          </p:nvPr>
        </p:nvSpPr>
        <p:spPr>
          <a:xfrm>
            <a:off x="468313" y="4245770"/>
            <a:ext cx="5543550" cy="342205"/>
          </a:xfrm>
          <a:prstGeom prst="rect">
            <a:avLst/>
          </a:prstGeom>
        </p:spPr>
        <p:txBody>
          <a:bodyPr>
            <a:noAutofit/>
          </a:bodyPr>
          <a:lstStyle>
            <a:lvl1pPr marL="0" indent="0">
              <a:buNone/>
              <a:defRPr sz="2000" baseline="0"/>
            </a:lvl1pPr>
          </a:lstStyle>
          <a:p>
            <a:pPr lvl="0"/>
            <a:r>
              <a:rPr lang="en-US" dirty="0" smtClean="0"/>
              <a:t>Click to edit subheading – 20pt</a:t>
            </a:r>
          </a:p>
        </p:txBody>
      </p:sp>
      <p:sp>
        <p:nvSpPr>
          <p:cNvPr id="10" name="Picture Placeholder 9"/>
          <p:cNvSpPr>
            <a:spLocks noGrp="1"/>
          </p:cNvSpPr>
          <p:nvPr>
            <p:ph type="pic" sz="quarter" idx="11"/>
          </p:nvPr>
        </p:nvSpPr>
        <p:spPr>
          <a:xfrm>
            <a:off x="0" y="195487"/>
            <a:ext cx="8964488" cy="3294236"/>
          </a:xfrm>
          <a:prstGeom prst="rect">
            <a:avLst/>
          </a:prstGeom>
        </p:spPr>
        <p:txBody>
          <a:bodyPr/>
          <a:lstStyle/>
          <a:p>
            <a:r>
              <a:rPr lang="en-US" smtClean="0"/>
              <a:t>Click icon to add picture</a:t>
            </a:r>
            <a:endParaRPr lang="en-GB"/>
          </a:p>
        </p:txBody>
      </p:sp>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73681164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4480884"/>
      </p:ext>
    </p:extLst>
  </p:cSld>
  <p:clrMap bg1="lt1" tx1="dk1" bg2="lt2" tx2="dk2" accent1="accent1" accent2="accent2" accent3="accent3" accent4="accent4" accent5="accent5" accent6="accent6" hlink="hlink" folHlink="folHlink"/>
  <p:sldLayoutIdLst>
    <p:sldLayoutId id="2147483663" r:id="rId1"/>
    <p:sldLayoutId id="2147483654" r:id="rId2"/>
    <p:sldLayoutId id="2147483679" r:id="rId3"/>
    <p:sldLayoutId id="2147483667" r:id="rId4"/>
    <p:sldLayoutId id="2147483680" r:id="rId5"/>
    <p:sldLayoutId id="2147483676" r:id="rId6"/>
    <p:sldLayoutId id="2147483664" r:id="rId7"/>
    <p:sldLayoutId id="2147483665" r:id="rId8"/>
    <p:sldLayoutId id="2147483656" r:id="rId9"/>
    <p:sldLayoutId id="2147483661" r:id="rId10"/>
    <p:sldLayoutId id="2147483660" r:id="rId11"/>
    <p:sldLayoutId id="2147483674" r:id="rId12"/>
    <p:sldLayoutId id="2147483668" r:id="rId13"/>
    <p:sldLayoutId id="2147483669" r:id="rId14"/>
    <p:sldLayoutId id="2147483670" r:id="rId15"/>
    <p:sldLayoutId id="2147483675" r:id="rId16"/>
    <p:sldLayoutId id="2147483678" r:id="rId17"/>
    <p:sldLayoutId id="2147483677" r:id="rId18"/>
    <p:sldLayoutId id="2147483671" r:id="rId19"/>
    <p:sldLayoutId id="2147483672" r:id="rId20"/>
    <p:sldLayoutId id="2147483681" r:id="rId21"/>
  </p:sldLayoutIdLst>
  <p:timing>
    <p:tnLst>
      <p:par>
        <p:cTn id="1" dur="indefinite" restart="never" nodeType="tmRoot"/>
      </p:par>
    </p:tnLst>
  </p:timing>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4.jpeg"/><Relationship Id="rId2" Type="http://schemas.openxmlformats.org/officeDocument/2006/relationships/diagramData" Target="../diagrams/data1.xml"/><Relationship Id="rId1" Type="http://schemas.openxmlformats.org/officeDocument/2006/relationships/slideLayout" Target="../slideLayouts/slideLayout1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6.jpeg"/><Relationship Id="rId7" Type="http://schemas.openxmlformats.org/officeDocument/2006/relationships/image" Target="../media/image8.png"/><Relationship Id="rId2" Type="http://schemas.openxmlformats.org/officeDocument/2006/relationships/image" Target="../media/image5.jpeg"/><Relationship Id="rId1" Type="http://schemas.openxmlformats.org/officeDocument/2006/relationships/slideLayout" Target="../slideLayouts/slideLayout14.xml"/><Relationship Id="rId6" Type="http://schemas.openxmlformats.org/officeDocument/2006/relationships/hyperlink" Target="http://www.google.co.uk/url?sa=i&amp;rct=j&amp;q=&amp;esrc=s&amp;frm=1&amp;source=images&amp;cd=&amp;cad=rja&amp;uact=8&amp;docid=PbLkAV8GE-iUXM&amp;tbnid=vkEC8c3eeFUIOM:&amp;ved=0CAUQjRw&amp;url=http://geekyfanboy.blogspot.com/2014/01/moving-in-day-7-internet-pga.html&amp;ei=r-6KU9L8Ic6a0QWf-ICIAg&amp;bvm=bv.67720277,d.ZWU&amp;psig=AFQjCNENEDj16G5sPZQsAVEhuTK5snBBnw&amp;ust=1401700289108580" TargetMode="External"/><Relationship Id="rId5" Type="http://schemas.microsoft.com/office/2007/relationships/hdphoto" Target="../media/hdphoto1.wdp"/><Relationship Id="rId4" Type="http://schemas.openxmlformats.org/officeDocument/2006/relationships/image" Target="../media/image7.jpeg"/><Relationship Id="rId9" Type="http://schemas.openxmlformats.org/officeDocument/2006/relationships/image" Target="../media/image9.wm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059197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p:txBody>
          <a:bodyPr/>
          <a:lstStyle/>
          <a:p>
            <a:r>
              <a:rPr lang="en-GB" dirty="0" smtClean="0"/>
              <a:t>Roger Lovis</a:t>
            </a:r>
            <a:endParaRPr lang="en-GB" dirty="0"/>
          </a:p>
        </p:txBody>
      </p:sp>
      <p:graphicFrame>
        <p:nvGraphicFramePr>
          <p:cNvPr id="29" name="Diagram 28"/>
          <p:cNvGraphicFramePr/>
          <p:nvPr>
            <p:extLst>
              <p:ext uri="{D42A27DB-BD31-4B8C-83A1-F6EECF244321}">
                <p14:modId xmlns:p14="http://schemas.microsoft.com/office/powerpoint/2010/main" val="67361087"/>
              </p:ext>
            </p:extLst>
          </p:nvPr>
        </p:nvGraphicFramePr>
        <p:xfrm>
          <a:off x="3649113" y="872042"/>
          <a:ext cx="4995918" cy="40676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1" name="Text Placeholder 5"/>
          <p:cNvSpPr>
            <a:spLocks noGrp="1"/>
          </p:cNvSpPr>
          <p:nvPr>
            <p:ph type="body" sz="quarter" idx="14"/>
          </p:nvPr>
        </p:nvSpPr>
        <p:spPr>
          <a:xfrm>
            <a:off x="866775" y="2877503"/>
            <a:ext cx="1967865" cy="810203"/>
          </a:xfrm>
          <a:ln>
            <a:noFill/>
          </a:ln>
        </p:spPr>
        <p:txBody>
          <a:bodyPr/>
          <a:lstStyle/>
          <a:p>
            <a:pPr lvl="0"/>
            <a:r>
              <a:rPr lang="en-US" sz="1000" b="1" dirty="0" smtClean="0">
                <a:solidFill>
                  <a:schemeClr val="accent1"/>
                </a:solidFill>
              </a:rPr>
              <a:t>Roger Lovis</a:t>
            </a:r>
          </a:p>
          <a:p>
            <a:pPr lvl="0"/>
            <a:r>
              <a:rPr lang="en-US" sz="1000" dirty="0" smtClean="0">
                <a:solidFill>
                  <a:schemeClr val="accent2"/>
                </a:solidFill>
              </a:rPr>
              <a:t>Partner, Technologieberatung</a:t>
            </a:r>
          </a:p>
          <a:p>
            <a:pPr lvl="0"/>
            <a:r>
              <a:rPr lang="en-US" sz="1000" dirty="0"/>
              <a:t>r</a:t>
            </a:r>
            <a:r>
              <a:rPr lang="en-US" sz="1000" dirty="0" smtClean="0">
                <a:solidFill>
                  <a:schemeClr val="accent2"/>
                </a:solidFill>
              </a:rPr>
              <a:t>oger.lovis@rsmuk.com</a:t>
            </a:r>
          </a:p>
          <a:p>
            <a:pPr lvl="0"/>
            <a:r>
              <a:rPr lang="en-US" sz="1000" dirty="0" smtClean="0">
                <a:solidFill>
                  <a:schemeClr val="accent2"/>
                </a:solidFill>
              </a:rPr>
              <a:t>T: (0)7976 855126</a:t>
            </a:r>
            <a:endParaRPr lang="en-US" sz="1000" dirty="0">
              <a:solidFill>
                <a:schemeClr val="accent2"/>
              </a:solidFill>
            </a:endParaRPr>
          </a:p>
        </p:txBody>
      </p:sp>
      <p:pic>
        <p:nvPicPr>
          <p:cNvPr id="3" name="Picture 2"/>
          <p:cNvPicPr>
            <a:picLocks noChangeAspect="1"/>
          </p:cNvPicPr>
          <p:nvPr/>
        </p:nvPicPr>
        <p:blipFill rotWithShape="1">
          <a:blip r:embed="rId7" cstate="print">
            <a:extLst>
              <a:ext uri="{28A0092B-C50C-407E-A947-70E740481C1C}">
                <a14:useLocalDpi xmlns:a14="http://schemas.microsoft.com/office/drawing/2010/main" val="0"/>
              </a:ext>
            </a:extLst>
          </a:blip>
          <a:srcRect l="7775" t="6491" r="3229" b="6491"/>
          <a:stretch/>
        </p:blipFill>
        <p:spPr>
          <a:xfrm>
            <a:off x="874395" y="1419225"/>
            <a:ext cx="1409700" cy="1409700"/>
          </a:xfrm>
          <a:prstGeom prst="rect">
            <a:avLst/>
          </a:prstGeom>
          <a:ln>
            <a:noFill/>
          </a:ln>
        </p:spPr>
      </p:pic>
      <p:sp>
        <p:nvSpPr>
          <p:cNvPr id="6" name="Rectangle 5"/>
          <p:cNvSpPr/>
          <p:nvPr/>
        </p:nvSpPr>
        <p:spPr bwMode="auto">
          <a:xfrm>
            <a:off x="874395" y="2828924"/>
            <a:ext cx="1409699" cy="45719"/>
          </a:xfrm>
          <a:prstGeom prst="rect">
            <a:avLst/>
          </a:prstGeom>
          <a:solidFill>
            <a:schemeClr val="accent1"/>
          </a:solidFill>
          <a:ln w="9525" cap="flat" cmpd="sng" algn="ctr">
            <a:noFill/>
            <a:prstDash val="solid"/>
            <a:round/>
            <a:headEnd type="none" w="med" len="med"/>
            <a:tailEnd type="none" w="med" len="med"/>
          </a:ln>
          <a:effectLst/>
        </p:spPr>
        <p:txBody>
          <a:bodyPr vert="horz" wrap="square" lIns="90000" tIns="90000" rIns="90000" bIns="90000" numCol="1" rtlCol="0" anchor="ctr" anchorCtr="0" compatLnSpc="1">
            <a:prstTxWarp prst="textNoShape">
              <a:avLst/>
            </a:prstTxWarp>
          </a:bodyPr>
          <a:lstStyle/>
          <a:p>
            <a:pPr marL="0" marR="0" indent="0" algn="ctr" defTabSz="914400" rtl="0" eaLnBrk="1" fontAlgn="base" latinLnBrk="0" hangingPunct="1">
              <a:lnSpc>
                <a:spcPct val="110000"/>
              </a:lnSpc>
              <a:spcBef>
                <a:spcPct val="50000"/>
              </a:spcBef>
              <a:spcAft>
                <a:spcPct val="20000"/>
              </a:spcAft>
              <a:buClrTx/>
              <a:buSzTx/>
              <a:buFont typeface="Arial" charset="0"/>
              <a:buNone/>
              <a:tabLst/>
            </a:pPr>
            <a:endParaRPr kumimoji="0" lang="en-GB" sz="1000" b="0" i="0" u="none" strike="noStrike" cap="none" normalizeH="0" baseline="0" dirty="0" smtClean="0">
              <a:ln>
                <a:noFill/>
              </a:ln>
              <a:solidFill>
                <a:schemeClr val="tx1"/>
              </a:solidFill>
              <a:effectLst/>
              <a:latin typeface="Arial" charset="0"/>
              <a:cs typeface="Arial" charset="0"/>
            </a:endParaRPr>
          </a:p>
        </p:txBody>
      </p:sp>
    </p:spTree>
    <p:extLst>
      <p:ext uri="{BB962C8B-B14F-4D97-AF65-F5344CB8AC3E}">
        <p14:creationId xmlns:p14="http://schemas.microsoft.com/office/powerpoint/2010/main" val="34392768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p:txBody>
          <a:bodyPr/>
          <a:lstStyle/>
          <a:p>
            <a:r>
              <a:rPr lang="en-GB" dirty="0" smtClean="0"/>
              <a:t>Was passiert da draußen?</a:t>
            </a:r>
            <a:endParaRPr lang="en-GB" dirty="0"/>
          </a:p>
        </p:txBody>
      </p:sp>
      <p:cxnSp>
        <p:nvCxnSpPr>
          <p:cNvPr id="70" name="Straight Connector 69"/>
          <p:cNvCxnSpPr/>
          <p:nvPr/>
        </p:nvCxnSpPr>
        <p:spPr bwMode="auto">
          <a:xfrm flipV="1">
            <a:off x="3149288" y="4008590"/>
            <a:ext cx="708578" cy="473853"/>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1" name="Straight Connector 70"/>
          <p:cNvCxnSpPr/>
          <p:nvPr/>
        </p:nvCxnSpPr>
        <p:spPr bwMode="auto">
          <a:xfrm flipH="1" flipV="1">
            <a:off x="2077644" y="1855537"/>
            <a:ext cx="1193399" cy="552153"/>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2" name="Straight Connector 71"/>
          <p:cNvCxnSpPr/>
          <p:nvPr/>
        </p:nvCxnSpPr>
        <p:spPr bwMode="auto">
          <a:xfrm flipH="1">
            <a:off x="1838325" y="3234710"/>
            <a:ext cx="1432719" cy="0"/>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3" name="Straight Connector 72"/>
          <p:cNvCxnSpPr/>
          <p:nvPr/>
        </p:nvCxnSpPr>
        <p:spPr bwMode="auto">
          <a:xfrm flipH="1">
            <a:off x="5861847" y="1855537"/>
            <a:ext cx="1105424" cy="552152"/>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4" name="Straight Connector 73"/>
          <p:cNvCxnSpPr/>
          <p:nvPr/>
        </p:nvCxnSpPr>
        <p:spPr bwMode="auto">
          <a:xfrm flipH="1">
            <a:off x="5861846" y="3234711"/>
            <a:ext cx="1148780" cy="0"/>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pic>
        <p:nvPicPr>
          <p:cNvPr id="75" name="Picture 74" descr="mobility.jpg"/>
          <p:cNvPicPr>
            <a:picLocks noChangeAspect="1"/>
          </p:cNvPicPr>
          <p:nvPr/>
        </p:nvPicPr>
        <p:blipFill>
          <a:blip r:embed="rId2" cstate="screen">
            <a:duotone>
              <a:srgbClr val="8064A2">
                <a:shade val="45000"/>
                <a:satMod val="135000"/>
              </a:srgbClr>
              <a:prstClr val="white"/>
            </a:duotone>
          </a:blip>
          <a:srcRect/>
          <a:stretch>
            <a:fillRect/>
          </a:stretch>
        </p:blipFill>
        <p:spPr>
          <a:xfrm>
            <a:off x="509066" y="2945434"/>
            <a:ext cx="988077" cy="1537009"/>
          </a:xfrm>
          <a:prstGeom prst="rect">
            <a:avLst/>
          </a:prstGeom>
        </p:spPr>
      </p:pic>
      <p:pic>
        <p:nvPicPr>
          <p:cNvPr id="76" name="Picture 75" descr="Social media.jpg"/>
          <p:cNvPicPr>
            <a:picLocks noChangeAspect="1"/>
          </p:cNvPicPr>
          <p:nvPr/>
        </p:nvPicPr>
        <p:blipFill>
          <a:blip r:embed="rId3" cstate="screen">
            <a:duotone>
              <a:srgbClr val="8064A2">
                <a:shade val="45000"/>
                <a:satMod val="135000"/>
              </a:srgbClr>
              <a:prstClr val="white"/>
            </a:duotone>
          </a:blip>
          <a:srcRect/>
          <a:stretch>
            <a:fillRect/>
          </a:stretch>
        </p:blipFill>
        <p:spPr>
          <a:xfrm>
            <a:off x="6926262" y="2839453"/>
            <a:ext cx="1781192" cy="1159846"/>
          </a:xfrm>
          <a:prstGeom prst="rect">
            <a:avLst/>
          </a:prstGeom>
        </p:spPr>
      </p:pic>
      <p:pic>
        <p:nvPicPr>
          <p:cNvPr id="77" name="Picture 76" descr="Big data.jpg"/>
          <p:cNvPicPr>
            <a:picLocks noChangeAspect="1"/>
          </p:cNvPicPr>
          <p:nvPr/>
        </p:nvPicPr>
        <p:blipFill>
          <a:blip r:embed="rId4" cstate="screen">
            <a:duotone>
              <a:srgbClr val="8064A2">
                <a:shade val="45000"/>
                <a:satMod val="135000"/>
              </a:srgbClr>
              <a:prstClr val="white"/>
            </a:duotone>
            <a:extLst>
              <a:ext uri="{BEBA8EAE-BF5A-486C-A8C5-ECC9F3942E4B}">
                <a14:imgProps xmlns:a14="http://schemas.microsoft.com/office/drawing/2010/main">
                  <a14:imgLayer r:embed="rId5">
                    <a14:imgEffect>
                      <a14:artisticPhotocopy/>
                    </a14:imgEffect>
                  </a14:imgLayer>
                </a14:imgProps>
              </a:ext>
            </a:extLst>
          </a:blip>
          <a:srcRect/>
          <a:stretch>
            <a:fillRect/>
          </a:stretch>
        </p:blipFill>
        <p:spPr>
          <a:xfrm>
            <a:off x="611558" y="1162734"/>
            <a:ext cx="1360323" cy="1260788"/>
          </a:xfrm>
          <a:prstGeom prst="rect">
            <a:avLst/>
          </a:prstGeom>
        </p:spPr>
      </p:pic>
      <p:sp>
        <p:nvSpPr>
          <p:cNvPr id="78" name="TextBox 77"/>
          <p:cNvSpPr txBox="1"/>
          <p:nvPr/>
        </p:nvSpPr>
        <p:spPr>
          <a:xfrm>
            <a:off x="216114" y="887782"/>
            <a:ext cx="2286000" cy="369332"/>
          </a:xfrm>
          <a:prstGeom prst="rect">
            <a:avLst/>
          </a:prstGeom>
          <a:noFill/>
        </p:spPr>
        <p:txBody>
          <a:bodyPr wrap="square" rtlCol="0">
            <a:spAutoFit/>
          </a:bodyPr>
          <a:lstStyle/>
          <a:p>
            <a:pPr algn="ctr">
              <a:defRPr/>
            </a:pPr>
            <a:r>
              <a:rPr lang="en-US" b="1" kern="0" dirty="0" smtClean="0">
                <a:latin typeface="Calibri"/>
              </a:rPr>
              <a:t>Big Data &amp; Analy</a:t>
            </a:r>
            <a:r>
              <a:rPr lang="en-US" b="1" kern="0" dirty="0" smtClean="0">
                <a:solidFill>
                  <a:sysClr val="windowText" lastClr="000000"/>
                </a:solidFill>
                <a:latin typeface="Calibri"/>
              </a:rPr>
              <a:t>tics</a:t>
            </a:r>
            <a:endParaRPr lang="en-US" b="1" kern="0" dirty="0">
              <a:solidFill>
                <a:sysClr val="windowText" lastClr="000000"/>
              </a:solidFill>
              <a:latin typeface="Calibri"/>
            </a:endParaRPr>
          </a:p>
        </p:txBody>
      </p:sp>
      <p:sp>
        <p:nvSpPr>
          <p:cNvPr id="79" name="TextBox 78"/>
          <p:cNvSpPr txBox="1"/>
          <p:nvPr/>
        </p:nvSpPr>
        <p:spPr>
          <a:xfrm>
            <a:off x="344670" y="2663210"/>
            <a:ext cx="1832510" cy="369332"/>
          </a:xfrm>
          <a:prstGeom prst="rect">
            <a:avLst/>
          </a:prstGeom>
          <a:noFill/>
        </p:spPr>
        <p:txBody>
          <a:bodyPr wrap="square" rtlCol="0">
            <a:spAutoFit/>
          </a:bodyPr>
          <a:lstStyle/>
          <a:p>
            <a:pPr>
              <a:defRPr/>
            </a:pPr>
            <a:r>
              <a:rPr lang="en-US" b="1" kern="0" dirty="0" smtClean="0">
                <a:latin typeface="Calibri"/>
              </a:rPr>
              <a:t>Mobiles Arbeiten</a:t>
            </a:r>
            <a:endParaRPr lang="en-US" b="1" kern="0" dirty="0">
              <a:latin typeface="Calibri"/>
            </a:endParaRPr>
          </a:p>
        </p:txBody>
      </p:sp>
      <p:sp>
        <p:nvSpPr>
          <p:cNvPr id="80" name="TextBox 79"/>
          <p:cNvSpPr txBox="1"/>
          <p:nvPr/>
        </p:nvSpPr>
        <p:spPr>
          <a:xfrm>
            <a:off x="6758879" y="793402"/>
            <a:ext cx="2133600" cy="369332"/>
          </a:xfrm>
          <a:prstGeom prst="rect">
            <a:avLst/>
          </a:prstGeom>
          <a:noFill/>
        </p:spPr>
        <p:txBody>
          <a:bodyPr wrap="square" rtlCol="0">
            <a:spAutoFit/>
          </a:bodyPr>
          <a:lstStyle/>
          <a:p>
            <a:pPr algn="ctr">
              <a:defRPr/>
            </a:pPr>
            <a:r>
              <a:rPr lang="en-US" b="1" kern="0" dirty="0" smtClean="0">
                <a:latin typeface="Calibri"/>
              </a:rPr>
              <a:t>Die Cloud</a:t>
            </a:r>
            <a:endParaRPr lang="en-US" b="1" kern="0" dirty="0">
              <a:latin typeface="Calibri"/>
            </a:endParaRPr>
          </a:p>
        </p:txBody>
      </p:sp>
      <p:sp>
        <p:nvSpPr>
          <p:cNvPr id="81" name="TextBox 80"/>
          <p:cNvSpPr txBox="1"/>
          <p:nvPr/>
        </p:nvSpPr>
        <p:spPr>
          <a:xfrm>
            <a:off x="7066842" y="2580896"/>
            <a:ext cx="1427651" cy="369332"/>
          </a:xfrm>
          <a:prstGeom prst="rect">
            <a:avLst/>
          </a:prstGeom>
          <a:noFill/>
        </p:spPr>
        <p:txBody>
          <a:bodyPr wrap="square" rtlCol="0">
            <a:spAutoFit/>
          </a:bodyPr>
          <a:lstStyle/>
          <a:p>
            <a:pPr>
              <a:defRPr/>
            </a:pPr>
            <a:r>
              <a:rPr lang="en-US" b="1" kern="0" dirty="0" smtClean="0">
                <a:latin typeface="Calibri"/>
              </a:rPr>
              <a:t>Soziale Medien</a:t>
            </a:r>
            <a:endParaRPr lang="en-US" b="1" kern="0" dirty="0">
              <a:latin typeface="Calibri"/>
            </a:endParaRPr>
          </a:p>
        </p:txBody>
      </p:sp>
      <p:grpSp>
        <p:nvGrpSpPr>
          <p:cNvPr id="82" name="Group 81"/>
          <p:cNvGrpSpPr/>
          <p:nvPr/>
        </p:nvGrpSpPr>
        <p:grpSpPr>
          <a:xfrm>
            <a:off x="6968402" y="1162411"/>
            <a:ext cx="1695217" cy="1159818"/>
            <a:chOff x="7697735" y="2749147"/>
            <a:chExt cx="1903232" cy="1385447"/>
          </a:xfrm>
        </p:grpSpPr>
        <p:sp>
          <p:nvSpPr>
            <p:cNvPr id="83" name="Cloud 82"/>
            <p:cNvSpPr/>
            <p:nvPr/>
          </p:nvSpPr>
          <p:spPr bwMode="auto">
            <a:xfrm>
              <a:off x="8075576" y="2749147"/>
              <a:ext cx="837967" cy="496788"/>
            </a:xfrm>
            <a:prstGeom prst="cloud">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square" lIns="91440" tIns="45720" rIns="91440" bIns="45720" numCol="1" rtlCol="0" anchor="t" anchorCtr="0" compatLnSpc="1">
              <a:prstTxWarp prst="textNoShape">
                <a:avLst/>
              </a:prstTxWarp>
            </a:bodyPr>
            <a:lstStyle/>
            <a:p>
              <a:pPr marL="0" marR="0" lvl="0" indent="0" defTabSz="1019175" eaLnBrk="1" fontAlgn="base" latinLnBrk="0" hangingPunct="1">
                <a:lnSpc>
                  <a:spcPct val="100000"/>
                </a:lnSpc>
                <a:spcBef>
                  <a:spcPct val="0"/>
                </a:spcBef>
                <a:spcAft>
                  <a:spcPct val="0"/>
                </a:spcAft>
                <a:buClrTx/>
                <a:buSzTx/>
                <a:buFontTx/>
                <a:buNone/>
                <a:tabLst/>
                <a:defRPr/>
              </a:pPr>
              <a:endParaRPr kumimoji="0" lang="en-GB" sz="2000" b="1" i="0" u="none" strike="noStrike" kern="0" cap="none" spc="0" normalizeH="0" baseline="0" noProof="0" smtClean="0">
                <a:ln w="12700">
                  <a:solidFill>
                    <a:srgbClr val="002138">
                      <a:satMod val="155000"/>
                    </a:srgbClr>
                  </a:solidFill>
                  <a:prstDash val="solid"/>
                </a:ln>
                <a:solidFill>
                  <a:srgbClr val="68BBE8">
                    <a:tint val="85000"/>
                    <a:satMod val="155000"/>
                  </a:srgbClr>
                </a:solidFill>
                <a:effectLst>
                  <a:outerShdw blurRad="41275" dist="20320" dir="1800000" algn="tl" rotWithShape="0">
                    <a:srgbClr val="000000">
                      <a:alpha val="40000"/>
                    </a:srgbClr>
                  </a:outerShdw>
                </a:effectLst>
                <a:uLnTx/>
                <a:uFillTx/>
                <a:latin typeface="Calibri"/>
                <a:ea typeface="+mn-ea"/>
                <a:cs typeface="Arial" charset="0"/>
              </a:endParaRPr>
            </a:p>
          </p:txBody>
        </p:sp>
        <p:sp>
          <p:nvSpPr>
            <p:cNvPr id="84" name="Cloud 83"/>
            <p:cNvSpPr/>
            <p:nvPr/>
          </p:nvSpPr>
          <p:spPr bwMode="auto">
            <a:xfrm>
              <a:off x="7697735" y="3637806"/>
              <a:ext cx="837967" cy="496788"/>
            </a:xfrm>
            <a:prstGeom prst="cloud">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square" lIns="91440" tIns="45720" rIns="91440" bIns="45720" numCol="1" rtlCol="0" anchor="t" anchorCtr="0" compatLnSpc="1">
              <a:prstTxWarp prst="textNoShape">
                <a:avLst/>
              </a:prstTxWarp>
            </a:bodyPr>
            <a:lstStyle/>
            <a:p>
              <a:pPr marL="0" marR="0" lvl="0" indent="0" defTabSz="1019175" eaLnBrk="1" fontAlgn="base" latinLnBrk="0" hangingPunct="1">
                <a:lnSpc>
                  <a:spcPct val="100000"/>
                </a:lnSpc>
                <a:spcBef>
                  <a:spcPct val="0"/>
                </a:spcBef>
                <a:spcAft>
                  <a:spcPct val="0"/>
                </a:spcAft>
                <a:buClrTx/>
                <a:buSzTx/>
                <a:buFontTx/>
                <a:buNone/>
                <a:tabLst/>
                <a:defRPr/>
              </a:pPr>
              <a:endParaRPr kumimoji="0" lang="en-GB" sz="2000" b="1" i="0" u="none" strike="noStrike" kern="0" cap="none" spc="0" normalizeH="0" baseline="0" noProof="0" smtClean="0">
                <a:ln w="12700">
                  <a:solidFill>
                    <a:srgbClr val="002138">
                      <a:satMod val="155000"/>
                    </a:srgbClr>
                  </a:solidFill>
                  <a:prstDash val="solid"/>
                </a:ln>
                <a:solidFill>
                  <a:srgbClr val="68BBE8">
                    <a:tint val="85000"/>
                    <a:satMod val="155000"/>
                  </a:srgbClr>
                </a:solidFill>
                <a:effectLst>
                  <a:outerShdw blurRad="41275" dist="20320" dir="1800000" algn="tl" rotWithShape="0">
                    <a:srgbClr val="000000">
                      <a:alpha val="40000"/>
                    </a:srgbClr>
                  </a:outerShdw>
                </a:effectLst>
                <a:uLnTx/>
                <a:uFillTx/>
                <a:latin typeface="Calibri"/>
                <a:ea typeface="+mn-ea"/>
                <a:cs typeface="Arial" charset="0"/>
              </a:endParaRPr>
            </a:p>
          </p:txBody>
        </p:sp>
        <p:sp>
          <p:nvSpPr>
            <p:cNvPr id="85" name="Cloud 84"/>
            <p:cNvSpPr/>
            <p:nvPr/>
          </p:nvSpPr>
          <p:spPr bwMode="auto">
            <a:xfrm>
              <a:off x="8763000" y="3328719"/>
              <a:ext cx="837967" cy="496788"/>
            </a:xfrm>
            <a:prstGeom prst="cloud">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square" lIns="91440" tIns="45720" rIns="91440" bIns="45720" numCol="1" rtlCol="0" anchor="t" anchorCtr="0" compatLnSpc="1">
              <a:prstTxWarp prst="textNoShape">
                <a:avLst/>
              </a:prstTxWarp>
            </a:bodyPr>
            <a:lstStyle/>
            <a:p>
              <a:pPr marL="0" marR="0" lvl="0" indent="0" defTabSz="1019175" eaLnBrk="1" fontAlgn="base" latinLnBrk="0" hangingPunct="1">
                <a:lnSpc>
                  <a:spcPct val="100000"/>
                </a:lnSpc>
                <a:spcBef>
                  <a:spcPct val="0"/>
                </a:spcBef>
                <a:spcAft>
                  <a:spcPct val="0"/>
                </a:spcAft>
                <a:buClrTx/>
                <a:buSzTx/>
                <a:buFontTx/>
                <a:buNone/>
                <a:tabLst/>
                <a:defRPr/>
              </a:pPr>
              <a:endParaRPr kumimoji="0" lang="en-GB" sz="2000" b="1" i="0" u="none" strike="noStrike" kern="0" cap="none" spc="0" normalizeH="0" baseline="0" noProof="0" smtClean="0">
                <a:ln w="12700">
                  <a:solidFill>
                    <a:srgbClr val="002138">
                      <a:satMod val="155000"/>
                    </a:srgbClr>
                  </a:solidFill>
                  <a:prstDash val="solid"/>
                </a:ln>
                <a:solidFill>
                  <a:srgbClr val="68BBE8">
                    <a:tint val="85000"/>
                    <a:satMod val="155000"/>
                  </a:srgbClr>
                </a:solidFill>
                <a:effectLst>
                  <a:outerShdw blurRad="41275" dist="20320" dir="1800000" algn="tl" rotWithShape="0">
                    <a:srgbClr val="000000">
                      <a:alpha val="40000"/>
                    </a:srgbClr>
                  </a:outerShdw>
                </a:effectLst>
                <a:uLnTx/>
                <a:uFillTx/>
                <a:latin typeface="Calibri"/>
                <a:ea typeface="+mn-ea"/>
                <a:cs typeface="Arial" charset="0"/>
              </a:endParaRPr>
            </a:p>
          </p:txBody>
        </p:sp>
        <p:cxnSp>
          <p:nvCxnSpPr>
            <p:cNvPr id="86" name="Curved Connector 85"/>
            <p:cNvCxnSpPr>
              <a:stCxn id="83" idx="2"/>
              <a:endCxn id="84" idx="3"/>
            </p:cNvCxnSpPr>
            <p:nvPr/>
          </p:nvCxnSpPr>
          <p:spPr bwMode="auto">
            <a:xfrm rot="10800000" flipH="1" flipV="1">
              <a:off x="8078175" y="2997540"/>
              <a:ext cx="38544" cy="668669"/>
            </a:xfrm>
            <a:prstGeom prst="curvedConnector4">
              <a:avLst>
                <a:gd name="adj1" fmla="val -593088"/>
                <a:gd name="adj2" fmla="val 66450"/>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cxnSp>
        <p:cxnSp>
          <p:nvCxnSpPr>
            <p:cNvPr id="87" name="Curved Connector 86"/>
            <p:cNvCxnSpPr>
              <a:stCxn id="83" idx="0"/>
              <a:endCxn id="85" idx="3"/>
            </p:cNvCxnSpPr>
            <p:nvPr/>
          </p:nvCxnSpPr>
          <p:spPr bwMode="auto">
            <a:xfrm>
              <a:off x="8912845" y="2997541"/>
              <a:ext cx="269139" cy="359582"/>
            </a:xfrm>
            <a:prstGeom prst="curvedConnector2">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cxnSp>
        <p:cxnSp>
          <p:nvCxnSpPr>
            <p:cNvPr id="88" name="Curved Connector 87"/>
            <p:cNvCxnSpPr>
              <a:stCxn id="85" idx="2"/>
              <a:endCxn id="84" idx="0"/>
            </p:cNvCxnSpPr>
            <p:nvPr/>
          </p:nvCxnSpPr>
          <p:spPr bwMode="auto">
            <a:xfrm rot="10800000" flipV="1">
              <a:off x="8535005" y="3577112"/>
              <a:ext cx="230595" cy="309087"/>
            </a:xfrm>
            <a:prstGeom prst="curvedConnector3">
              <a:avLst>
                <a:gd name="adj1" fmla="val 50000"/>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cxnSp>
      </p:grpSp>
      <p:sp>
        <p:nvSpPr>
          <p:cNvPr id="89" name="Rounded Rectangle 88"/>
          <p:cNvSpPr/>
          <p:nvPr/>
        </p:nvSpPr>
        <p:spPr bwMode="auto">
          <a:xfrm>
            <a:off x="3271043" y="1522535"/>
            <a:ext cx="2590801" cy="2486055"/>
          </a:xfrm>
          <a:prstGeom prst="roundRect">
            <a:avLst/>
          </a:prstGeom>
          <a:solidFill>
            <a:schemeClr val="accent1">
              <a:lumMod val="75000"/>
            </a:schemeClr>
          </a:solidFill>
          <a:ln w="25400" cap="flat" cmpd="sng" algn="ctr">
            <a:solidFill>
              <a:srgbClr val="4F81BD"/>
            </a:solidFill>
            <a:prstDash val="solid"/>
            <a:headEnd type="none" w="med" len="med"/>
            <a:tailEnd type="none" w="med" len="med"/>
          </a:ln>
          <a:effectLst/>
        </p:spPr>
        <p:txBody>
          <a:bodyPr vert="horz" wrap="square" lIns="54000" tIns="45720" rIns="54000" bIns="45720" numCol="1" rtlCol="0" anchor="t" anchorCtr="0" compatLnSpc="1">
            <a:prstTxWarp prst="textNoShape">
              <a:avLst/>
            </a:prstTxWarp>
            <a:normAutofit/>
          </a:bodyPr>
          <a:lstStyle/>
          <a:p>
            <a:pPr marL="266700" marR="0" lvl="0" indent="0" defTabSz="1019175" eaLnBrk="1" fontAlgn="base" latinLnBrk="0" hangingPunct="1">
              <a:lnSpc>
                <a:spcPct val="100000"/>
              </a:lnSpc>
              <a:spcBef>
                <a:spcPts val="600"/>
              </a:spcBef>
              <a:spcAft>
                <a:spcPts val="600"/>
              </a:spcAft>
              <a:buClrTx/>
              <a:buSzTx/>
              <a:buFontTx/>
              <a:buNone/>
              <a:tabLst/>
              <a:defRPr/>
            </a:pPr>
            <a:r>
              <a:rPr kumimoji="0" lang="en-GB" sz="1800" b="1" i="0" u="none" strike="noStrike" kern="0" cap="none" spc="0" normalizeH="0" baseline="0" noProof="0" dirty="0" smtClean="0">
                <a:ln>
                  <a:noFill/>
                </a:ln>
                <a:solidFill>
                  <a:schemeClr val="bg1"/>
                </a:solidFill>
                <a:effectLst/>
                <a:uLnTx/>
                <a:uFillTx/>
                <a:latin typeface="Calibri"/>
                <a:ea typeface="+mn-ea"/>
                <a:cs typeface="Arial" charset="0"/>
              </a:rPr>
              <a:t>Wie kann ich Technologie nutzen, um...</a:t>
            </a:r>
          </a:p>
          <a:p>
            <a:pPr marL="285750" marR="0" lvl="0" indent="-285750" defTabSz="1019175" eaLnBrk="1" fontAlgn="base" latinLnBrk="0" hangingPunct="1">
              <a:lnSpc>
                <a:spcPct val="100000"/>
              </a:lnSpc>
              <a:spcBef>
                <a:spcPts val="600"/>
              </a:spcBef>
              <a:spcAft>
                <a:spcPts val="600"/>
              </a:spcAft>
              <a:buClrTx/>
              <a:buSzTx/>
              <a:buFont typeface="Wingdings" pitchFamily="2" charset="2"/>
              <a:buChar char="ü"/>
              <a:tabLst/>
              <a:defRPr/>
            </a:pPr>
            <a:r>
              <a:rPr kumimoji="0" lang="en-GB" sz="1400" b="0" i="0" u="none" strike="noStrike" kern="0" cap="none" spc="0" normalizeH="0" baseline="0" noProof="0" dirty="0" smtClean="0">
                <a:ln>
                  <a:noFill/>
                </a:ln>
                <a:solidFill>
                  <a:schemeClr val="bg1"/>
                </a:solidFill>
                <a:effectLst/>
                <a:uLnTx/>
                <a:uFillTx/>
                <a:latin typeface="Calibri"/>
                <a:ea typeface="+mn-ea"/>
                <a:cs typeface="+mn-cs"/>
              </a:rPr>
              <a:t>Den Service zu verbessern?</a:t>
            </a:r>
          </a:p>
          <a:p>
            <a:pPr marL="285750" marR="0" lvl="0" indent="-285750" defTabSz="1019175" eaLnBrk="1" fontAlgn="base" latinLnBrk="0" hangingPunct="1">
              <a:lnSpc>
                <a:spcPct val="100000"/>
              </a:lnSpc>
              <a:spcBef>
                <a:spcPts val="600"/>
              </a:spcBef>
              <a:spcAft>
                <a:spcPts val="600"/>
              </a:spcAft>
              <a:buClrTx/>
              <a:buSzTx/>
              <a:buFont typeface="Wingdings" pitchFamily="2" charset="2"/>
              <a:buChar char="ü"/>
              <a:tabLst/>
              <a:defRPr/>
            </a:pPr>
            <a:r>
              <a:rPr kumimoji="0" lang="en-GB" sz="1400" b="0" i="0" u="none" strike="noStrike" kern="0" cap="none" spc="0" normalizeH="0" baseline="0" noProof="0" dirty="0" smtClean="0">
                <a:ln>
                  <a:noFill/>
                </a:ln>
                <a:solidFill>
                  <a:schemeClr val="bg1"/>
                </a:solidFill>
                <a:effectLst/>
                <a:uLnTx/>
                <a:uFillTx/>
                <a:latin typeface="Calibri"/>
                <a:ea typeface="+mn-ea"/>
                <a:cs typeface="+mn-cs"/>
              </a:rPr>
              <a:t>Kosten zu steuern?</a:t>
            </a:r>
          </a:p>
          <a:p>
            <a:pPr marL="285750" marR="0" lvl="0" indent="-285750" defTabSz="1019175" eaLnBrk="1" fontAlgn="base" latinLnBrk="0" hangingPunct="1">
              <a:lnSpc>
                <a:spcPct val="100000"/>
              </a:lnSpc>
              <a:spcBef>
                <a:spcPts val="600"/>
              </a:spcBef>
              <a:spcAft>
                <a:spcPts val="600"/>
              </a:spcAft>
              <a:buClrTx/>
              <a:buSzTx/>
              <a:buFont typeface="Wingdings" pitchFamily="2" charset="2"/>
              <a:buChar char="ü"/>
              <a:tabLst/>
              <a:defRPr/>
            </a:pPr>
            <a:r>
              <a:rPr kumimoji="0" lang="en-GB" sz="1400" b="0" i="0" u="none" strike="noStrike" kern="0" cap="none" spc="0" normalizeH="0" baseline="0" noProof="0" dirty="0" smtClean="0">
                <a:ln>
                  <a:noFill/>
                </a:ln>
                <a:solidFill>
                  <a:schemeClr val="bg1"/>
                </a:solidFill>
                <a:effectLst/>
                <a:uLnTx/>
                <a:uFillTx/>
                <a:latin typeface="Calibri"/>
                <a:ea typeface="+mn-ea"/>
                <a:cs typeface="+mn-cs"/>
              </a:rPr>
              <a:t>Den Betrieb zu kontrollieren?</a:t>
            </a:r>
          </a:p>
          <a:p>
            <a:pPr marL="285750" marR="0" lvl="0" indent="-285750" defTabSz="1019175" eaLnBrk="1" fontAlgn="base" latinLnBrk="0" hangingPunct="1">
              <a:lnSpc>
                <a:spcPct val="100000"/>
              </a:lnSpc>
              <a:spcBef>
                <a:spcPts val="600"/>
              </a:spcBef>
              <a:spcAft>
                <a:spcPts val="600"/>
              </a:spcAft>
              <a:buClrTx/>
              <a:buSzTx/>
              <a:buFont typeface="Wingdings" pitchFamily="2" charset="2"/>
              <a:buChar char="ü"/>
              <a:tabLst/>
              <a:defRPr/>
            </a:pPr>
            <a:r>
              <a:rPr kumimoji="0" lang="en-GB" sz="1400" b="0" i="0" u="none" strike="noStrike" kern="0" cap="none" spc="0" normalizeH="0" baseline="0" noProof="0" dirty="0" smtClean="0">
                <a:ln>
                  <a:noFill/>
                </a:ln>
                <a:solidFill>
                  <a:schemeClr val="bg1"/>
                </a:solidFill>
                <a:effectLst/>
                <a:uLnTx/>
                <a:uFillTx/>
                <a:latin typeface="Calibri"/>
                <a:ea typeface="+mn-ea"/>
                <a:cs typeface="+mn-cs"/>
              </a:rPr>
              <a:t>Zusammenzuarbeiten?</a:t>
            </a:r>
          </a:p>
          <a:p>
            <a:pPr marL="1200150" marR="0" lvl="2" indent="-285750" defTabSz="1019175" eaLnBrk="1" fontAlgn="base" latinLnBrk="0" hangingPunct="1">
              <a:lnSpc>
                <a:spcPct val="100000"/>
              </a:lnSpc>
              <a:spcBef>
                <a:spcPts val="600"/>
              </a:spcBef>
              <a:spcAft>
                <a:spcPts val="600"/>
              </a:spcAft>
              <a:buClrTx/>
              <a:buSzTx/>
              <a:buFont typeface="Wingdings" pitchFamily="2" charset="2"/>
              <a:buChar char="ü"/>
              <a:tabLst/>
              <a:defRPr/>
            </a:pPr>
            <a:endParaRPr kumimoji="0" lang="en-GB" sz="1400" b="0" i="0" u="none" strike="noStrike" kern="0" cap="none" spc="0" normalizeH="0" baseline="0" noProof="0" dirty="0" smtClean="0">
              <a:ln>
                <a:noFill/>
              </a:ln>
              <a:solidFill>
                <a:schemeClr val="bg1"/>
              </a:solidFill>
              <a:effectLst/>
              <a:uLnTx/>
              <a:uFillTx/>
              <a:latin typeface="Calibri"/>
              <a:ea typeface="+mn-ea"/>
              <a:cs typeface="+mn-cs"/>
            </a:endParaRPr>
          </a:p>
          <a:p>
            <a:pPr marL="0" marR="0" lvl="0" indent="0" defTabSz="1019175" eaLnBrk="1" fontAlgn="base" latinLnBrk="0" hangingPunct="1">
              <a:lnSpc>
                <a:spcPct val="100000"/>
              </a:lnSpc>
              <a:spcBef>
                <a:spcPts val="600"/>
              </a:spcBef>
              <a:spcAft>
                <a:spcPts val="600"/>
              </a:spcAft>
              <a:buClrTx/>
              <a:buSzTx/>
              <a:buFontTx/>
              <a:buNone/>
              <a:tabLst/>
              <a:defRPr/>
            </a:pPr>
            <a:endParaRPr kumimoji="0" lang="en-GB" sz="1800" b="0" i="0" u="none" strike="noStrike" kern="0" cap="none" spc="0" normalizeH="0" baseline="0" noProof="0" dirty="0" smtClean="0">
              <a:ln>
                <a:noFill/>
              </a:ln>
              <a:solidFill>
                <a:schemeClr val="bg1"/>
              </a:solidFill>
              <a:effectLst/>
              <a:uLnTx/>
              <a:uFillTx/>
              <a:latin typeface="Calibri"/>
              <a:ea typeface="+mn-ea"/>
              <a:cs typeface="Arial" charset="0"/>
            </a:endParaRPr>
          </a:p>
        </p:txBody>
      </p:sp>
      <p:pic>
        <p:nvPicPr>
          <p:cNvPr id="90" name="Picture 2" descr="http://1.bp.blogspot.com/-KIrts9tKr-E/UtjYITlwFII/AAAAAAAAMfY/_4JcocU8XFc/s1600/logo-internet-sem-fio.png">
            <a:hlinkClick r:id="rId6"/>
          </p:cNvPr>
          <p:cNvPicPr>
            <a:picLocks noChangeAspect="1" noChangeArrowheads="1"/>
          </p:cNvPicPr>
          <p:nvPr/>
        </p:nvPicPr>
        <p:blipFill>
          <a:blip r:embed="rId7" cstate="print">
            <a:duotone>
              <a:srgbClr val="8064A2">
                <a:shade val="45000"/>
                <a:satMod val="135000"/>
              </a:srgbClr>
              <a:prstClr val="white"/>
            </a:duotone>
            <a:extLst>
              <a:ext uri="{BEBA8EAE-BF5A-486C-A8C5-ECC9F3942E4B}">
                <a14:imgProps xmlns:a14="http://schemas.microsoft.com/office/drawing/2010/main">
                  <a14:imgLayer r:embed="rId8">
                    <a14:imgEffect>
                      <a14:saturation sat="66000"/>
                    </a14:imgEffect>
                  </a14:imgLayer>
                </a14:imgProps>
              </a:ext>
              <a:ext uri="{28A0092B-C50C-407E-A947-70E740481C1C}">
                <a14:useLocalDpi xmlns:a14="http://schemas.microsoft.com/office/drawing/2010/main" val="0"/>
              </a:ext>
            </a:extLst>
          </a:blip>
          <a:srcRect/>
          <a:stretch>
            <a:fillRect/>
          </a:stretch>
        </p:blipFill>
        <p:spPr bwMode="auto">
          <a:xfrm>
            <a:off x="1971881" y="3884674"/>
            <a:ext cx="1071644" cy="875585"/>
          </a:xfrm>
          <a:prstGeom prst="rect">
            <a:avLst/>
          </a:prstGeom>
          <a:noFill/>
          <a:extLst>
            <a:ext uri="{909E8E84-426E-40DD-AFC4-6F175D3DCCD1}">
              <a14:hiddenFill xmlns:a14="http://schemas.microsoft.com/office/drawing/2010/main">
                <a:solidFill>
                  <a:srgbClr val="FFFFFF"/>
                </a:solidFill>
              </a14:hiddenFill>
            </a:ext>
          </a:extLst>
        </p:spPr>
      </p:pic>
      <p:sp>
        <p:nvSpPr>
          <p:cNvPr id="91" name="TextBox 90"/>
          <p:cNvSpPr txBox="1"/>
          <p:nvPr/>
        </p:nvSpPr>
        <p:spPr>
          <a:xfrm>
            <a:off x="1587936" y="4684059"/>
            <a:ext cx="1944216" cy="369332"/>
          </a:xfrm>
          <a:prstGeom prst="rect">
            <a:avLst/>
          </a:prstGeom>
          <a:noFill/>
        </p:spPr>
        <p:txBody>
          <a:bodyPr wrap="square" rtlCol="0">
            <a:spAutoFit/>
          </a:bodyPr>
          <a:lstStyle/>
          <a:p>
            <a:pPr algn="ctr">
              <a:defRPr/>
            </a:pPr>
            <a:r>
              <a:rPr lang="en-US" b="1" kern="0" dirty="0" smtClean="0">
                <a:latin typeface="Calibri"/>
              </a:rPr>
              <a:t>Internet of Things</a:t>
            </a:r>
            <a:endParaRPr lang="en-US" b="1" kern="0" dirty="0">
              <a:latin typeface="Calibri"/>
            </a:endParaRPr>
          </a:p>
        </p:txBody>
      </p:sp>
      <p:pic>
        <p:nvPicPr>
          <p:cNvPr id="92" name="Picture 2" descr="C:\Program Files\Microsoft Office\MEDIA\CAGCAT10\j0222015.wmf"/>
          <p:cNvPicPr>
            <a:picLocks noChangeAspect="1" noChangeArrowheads="1"/>
          </p:cNvPicPr>
          <p:nvPr/>
        </p:nvPicPr>
        <p:blipFill>
          <a:blip r:embed="rId9" cstate="print">
            <a:duotone>
              <a:srgbClr val="8064A2">
                <a:shade val="45000"/>
                <a:satMod val="135000"/>
              </a:srgbClr>
              <a:prstClr val="white"/>
            </a:duotone>
            <a:extLst>
              <a:ext uri="{28A0092B-C50C-407E-A947-70E740481C1C}">
                <a14:useLocalDpi xmlns:a14="http://schemas.microsoft.com/office/drawing/2010/main" val="0"/>
              </a:ext>
            </a:extLst>
          </a:blip>
          <a:srcRect/>
          <a:stretch>
            <a:fillRect/>
          </a:stretch>
        </p:blipFill>
        <p:spPr bwMode="auto">
          <a:xfrm>
            <a:off x="6027736" y="3999299"/>
            <a:ext cx="816999" cy="819936"/>
          </a:xfrm>
          <a:prstGeom prst="rect">
            <a:avLst/>
          </a:prstGeom>
          <a:solidFill>
            <a:sysClr val="window" lastClr="FFFFFF"/>
          </a:solidFill>
        </p:spPr>
      </p:pic>
      <p:sp>
        <p:nvSpPr>
          <p:cNvPr id="93" name="TextBox 92"/>
          <p:cNvSpPr txBox="1"/>
          <p:nvPr/>
        </p:nvSpPr>
        <p:spPr>
          <a:xfrm>
            <a:off x="5220073" y="4714084"/>
            <a:ext cx="2322811" cy="369332"/>
          </a:xfrm>
          <a:prstGeom prst="rect">
            <a:avLst/>
          </a:prstGeom>
          <a:noFill/>
        </p:spPr>
        <p:txBody>
          <a:bodyPr wrap="square" rtlCol="0">
            <a:spAutoFit/>
          </a:bodyPr>
          <a:lstStyle/>
          <a:p>
            <a:pPr algn="ctr">
              <a:defRPr/>
            </a:pPr>
            <a:r>
              <a:rPr lang="en-US" b="1" kern="0" dirty="0" smtClean="0">
                <a:latin typeface="Calibri"/>
              </a:rPr>
              <a:t>Internettransaktionen</a:t>
            </a:r>
            <a:endParaRPr lang="en-US" b="1" kern="0" dirty="0">
              <a:latin typeface="Calibri"/>
            </a:endParaRPr>
          </a:p>
        </p:txBody>
      </p:sp>
      <p:cxnSp>
        <p:nvCxnSpPr>
          <p:cNvPr id="94" name="Straight Connector 93"/>
          <p:cNvCxnSpPr/>
          <p:nvPr/>
        </p:nvCxnSpPr>
        <p:spPr bwMode="auto">
          <a:xfrm flipH="1" flipV="1">
            <a:off x="5220073" y="4008590"/>
            <a:ext cx="641773" cy="473853"/>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spTree>
    <p:extLst>
      <p:ext uri="{BB962C8B-B14F-4D97-AF65-F5344CB8AC3E}">
        <p14:creationId xmlns:p14="http://schemas.microsoft.com/office/powerpoint/2010/main" val="229006706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smtClean="0"/>
              <a:t>Wichtigste Trends</a:t>
            </a:r>
            <a:endParaRPr lang="en-GB" dirty="0"/>
          </a:p>
        </p:txBody>
      </p:sp>
      <p:sp>
        <p:nvSpPr>
          <p:cNvPr id="3" name="Cloud Callout 2"/>
          <p:cNvSpPr/>
          <p:nvPr/>
        </p:nvSpPr>
        <p:spPr>
          <a:xfrm>
            <a:off x="123824" y="371751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Personalisierung</a:t>
            </a:r>
            <a:endParaRPr lang="en-GB" sz="1600" dirty="0"/>
          </a:p>
        </p:txBody>
      </p:sp>
      <p:sp>
        <p:nvSpPr>
          <p:cNvPr id="5" name="Cloud Callout 4"/>
          <p:cNvSpPr/>
          <p:nvPr/>
        </p:nvSpPr>
        <p:spPr>
          <a:xfrm>
            <a:off x="6753224" y="1910215"/>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Automatisierung</a:t>
            </a:r>
            <a:endParaRPr lang="en-GB" sz="1600" dirty="0"/>
          </a:p>
        </p:txBody>
      </p:sp>
      <p:sp>
        <p:nvSpPr>
          <p:cNvPr id="6" name="Cloud Callout 5"/>
          <p:cNvSpPr/>
          <p:nvPr/>
        </p:nvSpPr>
        <p:spPr>
          <a:xfrm>
            <a:off x="5519737" y="605290"/>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Geschwindigkeit und Agilität</a:t>
            </a:r>
            <a:endParaRPr lang="en-GB" sz="1600" dirty="0"/>
          </a:p>
        </p:txBody>
      </p:sp>
      <p:sp>
        <p:nvSpPr>
          <p:cNvPr id="7" name="Cloud Callout 6"/>
          <p:cNvSpPr/>
          <p:nvPr/>
        </p:nvSpPr>
        <p:spPr>
          <a:xfrm>
            <a:off x="4099560" y="196822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Skalierbarkeit</a:t>
            </a:r>
            <a:endParaRPr lang="en-GB" sz="1600" dirty="0"/>
          </a:p>
        </p:txBody>
      </p:sp>
      <p:sp>
        <p:nvSpPr>
          <p:cNvPr id="8" name="Cloud Callout 7"/>
          <p:cNvSpPr/>
          <p:nvPr/>
        </p:nvSpPr>
        <p:spPr>
          <a:xfrm>
            <a:off x="2433637" y="896574"/>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On-Premise vs. Cloud</a:t>
            </a:r>
            <a:endParaRPr lang="en-GB" sz="1600" dirty="0"/>
          </a:p>
        </p:txBody>
      </p:sp>
      <p:sp>
        <p:nvSpPr>
          <p:cNvPr id="10" name="Cloud Callout 9"/>
          <p:cNvSpPr/>
          <p:nvPr/>
        </p:nvSpPr>
        <p:spPr>
          <a:xfrm>
            <a:off x="5886450" y="3460342"/>
            <a:ext cx="24288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Best-of-Breed vs. Einzelplattformlösung</a:t>
            </a:r>
            <a:endParaRPr lang="en-GB" sz="1600" dirty="0"/>
          </a:p>
        </p:txBody>
      </p:sp>
      <p:sp>
        <p:nvSpPr>
          <p:cNvPr id="11" name="Cloud Callout 10"/>
          <p:cNvSpPr/>
          <p:nvPr/>
        </p:nvSpPr>
        <p:spPr>
          <a:xfrm>
            <a:off x="1712594" y="2385241"/>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Innovation</a:t>
            </a:r>
            <a:endParaRPr lang="en-GB" sz="1600" dirty="0"/>
          </a:p>
        </p:txBody>
      </p:sp>
      <p:sp>
        <p:nvSpPr>
          <p:cNvPr id="12" name="Cloud Callout 11"/>
          <p:cNvSpPr/>
          <p:nvPr/>
        </p:nvSpPr>
        <p:spPr>
          <a:xfrm>
            <a:off x="3395662" y="371751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Disruptoren</a:t>
            </a:r>
            <a:endParaRPr lang="en-GB" sz="1600" dirty="0"/>
          </a:p>
        </p:txBody>
      </p:sp>
      <p:sp>
        <p:nvSpPr>
          <p:cNvPr id="14" name="Cloud Callout 13"/>
          <p:cNvSpPr/>
          <p:nvPr/>
        </p:nvSpPr>
        <p:spPr>
          <a:xfrm>
            <a:off x="123825" y="119860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Zugänglichkeit  „Benutzerfreundlichkeit“</a:t>
            </a:r>
            <a:endParaRPr lang="en-GB" sz="1600" dirty="0"/>
          </a:p>
        </p:txBody>
      </p:sp>
    </p:spTree>
    <p:extLst>
      <p:ext uri="{BB962C8B-B14F-4D97-AF65-F5344CB8AC3E}">
        <p14:creationId xmlns:p14="http://schemas.microsoft.com/office/powerpoint/2010/main" val="47169580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normAutofit/>
          </a:bodyPr>
          <a:lstStyle/>
          <a:p>
            <a:r>
              <a:rPr lang="en-US" sz="3200" dirty="0" smtClean="0"/>
              <a:t>Wie können digitale Werkzeuge meiner </a:t>
            </a:r>
            <a:r>
              <a:rPr lang="en-US" sz="3200" dirty="0" err="1" smtClean="0"/>
              <a:t>Organisation</a:t>
            </a:r>
            <a:r>
              <a:rPr lang="en-US" sz="3200" dirty="0" smtClean="0"/>
              <a:t> helfen, unsere Ziele zu erreichen?</a:t>
            </a:r>
            <a:endParaRPr lang="en-US" sz="3200" dirty="0"/>
          </a:p>
        </p:txBody>
      </p:sp>
    </p:spTree>
    <p:extLst>
      <p:ext uri="{BB962C8B-B14F-4D97-AF65-F5344CB8AC3E}">
        <p14:creationId xmlns:p14="http://schemas.microsoft.com/office/powerpoint/2010/main" val="184347109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smtClean="0"/>
              <a:t>IT-Strategie</a:t>
            </a:r>
            <a:endParaRPr lang="en-GB" dirty="0"/>
          </a:p>
        </p:txBody>
      </p:sp>
    </p:spTree>
    <p:extLst>
      <p:ext uri="{BB962C8B-B14F-4D97-AF65-F5344CB8AC3E}">
        <p14:creationId xmlns:p14="http://schemas.microsoft.com/office/powerpoint/2010/main" val="112587863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normAutofit fontScale="92500" lnSpcReduction="10000"/>
          </a:bodyPr>
          <a:lstStyle/>
          <a:p>
            <a:r>
              <a:rPr lang="en-US" i="1" dirty="0" smtClean="0"/>
              <a:t>…[</a:t>
            </a:r>
            <a:r>
              <a:rPr lang="en-US" i="1" dirty="0"/>
              <a:t>digitale] Technologien wie soziale Medien, Mobilität und Datenanalytik sind keine Ziele, die es </a:t>
            </a:r>
            <a:r>
              <a:rPr lang="en-US" i="1" dirty="0" smtClean="0"/>
              <a:t>zu erreichen gilt…[</a:t>
            </a:r>
            <a:r>
              <a:rPr lang="en-US" i="1" dirty="0"/>
              <a:t>sondern] sind Werkzeuge, um Kunden näher zu kommen, Mitarbeitende zu befähigen und interne Geschäfts</a:t>
            </a:r>
            <a:r>
              <a:rPr lang="en-US" i="1" dirty="0" smtClean="0"/>
              <a:t>prozesse zu transformieren </a:t>
            </a:r>
            <a:endParaRPr lang="en-US" i="1" dirty="0"/>
          </a:p>
        </p:txBody>
      </p:sp>
      <p:sp>
        <p:nvSpPr>
          <p:cNvPr id="3" name="Text Placeholder 6"/>
          <p:cNvSpPr txBox="1">
            <a:spLocks/>
          </p:cNvSpPr>
          <p:nvPr/>
        </p:nvSpPr>
        <p:spPr>
          <a:xfrm>
            <a:off x="2791883" y="3328989"/>
            <a:ext cx="3776133" cy="71300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buNone/>
            </a:pPr>
            <a:r>
              <a:rPr lang="en-US" sz="1400" b="1" dirty="0" err="1" smtClean="0">
                <a:solidFill>
                  <a:schemeClr val="bg1"/>
                </a:solidFill>
              </a:rPr>
              <a:t>Westman</a:t>
            </a:r>
            <a:r>
              <a:rPr lang="en-US" sz="1400" b="1" dirty="0">
                <a:solidFill>
                  <a:schemeClr val="bg1"/>
                </a:solidFill>
              </a:rPr>
              <a:t>, Bonnie und </a:t>
            </a:r>
            <a:r>
              <a:rPr lang="en-US" sz="1400" b="1" dirty="0" smtClean="0">
                <a:solidFill>
                  <a:schemeClr val="bg1"/>
                </a:solidFill>
              </a:rPr>
              <a:t>McAfee</a:t>
            </a:r>
            <a:r>
              <a:rPr lang="en-US" sz="1400" dirty="0" smtClean="0">
                <a:solidFill>
                  <a:schemeClr val="bg1"/>
                </a:solidFill>
              </a:rPr>
              <a:t>, </a:t>
            </a:r>
            <a:r>
              <a:rPr lang="en-US" sz="1400" dirty="0" smtClean="0">
                <a:solidFill>
                  <a:schemeClr val="bg1"/>
                </a:solidFill>
                <a:latin typeface="+mj-lt"/>
              </a:rPr>
              <a:t>„</a:t>
            </a:r>
            <a:r>
              <a:rPr lang="en-US" sz="1400" i="1" dirty="0" smtClean="0">
                <a:solidFill>
                  <a:schemeClr val="bg1"/>
                </a:solidFill>
                <a:latin typeface="+mj-lt"/>
              </a:rPr>
              <a:t>Leading Digital: Turning Technology into Business Transformation</a:t>
            </a:r>
            <a:r>
              <a:rPr lang="en-US" sz="1400" dirty="0" smtClean="0">
                <a:solidFill>
                  <a:schemeClr val="bg1"/>
                </a:solidFill>
                <a:latin typeface="+mj-lt"/>
              </a:rPr>
              <a:t>“ (</a:t>
            </a:r>
            <a:r>
              <a:rPr lang="en-US" sz="1400" dirty="0">
                <a:solidFill>
                  <a:schemeClr val="bg1"/>
                </a:solidFill>
                <a:latin typeface="+mj-lt"/>
              </a:rPr>
              <a:t>HBR, 2014) </a:t>
            </a:r>
            <a:endParaRPr lang="en-GB" sz="1400" dirty="0">
              <a:solidFill>
                <a:schemeClr val="bg1"/>
              </a:solidFill>
              <a:latin typeface="+mj-lt"/>
            </a:endParaRPr>
          </a:p>
        </p:txBody>
      </p:sp>
    </p:spTree>
    <p:extLst>
      <p:ext uri="{BB962C8B-B14F-4D97-AF65-F5344CB8AC3E}">
        <p14:creationId xmlns:p14="http://schemas.microsoft.com/office/powerpoint/2010/main" val="344308743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smtClean="0"/>
              <a:t>Traditionelle Säulen der IT-Strategie</a:t>
            </a:r>
            <a:endParaRPr lang="en-GB" dirty="0"/>
          </a:p>
        </p:txBody>
      </p:sp>
      <p:grpSp>
        <p:nvGrpSpPr>
          <p:cNvPr id="33" name="Group 32"/>
          <p:cNvGrpSpPr/>
          <p:nvPr/>
        </p:nvGrpSpPr>
        <p:grpSpPr>
          <a:xfrm>
            <a:off x="1917080" y="1389923"/>
            <a:ext cx="5344781" cy="2554104"/>
            <a:chOff x="1895856" y="1088136"/>
            <a:chExt cx="6312408" cy="4584193"/>
          </a:xfrm>
          <a:solidFill>
            <a:srgbClr val="FFFFFF">
              <a:lumMod val="75000"/>
            </a:srgbClr>
          </a:solidFill>
        </p:grpSpPr>
        <p:sp>
          <p:nvSpPr>
            <p:cNvPr id="34" name="Isosceles Triangle 33"/>
            <p:cNvSpPr/>
            <p:nvPr/>
          </p:nvSpPr>
          <p:spPr bwMode="auto">
            <a:xfrm>
              <a:off x="3680460" y="1088136"/>
              <a:ext cx="2743200" cy="1828800"/>
            </a:xfrm>
            <a:prstGeom prst="triangle">
              <a:avLst/>
            </a:prstGeom>
            <a:solidFill>
              <a:schemeClr val="accent1"/>
            </a:solidFill>
            <a:ln w="9525" cap="flat" cmpd="sng" algn="ctr">
              <a:noFill/>
              <a:prstDash val="solid"/>
              <a:round/>
              <a:headEnd type="none" w="med" len="med"/>
              <a:tailEnd type="none" w="med" len="med"/>
            </a:ln>
            <a:effectLst/>
            <a:scene3d>
              <a:camera prst="orthographicFront">
                <a:rot lat="0" lon="0" rev="0"/>
              </a:camera>
              <a:lightRig rig="contrasting" dir="t">
                <a:rot lat="0" lon="0" rev="7800000"/>
              </a:lightRig>
            </a:scene3d>
            <a:sp3d>
              <a:bevelT w="139700" h="139700"/>
            </a:sp3d>
          </p:spPr>
          <p:txBody>
            <a:bodyPr wrap="none" lIns="0" tIns="0" rIns="0" bIns="0"/>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1" i="0" u="none" strike="noStrike" kern="0" cap="none" spc="0" normalizeH="0" baseline="0" noProof="0" dirty="0">
                <a:ln>
                  <a:noFill/>
                </a:ln>
                <a:solidFill>
                  <a:srgbClr val="FFFFFF">
                    <a:lumMod val="95000"/>
                  </a:srgbClr>
                </a:solidFill>
                <a:effectLst/>
                <a:uLnTx/>
                <a:uFillTx/>
              </a:endParaRPr>
            </a:p>
          </p:txBody>
        </p:sp>
        <p:sp>
          <p:nvSpPr>
            <p:cNvPr id="35" name="Isosceles Triangle 34"/>
            <p:cNvSpPr/>
            <p:nvPr/>
          </p:nvSpPr>
          <p:spPr bwMode="auto">
            <a:xfrm>
              <a:off x="5465064" y="3819144"/>
              <a:ext cx="2743200" cy="1828800"/>
            </a:xfrm>
            <a:prstGeom prst="triangle">
              <a:avLst/>
            </a:prstGeom>
            <a:solidFill>
              <a:schemeClr val="accent1"/>
            </a:solidFill>
            <a:ln w="9525" cap="flat" cmpd="sng" algn="ctr">
              <a:noFill/>
              <a:prstDash val="solid"/>
              <a:round/>
              <a:headEnd type="none" w="med" len="med"/>
              <a:tailEnd type="none" w="med" len="med"/>
            </a:ln>
            <a:effectLst/>
            <a:scene3d>
              <a:camera prst="orthographicFront">
                <a:rot lat="0" lon="0" rev="0"/>
              </a:camera>
              <a:lightRig rig="contrasting" dir="t">
                <a:rot lat="0" lon="0" rev="7800000"/>
              </a:lightRig>
            </a:scene3d>
            <a:sp3d>
              <a:bevelT w="139700" h="139700"/>
            </a:sp3d>
          </p:spPr>
          <p:txBody>
            <a:bodyPr wrap="none" lIns="0" tIns="0" rIns="0" bIns="0"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r>
                <a:rPr kumimoji="0" lang="en-US" sz="1200" b="1" i="0" u="none" strike="noStrike" kern="0" cap="none" spc="0" normalizeH="0" baseline="0" noProof="0" dirty="0">
                  <a:ln>
                    <a:noFill/>
                  </a:ln>
                  <a:solidFill>
                    <a:srgbClr val="FFFFFF">
                      <a:lumMod val="95000"/>
                    </a:srgbClr>
                  </a:solidFill>
                  <a:effectLst/>
                  <a:uLnTx/>
                  <a:uFillTx/>
                </a:rPr>
                <a:t>IT-Personal </a:t>
              </a:r>
            </a:p>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r>
                <a:rPr lang="en-US" sz="1200" b="1" kern="0" dirty="0" smtClean="0">
                  <a:solidFill>
                    <a:srgbClr val="FFFFFF">
                      <a:lumMod val="95000"/>
                    </a:srgbClr>
                  </a:solidFill>
                </a:rPr>
                <a:t>und</a:t>
              </a:r>
              <a:r>
                <a:rPr kumimoji="0" lang="en-US" sz="1200" b="1" i="0" u="none" strike="noStrike" kern="0" cap="none" spc="0" normalizeH="0" baseline="0" noProof="0" dirty="0" smtClean="0">
                  <a:ln>
                    <a:noFill/>
                  </a:ln>
                  <a:solidFill>
                    <a:srgbClr val="FFFFFF">
                      <a:lumMod val="95000"/>
                    </a:srgbClr>
                  </a:solidFill>
                  <a:effectLst/>
                  <a:uLnTx/>
                  <a:uFillTx/>
                </a:rPr>
                <a:t> </a:t>
              </a:r>
              <a:r>
                <a:rPr kumimoji="0" lang="en-US" sz="1200" b="1" i="0" u="none" strike="noStrike" kern="0" cap="none" spc="0" normalizeH="0" baseline="0" noProof="0" dirty="0">
                  <a:ln>
                    <a:noFill/>
                  </a:ln>
                  <a:solidFill>
                    <a:srgbClr val="FFFFFF">
                      <a:lumMod val="95000"/>
                    </a:srgbClr>
                  </a:solidFill>
                  <a:effectLst/>
                  <a:uLnTx/>
                  <a:uFillTx/>
                </a:rPr>
                <a:t>Support</a:t>
              </a:r>
            </a:p>
          </p:txBody>
        </p:sp>
        <p:sp>
          <p:nvSpPr>
            <p:cNvPr id="36" name="Isosceles Triangle 35"/>
            <p:cNvSpPr/>
            <p:nvPr/>
          </p:nvSpPr>
          <p:spPr bwMode="auto">
            <a:xfrm>
              <a:off x="1895856" y="3843528"/>
              <a:ext cx="2743200" cy="1828801"/>
            </a:xfrm>
            <a:prstGeom prst="triangle">
              <a:avLst/>
            </a:prstGeom>
            <a:solidFill>
              <a:schemeClr val="accent1"/>
            </a:solidFill>
            <a:ln w="9525" cap="flat" cmpd="sng" algn="ctr">
              <a:noFill/>
              <a:prstDash val="solid"/>
              <a:round/>
              <a:headEnd type="none" w="med" len="med"/>
              <a:tailEnd type="none" w="med" len="med"/>
            </a:ln>
            <a:effectLst/>
            <a:scene3d>
              <a:camera prst="orthographicFront">
                <a:rot lat="0" lon="0" rev="0"/>
              </a:camera>
              <a:lightRig rig="contrasting" dir="t">
                <a:rot lat="0" lon="0" rev="7800000"/>
              </a:lightRig>
            </a:scene3d>
            <a:sp3d>
              <a:bevelT w="139700" h="139700"/>
            </a:sp3d>
          </p:spPr>
          <p:txBody>
            <a:bodyPr wrap="none" lIns="0" tIns="0" rIns="0" bIns="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FFFFFF">
                      <a:lumMod val="95000"/>
                    </a:srgbClr>
                  </a:solidFill>
                  <a:effectLst/>
                  <a:uLnTx/>
                  <a:uFillTx/>
                  <a:cs typeface="Arial" pitchFamily="34" charset="0"/>
                </a:rPr>
                <a:t>Systeme, Daten</a:t>
              </a:r>
            </a:p>
            <a:p>
              <a:pPr marL="0" marR="0" lvl="0" indent="0" algn="ctr" defTabSz="914400" eaLnBrk="1" fontAlgn="auto" latinLnBrk="0" hangingPunct="1">
                <a:lnSpc>
                  <a:spcPct val="100000"/>
                </a:lnSpc>
                <a:spcBef>
                  <a:spcPts val="0"/>
                </a:spcBef>
                <a:spcAft>
                  <a:spcPts val="0"/>
                </a:spcAft>
                <a:buClrTx/>
                <a:buSzTx/>
                <a:buFontTx/>
                <a:buNone/>
                <a:tabLst/>
                <a:defRPr/>
              </a:pPr>
              <a:r>
                <a:rPr lang="en-US" sz="1200" b="1" kern="0" dirty="0" smtClean="0">
                  <a:solidFill>
                    <a:srgbClr val="FFFFFF">
                      <a:lumMod val="95000"/>
                    </a:srgbClr>
                  </a:solidFill>
                  <a:cs typeface="Arial" pitchFamily="34" charset="0"/>
                </a:rPr>
                <a:t>und</a:t>
              </a:r>
              <a:endParaRPr kumimoji="0" lang="en-US" sz="1200" b="1" i="0" u="none" strike="noStrike" kern="0" cap="none" spc="0" normalizeH="0" baseline="0" noProof="0" dirty="0">
                <a:ln>
                  <a:noFill/>
                </a:ln>
                <a:solidFill>
                  <a:srgbClr val="FFFFFF">
                    <a:lumMod val="95000"/>
                  </a:srgbClr>
                </a:solidFill>
                <a:effectLst/>
                <a:uLnTx/>
                <a:uFillTx/>
                <a:cs typeface="Arial" pitchFamily="34" charset="0"/>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FFFFFF">
                      <a:lumMod val="95000"/>
                    </a:srgbClr>
                  </a:solidFill>
                  <a:effectLst/>
                  <a:uLnTx/>
                  <a:uFillTx/>
                  <a:cs typeface="Arial" pitchFamily="34" charset="0"/>
                </a:rPr>
                <a:t>Infrastruktur</a:t>
              </a:r>
            </a:p>
          </p:txBody>
        </p:sp>
        <p:pic>
          <p:nvPicPr>
            <p:cNvPr id="37" name="Picture 4" descr="C:\Documents and Settings\bhill\Local Settings\Temporary Internet Files\Content.IE5\NVP3J1KW\MCj04348020000[1].png"/>
            <p:cNvPicPr>
              <a:picLocks noChangeAspect="1" noChangeArrowheads="1"/>
            </p:cNvPicPr>
            <p:nvPr/>
          </p:nvPicPr>
          <p:blipFill>
            <a:blip r:embed="rId2" cstate="print">
              <a:duotone>
                <a:prstClr val="black"/>
                <a:srgbClr val="0096D7">
                  <a:tint val="45000"/>
                  <a:satMod val="400000"/>
                </a:srgbClr>
              </a:duotone>
            </a:blip>
            <a:srcRect/>
            <a:stretch>
              <a:fillRect/>
            </a:stretch>
          </p:blipFill>
          <p:spPr bwMode="auto">
            <a:xfrm>
              <a:off x="4562970" y="3604970"/>
              <a:ext cx="969150" cy="969150"/>
            </a:xfrm>
            <a:prstGeom prst="rect">
              <a:avLst/>
            </a:prstGeom>
            <a:noFill/>
            <a:ln>
              <a:noFill/>
            </a:ln>
          </p:spPr>
        </p:pic>
        <p:sp>
          <p:nvSpPr>
            <p:cNvPr id="38" name="Left-Right Arrow 37"/>
            <p:cNvSpPr/>
            <p:nvPr/>
          </p:nvSpPr>
          <p:spPr bwMode="auto">
            <a:xfrm rot="5400000">
              <a:off x="4687530" y="3124016"/>
              <a:ext cx="727100" cy="322001"/>
            </a:xfrm>
            <a:prstGeom prst="leftRightArrow">
              <a:avLst/>
            </a:prstGeom>
            <a:solidFill>
              <a:srgbClr val="009CDE">
                <a:lumMod val="75000"/>
              </a:srgbClr>
            </a:solidFill>
            <a:ln w="9525" cap="flat" cmpd="sng" algn="ctr">
              <a:noFill/>
              <a:prstDash val="solid"/>
              <a:round/>
              <a:headEnd type="none" w="med" len="med"/>
              <a:tailEnd type="none" w="med" len="med"/>
            </a:ln>
            <a:effectLst/>
          </p:spPr>
          <p:txBody>
            <a:bodyPr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0" i="0" u="none" strike="noStrike" kern="0" cap="none" spc="0" normalizeH="0" baseline="0" noProof="0" dirty="0">
                <a:ln>
                  <a:noFill/>
                </a:ln>
                <a:solidFill>
                  <a:srgbClr val="0096D7"/>
                </a:solidFill>
                <a:effectLst/>
                <a:uLnTx/>
                <a:uFillTx/>
              </a:endParaRPr>
            </a:p>
          </p:txBody>
        </p:sp>
        <p:sp>
          <p:nvSpPr>
            <p:cNvPr id="41" name="Left-Right Arrow 40"/>
            <p:cNvSpPr/>
            <p:nvPr/>
          </p:nvSpPr>
          <p:spPr bwMode="auto">
            <a:xfrm rot="2221447">
              <a:off x="5489521" y="4353755"/>
              <a:ext cx="727100" cy="320040"/>
            </a:xfrm>
            <a:prstGeom prst="leftRightArrow">
              <a:avLst/>
            </a:prstGeom>
            <a:solidFill>
              <a:srgbClr val="009CDE">
                <a:lumMod val="75000"/>
              </a:srgbClr>
            </a:solidFill>
            <a:ln w="9525" cap="flat" cmpd="sng" algn="ctr">
              <a:noFill/>
              <a:prstDash val="solid"/>
              <a:round/>
              <a:headEnd type="none" w="med" len="med"/>
              <a:tailEnd type="none" w="med" len="med"/>
            </a:ln>
            <a:effectLst/>
          </p:spPr>
          <p:txBody>
            <a:bodyPr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0" i="0" u="none" strike="noStrike" kern="0" cap="none" spc="0" normalizeH="0" baseline="0" noProof="0" dirty="0">
                <a:ln>
                  <a:noFill/>
                </a:ln>
                <a:solidFill>
                  <a:srgbClr val="0096D7"/>
                </a:solidFill>
                <a:effectLst/>
                <a:uLnTx/>
                <a:uFillTx/>
              </a:endParaRPr>
            </a:p>
          </p:txBody>
        </p:sp>
        <p:sp>
          <p:nvSpPr>
            <p:cNvPr id="44" name="Left-Right Arrow 43"/>
            <p:cNvSpPr/>
            <p:nvPr/>
          </p:nvSpPr>
          <p:spPr bwMode="auto">
            <a:xfrm rot="19533541">
              <a:off x="3916131" y="4353754"/>
              <a:ext cx="727100" cy="320040"/>
            </a:xfrm>
            <a:prstGeom prst="leftRightArrow">
              <a:avLst/>
            </a:prstGeom>
            <a:solidFill>
              <a:srgbClr val="009CDE">
                <a:lumMod val="75000"/>
              </a:srgbClr>
            </a:solidFill>
            <a:ln w="9525" cap="flat" cmpd="sng" algn="ctr">
              <a:noFill/>
              <a:prstDash val="solid"/>
              <a:round/>
              <a:headEnd type="none" w="med" len="med"/>
              <a:tailEnd type="none" w="med" len="med"/>
            </a:ln>
            <a:effectLst/>
          </p:spPr>
          <p:txBody>
            <a:bodyPr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0" i="0" u="none" strike="noStrike" kern="0" cap="none" spc="0" normalizeH="0" baseline="0" noProof="0" dirty="0">
                <a:ln>
                  <a:noFill/>
                </a:ln>
                <a:solidFill>
                  <a:srgbClr val="0096D7"/>
                </a:solidFill>
                <a:effectLst/>
                <a:uLnTx/>
                <a:uFillTx/>
              </a:endParaRPr>
            </a:p>
          </p:txBody>
        </p:sp>
      </p:grpSp>
      <p:sp>
        <p:nvSpPr>
          <p:cNvPr id="45" name="TextBox 44"/>
          <p:cNvSpPr txBox="1"/>
          <p:nvPr/>
        </p:nvSpPr>
        <p:spPr>
          <a:xfrm>
            <a:off x="4053107" y="1846140"/>
            <a:ext cx="1072730" cy="461665"/>
          </a:xfrm>
          <a:prstGeom prst="rect">
            <a:avLst/>
          </a:prstGeom>
          <a:noFill/>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FFFFFF">
                    <a:lumMod val="95000"/>
                  </a:srgbClr>
                </a:solidFill>
                <a:effectLst/>
                <a:uLnTx/>
                <a:uFillTx/>
              </a:rPr>
              <a:t>IT-</a:t>
            </a:r>
          </a:p>
          <a:p>
            <a:pPr marL="0" marR="0" lvl="0" indent="0" algn="ctr" defTabSz="914400" eaLnBrk="1" fontAlgn="auto" latinLnBrk="0" hangingPunct="1">
              <a:lnSpc>
                <a:spcPct val="100000"/>
              </a:lnSpc>
              <a:spcBef>
                <a:spcPts val="0"/>
              </a:spcBef>
              <a:spcAft>
                <a:spcPts val="0"/>
              </a:spcAft>
              <a:buClrTx/>
              <a:buSzTx/>
              <a:buFontTx/>
              <a:buNone/>
              <a:tabLst/>
              <a:defRPr/>
            </a:pPr>
            <a:r>
              <a:rPr lang="en-US" sz="1200" b="1" kern="0" dirty="0">
                <a:solidFill>
                  <a:srgbClr val="FFFFFF">
                    <a:lumMod val="95000"/>
                  </a:srgbClr>
                </a:solidFill>
              </a:rPr>
              <a:t>Governance</a:t>
            </a:r>
            <a:endParaRPr kumimoji="0" lang="en-US" sz="1200" b="0" i="0" u="none" strike="noStrike" kern="0" cap="none" spc="0" normalizeH="0" baseline="0" noProof="0" dirty="0">
              <a:ln>
                <a:noFill/>
              </a:ln>
              <a:solidFill>
                <a:srgbClr val="FFFFFF">
                  <a:lumMod val="95000"/>
                </a:srgbClr>
              </a:solidFill>
              <a:effectLst/>
              <a:uLnTx/>
              <a:uFillTx/>
            </a:endParaRPr>
          </a:p>
        </p:txBody>
      </p:sp>
      <p:sp>
        <p:nvSpPr>
          <p:cNvPr id="46" name="TextBox 19"/>
          <p:cNvSpPr txBox="1">
            <a:spLocks noChangeArrowheads="1"/>
          </p:cNvSpPr>
          <p:nvPr/>
        </p:nvSpPr>
        <p:spPr bwMode="auto">
          <a:xfrm>
            <a:off x="4933617" y="1381847"/>
            <a:ext cx="3129816" cy="900246"/>
          </a:xfrm>
          <a:prstGeom prst="rect">
            <a:avLst/>
          </a:prstGeom>
          <a:noFill/>
          <a:ln w="9525">
            <a:noFill/>
            <a:miter lim="800000"/>
            <a:headEnd/>
            <a:tailEnd/>
          </a:ln>
        </p:spPr>
        <p:txBody>
          <a:bodyPr wrap="square">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effectLst/>
                <a:uLnTx/>
                <a:uFillTx/>
              </a:rPr>
              <a:t>IT-Projekte müssen mit der Unternehmensstrategie abgestimmt sein, die IT-Leistung sollte regelmäßig überwacht werden, und es sollte eine effektive Kommunikation zwischen IT und</a:t>
            </a:r>
            <a:br>
              <a:rPr kumimoji="0" lang="en-US" sz="1050" b="0" i="0" u="none" strike="noStrike" kern="0" cap="none" spc="0" normalizeH="0" baseline="0" noProof="0" dirty="0">
                <a:ln>
                  <a:noFill/>
                </a:ln>
                <a:effectLst/>
                <a:uLnTx/>
                <a:uFillTx/>
              </a:rPr>
            </a:br>
            <a:r>
              <a:rPr kumimoji="0" lang="en-US" sz="1050" b="0" i="0" u="none" strike="noStrike" kern="0" cap="none" spc="0" normalizeH="0" baseline="0" noProof="0" dirty="0">
                <a:ln>
                  <a:noFill/>
                </a:ln>
                <a:effectLst/>
                <a:uLnTx/>
                <a:uFillTx/>
              </a:rPr>
              <a:t>Geschäftsanwendern bestehen.</a:t>
            </a:r>
          </a:p>
        </p:txBody>
      </p:sp>
      <p:sp>
        <p:nvSpPr>
          <p:cNvPr id="47" name="TextBox 17"/>
          <p:cNvSpPr txBox="1">
            <a:spLocks noChangeArrowheads="1"/>
          </p:cNvSpPr>
          <p:nvPr/>
        </p:nvSpPr>
        <p:spPr bwMode="auto">
          <a:xfrm>
            <a:off x="6365175" y="2791212"/>
            <a:ext cx="2159700" cy="1223412"/>
          </a:xfrm>
          <a:prstGeom prst="rect">
            <a:avLst/>
          </a:prstGeom>
          <a:noFill/>
          <a:ln w="9525">
            <a:noFill/>
            <a:miter lim="800000"/>
            <a:headEnd/>
            <a:tailEnd/>
          </a:ln>
        </p:spPr>
        <p:txBody>
          <a:bodyPr wrap="square">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effectLst/>
                <a:uLnTx/>
                <a:uFillTx/>
              </a:rPr>
              <a:t>IT-Personalbesetzung und IT-Support-Vereinbarungen müssen dem jeweiligen Bedarf angemessen sein, mit den erforderlichen Qualifikationen</a:t>
            </a:r>
            <a:br>
              <a:rPr kumimoji="0" lang="en-US" sz="1050" b="0" i="0" u="none" strike="noStrike" kern="0" cap="none" spc="0" normalizeH="0" baseline="0" noProof="0" dirty="0">
                <a:ln>
                  <a:noFill/>
                </a:ln>
                <a:effectLst/>
                <a:uLnTx/>
                <a:uFillTx/>
              </a:rPr>
            </a:br>
            <a:r>
              <a:rPr kumimoji="0" lang="en-US" sz="1050" b="0" i="0" u="none" strike="noStrike" kern="0" cap="none" spc="0" normalizeH="0" baseline="0" noProof="0" dirty="0">
                <a:ln>
                  <a:noFill/>
                </a:ln>
                <a:effectLst/>
                <a:uLnTx/>
                <a:uFillTx/>
              </a:rPr>
              <a:t>sowie Karrierepfaden</a:t>
            </a:r>
            <a:br>
              <a:rPr kumimoji="0" lang="en-US" sz="1050" b="0" i="0" u="none" strike="noStrike" kern="0" cap="none" spc="0" normalizeH="0" baseline="0" noProof="0" dirty="0">
                <a:ln>
                  <a:noFill/>
                </a:ln>
                <a:effectLst/>
                <a:uLnTx/>
                <a:uFillTx/>
              </a:rPr>
            </a:br>
            <a:r>
              <a:rPr kumimoji="0" lang="en-US" sz="1050" b="0" i="0" u="none" strike="noStrike" kern="0" cap="none" spc="0" normalizeH="0" baseline="0" noProof="0" dirty="0">
                <a:ln>
                  <a:noFill/>
                </a:ln>
                <a:effectLst/>
                <a:uLnTx/>
                <a:uFillTx/>
              </a:rPr>
              <a:t>und Bindungsplänen</a:t>
            </a:r>
            <a:br>
              <a:rPr kumimoji="0" lang="en-US" sz="1050" b="0" i="0" u="none" strike="noStrike" kern="0" cap="none" spc="0" normalizeH="0" baseline="0" noProof="0" dirty="0">
                <a:ln>
                  <a:noFill/>
                </a:ln>
                <a:effectLst/>
                <a:uLnTx/>
                <a:uFillTx/>
              </a:rPr>
            </a:br>
            <a:r>
              <a:rPr kumimoji="0" lang="en-US" sz="1050" b="0" i="0" u="none" strike="noStrike" kern="0" cap="none" spc="0" normalizeH="0" baseline="0" noProof="0" dirty="0">
                <a:ln>
                  <a:noFill/>
                </a:ln>
                <a:effectLst/>
                <a:uLnTx/>
                <a:uFillTx/>
              </a:rPr>
              <a:t>für die Mitarbeitenden. </a:t>
            </a:r>
          </a:p>
        </p:txBody>
      </p:sp>
      <p:sp>
        <p:nvSpPr>
          <p:cNvPr id="48" name="TextBox 18"/>
          <p:cNvSpPr txBox="1">
            <a:spLocks noChangeArrowheads="1"/>
          </p:cNvSpPr>
          <p:nvPr/>
        </p:nvSpPr>
        <p:spPr bwMode="auto">
          <a:xfrm>
            <a:off x="177800" y="2755493"/>
            <a:ext cx="2592288" cy="1223412"/>
          </a:xfrm>
          <a:prstGeom prst="rect">
            <a:avLst/>
          </a:prstGeom>
          <a:noFill/>
          <a:ln w="9525">
            <a:noFill/>
            <a:miter lim="800000"/>
            <a:headEnd/>
            <a:tailEnd/>
          </a:ln>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effectLst/>
                <a:uLnTx/>
                <a:uFillTx/>
              </a:rPr>
              <a:t>IT-Systeme müssen den Geschäftsanforderungen entsprechen, Daten müssen gut verwaltet und zugänglich sein, und die Infrastruktur muss effektiv überwacht und gewartet werden.</a:t>
            </a:r>
          </a:p>
          <a:p>
            <a:pPr marL="0" marR="0" lvl="0" indent="0" defTabSz="914400" eaLnBrk="1" fontAlgn="auto" latinLnBrk="0" hangingPunct="1">
              <a:lnSpc>
                <a:spcPct val="100000"/>
              </a:lnSpc>
              <a:spcBef>
                <a:spcPts val="0"/>
              </a:spcBef>
              <a:spcAft>
                <a:spcPts val="0"/>
              </a:spcAft>
              <a:buClrTx/>
              <a:buSzTx/>
              <a:buFontTx/>
              <a:buNone/>
              <a:tabLst/>
              <a:defRPr/>
            </a:pPr>
            <a:endParaRPr lang="en-US" sz="1050" kern="0" dirty="0">
              <a:solidFill>
                <a:srgbClr val="888B8D">
                  <a:lumMod val="50000"/>
                </a:srgbClr>
              </a:solidFill>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050" b="0" i="0" u="none" strike="noStrike" kern="0" cap="none" spc="0" normalizeH="0" baseline="0" noProof="0" dirty="0">
              <a:ln>
                <a:noFill/>
              </a:ln>
              <a:solidFill>
                <a:srgbClr val="888B8D">
                  <a:lumMod val="50000"/>
                </a:srgbClr>
              </a:solidFill>
              <a:effectLst/>
              <a:uLnTx/>
              <a:uFillTx/>
            </a:endParaRPr>
          </a:p>
        </p:txBody>
      </p:sp>
    </p:spTree>
    <p:extLst>
      <p:ext uri="{BB962C8B-B14F-4D97-AF65-F5344CB8AC3E}">
        <p14:creationId xmlns:p14="http://schemas.microsoft.com/office/powerpoint/2010/main" val="356881492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a:t>Der </a:t>
            </a:r>
            <a:r>
              <a:rPr lang="en-GB" dirty="0" smtClean="0"/>
              <a:t>Weg </a:t>
            </a:r>
            <a:r>
              <a:rPr lang="en-GB" dirty="0"/>
              <a:t>– </a:t>
            </a:r>
            <a:r>
              <a:rPr lang="en-GB" dirty="0" smtClean="0"/>
              <a:t>Entwicklung einer </a:t>
            </a:r>
            <a:r>
              <a:rPr lang="en-GB" dirty="0"/>
              <a:t>D</a:t>
            </a:r>
            <a:r>
              <a:rPr lang="en-GB" dirty="0" smtClean="0"/>
              <a:t>igitalen </a:t>
            </a:r>
            <a:r>
              <a:rPr lang="en-GB" dirty="0"/>
              <a:t>S</a:t>
            </a:r>
            <a:r>
              <a:rPr lang="en-GB" dirty="0" smtClean="0"/>
              <a:t>trategie</a:t>
            </a:r>
            <a:endParaRPr lang="en-GB" dirty="0"/>
          </a:p>
        </p:txBody>
      </p:sp>
      <p:pic>
        <p:nvPicPr>
          <p:cNvPr id="31"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63134" y="851212"/>
            <a:ext cx="6041496" cy="40573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40696554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smtClean="0"/>
              <a:t>Wie man die digitale Transformation angeht</a:t>
            </a:r>
            <a:endParaRPr lang="en-GB" dirty="0"/>
          </a:p>
        </p:txBody>
      </p:sp>
      <p:sp>
        <p:nvSpPr>
          <p:cNvPr id="3" name="Content Placeholder 2"/>
          <p:cNvSpPr>
            <a:spLocks noGrp="1"/>
          </p:cNvSpPr>
          <p:nvPr>
            <p:ph sz="quarter" idx="16"/>
          </p:nvPr>
        </p:nvSpPr>
        <p:spPr>
          <a:xfrm>
            <a:off x="251519" y="864809"/>
            <a:ext cx="6476827" cy="3527425"/>
          </a:xfrm>
        </p:spPr>
        <p:txBody>
          <a:bodyPr>
            <a:noAutofit/>
          </a:bodyPr>
          <a:lstStyle/>
          <a:p>
            <a:pPr marL="0" indent="0">
              <a:spcBef>
                <a:spcPts val="600"/>
              </a:spcBef>
              <a:spcAft>
                <a:spcPts val="600"/>
              </a:spcAft>
              <a:buNone/>
            </a:pPr>
            <a:r>
              <a:rPr lang="en-US" sz="1200" b="1" dirty="0" smtClean="0"/>
              <a:t>Aus unserer Erfahrung mit der digitalen Transformation sind die folgenden Faktoren entscheidend für den Erfolg:</a:t>
            </a:r>
          </a:p>
        </p:txBody>
      </p:sp>
      <p:graphicFrame>
        <p:nvGraphicFramePr>
          <p:cNvPr id="5" name="Diagram 4"/>
          <p:cNvGraphicFramePr/>
          <p:nvPr>
            <p:extLst>
              <p:ext uri="{D42A27DB-BD31-4B8C-83A1-F6EECF244321}">
                <p14:modId xmlns:p14="http://schemas.microsoft.com/office/powerpoint/2010/main" val="4221701148"/>
              </p:ext>
            </p:extLst>
          </p:nvPr>
        </p:nvGraphicFramePr>
        <p:xfrm>
          <a:off x="1496857" y="1187289"/>
          <a:ext cx="5695666" cy="36338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Down Arrow 3"/>
          <p:cNvSpPr/>
          <p:nvPr/>
        </p:nvSpPr>
        <p:spPr>
          <a:xfrm>
            <a:off x="887257" y="1330657"/>
            <a:ext cx="477672" cy="3418764"/>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335562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p:cNvSpPr txBox="1"/>
          <p:nvPr/>
        </p:nvSpPr>
        <p:spPr>
          <a:xfrm>
            <a:off x="4118570" y="3815219"/>
            <a:ext cx="4536504" cy="338554"/>
          </a:xfrm>
          <a:prstGeom prst="rect">
            <a:avLst/>
          </a:prstGeom>
          <a:noFill/>
        </p:spPr>
        <p:txBody>
          <a:bodyPr wrap="square" rtlCol="0">
            <a:spAutoFit/>
          </a:bodyPr>
          <a:lstStyle/>
          <a:p>
            <a:pPr algn="ctr"/>
            <a:r>
              <a:rPr lang="en-GB" sz="2400" baseline="30000" dirty="0">
                <a:solidFill>
                  <a:schemeClr val="bg1"/>
                </a:solidFill>
              </a:rPr>
              <a:t>Zusammenarbeit. Verständnis. </a:t>
            </a:r>
            <a:r>
              <a:rPr lang="en-GB" sz="2400" baseline="30000" dirty="0" smtClean="0">
                <a:solidFill>
                  <a:schemeClr val="bg1"/>
                </a:solidFill>
              </a:rPr>
              <a:t>Ideen </a:t>
            </a:r>
            <a:r>
              <a:rPr lang="en-GB" sz="2400" baseline="30000" dirty="0">
                <a:solidFill>
                  <a:schemeClr val="bg1"/>
                </a:solidFill>
              </a:rPr>
              <a:t>und Erkenntnisse</a:t>
            </a:r>
            <a:r>
              <a:rPr lang="en-GB" sz="2400" baseline="30000" dirty="0" smtClean="0">
                <a:solidFill>
                  <a:schemeClr val="bg1"/>
                </a:solidFill>
              </a:rPr>
              <a:t>.</a:t>
            </a:r>
            <a:endParaRPr lang="en-GB" sz="2400" baseline="30000" dirty="0">
              <a:solidFill>
                <a:schemeClr val="bg1"/>
              </a:solidFill>
            </a:endParaRPr>
          </a:p>
        </p:txBody>
      </p:sp>
      <p:pic>
        <p:nvPicPr>
          <p:cNvPr id="3074" name="Picture 2" descr="Z:\RSM International\1 Design\2015\Brand\Icons and illustrations\PNGs for powerpoint\collab-ideas-insight.png"/>
          <p:cNvPicPr>
            <a:picLocks noChangeAspect="1" noChangeArrowheads="1"/>
          </p:cNvPicPr>
          <p:nvPr/>
        </p:nvPicPr>
        <p:blipFill>
          <a:blip r:embed="rId2" cstate="print">
            <a:extLst>
              <a:ext uri="{28A0092B-C50C-407E-A947-70E740481C1C}">
                <a14:useLocalDpi xmlns:a14="http://schemas.microsoft.com/office/drawing/2010/main" val="0"/>
              </a:ext>
            </a:extLst>
          </a:blip>
          <a:stretch>
            <a:fillRect/>
          </a:stretch>
        </p:blipFill>
        <p:spPr bwMode="auto">
          <a:xfrm>
            <a:off x="4862261" y="449075"/>
            <a:ext cx="2954590" cy="31200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253604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54000" y="356526"/>
            <a:ext cx="8696325" cy="4185761"/>
          </a:xfrm>
          <a:prstGeom prst="rect">
            <a:avLst/>
          </a:prstGeom>
        </p:spPr>
        <p:txBody>
          <a:bodyPr wrap="square">
            <a:spAutoFit/>
          </a:bodyPr>
          <a:lstStyle/>
          <a:p>
            <a:r>
              <a:rPr lang="de-DE" sz="1100" dirty="0">
                <a:solidFill>
                  <a:srgbClr val="63666A"/>
                </a:solidFill>
              </a:rPr>
              <a:t>RSM</a:t>
            </a:r>
            <a:br>
              <a:rPr lang="de-DE" sz="1100" dirty="0">
                <a:solidFill>
                  <a:srgbClr val="63666A"/>
                </a:solidFill>
              </a:rPr>
            </a:br>
            <a:r>
              <a:rPr lang="de-DE" sz="1100" dirty="0">
                <a:solidFill>
                  <a:srgbClr val="63666A"/>
                </a:solidFill>
              </a:rPr>
              <a:t>25 Farringdon Street</a:t>
            </a:r>
            <a:br>
              <a:rPr lang="de-DE" sz="1100" dirty="0">
                <a:solidFill>
                  <a:srgbClr val="63666A"/>
                </a:solidFill>
              </a:rPr>
            </a:br>
            <a:r>
              <a:rPr lang="de-DE" sz="1100" dirty="0">
                <a:solidFill>
                  <a:srgbClr val="63666A"/>
                </a:solidFill>
              </a:rPr>
              <a:t>London</a:t>
            </a:r>
            <a:br>
              <a:rPr lang="de-DE" sz="1100" dirty="0">
                <a:solidFill>
                  <a:srgbClr val="63666A"/>
                </a:solidFill>
              </a:rPr>
            </a:br>
            <a:r>
              <a:rPr lang="de-DE" sz="1100" dirty="0">
                <a:solidFill>
                  <a:srgbClr val="63666A"/>
                </a:solidFill>
              </a:rPr>
              <a:t>EC4A 4AB</a:t>
            </a:r>
            <a:endParaRPr lang="en-GB" sz="1100" dirty="0">
              <a:solidFill>
                <a:srgbClr val="63666A"/>
              </a:solidFill>
            </a:endParaRPr>
          </a:p>
          <a:p>
            <a:endParaRPr lang="en-GB" sz="1400" b="1" dirty="0" smtClean="0">
              <a:solidFill>
                <a:srgbClr val="63666A"/>
              </a:solidFill>
            </a:endParaRPr>
          </a:p>
          <a:p>
            <a:r>
              <a:rPr lang="en-GB" sz="1400" b="1" dirty="0" smtClean="0">
                <a:solidFill>
                  <a:srgbClr val="63666A"/>
                </a:solidFill>
              </a:rPr>
              <a:t>rsmuk.com</a:t>
            </a:r>
          </a:p>
          <a:p>
            <a:endParaRPr lang="en-GB" sz="1400" b="1" dirty="0">
              <a:solidFill>
                <a:srgbClr val="63666A"/>
              </a:solidFill>
            </a:endParaRPr>
          </a:p>
          <a:p>
            <a:r>
              <a:rPr lang="en-US" sz="1000" dirty="0" smtClean="0"/>
              <a:t>Die </a:t>
            </a:r>
            <a:r>
              <a:rPr lang="en-US" sz="1000" dirty="0"/>
              <a:t>britische Unternehmensgruppe und LLPs, die unter dem Namen RSM tätig sind, ist Mitglied des RSM-Netzwerks. RSM ist der Handelsname, der von den Mitgliedern des RSM-Netzwerks verwendet wird. Jedes Mitglied des RSM-Netzwerks ist eine unabhängige Wirtschaftsprüfungs- und Beratungsgesellschaft, die jeweils </a:t>
            </a:r>
            <a:r>
              <a:rPr lang="en-US" sz="1000" dirty="0" err="1"/>
              <a:t>praktiziert</a:t>
            </a:r>
            <a:r>
              <a:rPr lang="en-US" sz="1000" dirty="0"/>
              <a:t> in eigenem Namen. Das RSM-Netzwerk ist selbst keine eigenständige juristische Person irgendeiner Art in irgendeiner Jurisdiktion. Das RSM-Netzwerk wird von RSM International Limited verwaltet, einer in England und Wales eingetragenen Gesellschaft (Gesellschaftsnummer 4040598) mit eingetragenem Sitz unter 11 Old Jewry, London EC2R 8DU. Die Marke und das Warenzeichen RSM sowie andere geistige Eigentumsrechte, die von Mitgliedern des Netzwerks genutzt werden, sind Eigentum der RSM International Association, einem Verein, der gemäß Artikel 60 et </a:t>
            </a:r>
            <a:r>
              <a:rPr lang="en-US" sz="1000" dirty="0" err="1"/>
              <a:t>seq</a:t>
            </a:r>
            <a:r>
              <a:rPr lang="en-US" sz="1000" dirty="0"/>
              <a:t> des Schweizerischen Zivilgesetzbuches mit Sitz in Zug geregelt wird.</a:t>
            </a:r>
          </a:p>
          <a:p>
            <a:endParaRPr lang="en-US" sz="1000" dirty="0"/>
          </a:p>
          <a:p>
            <a:r>
              <a:rPr lang="en-US" sz="1000" dirty="0"/>
              <a:t>RSM UK Consulting LLP, RSM Corporate Finance LLP, RSM Restructuring Advisory LLP, RSM Risk Assurance Services LLP, RSM Tax and Advisory Services LLP, RSM UK Audit LLP und RSM UK Tax  and Accounting Limited sind nicht </a:t>
            </a:r>
            <a:r>
              <a:rPr lang="en-US" sz="1000" dirty="0" err="1"/>
              <a:t>zugelassen</a:t>
            </a:r>
            <a:r>
              <a:rPr lang="en-US" sz="1000" dirty="0"/>
              <a:t> gemäß dem Financial Services and Markets Act 2000, sind jedoch unter bestimmten Umständen in der Lage, ein begrenztes Spektrum an Investmentdienstleistungen anzubieten, da wir Mitglieder des Institute of Chartered Accountants in England and Wales sind.  Wir können diese Investmentdienstleistungen erbringen, sofern sie ein Nebenbestandteil der professionellen Dienstleistungen sind, mit deren Erbringung wir beauftragt wurden. Baker Tilly Creditor Services LLP ist </a:t>
            </a:r>
            <a:r>
              <a:rPr lang="en-US" sz="1000" dirty="0" err="1"/>
              <a:t>zugelassen</a:t>
            </a:r>
            <a:r>
              <a:rPr lang="en-US" sz="1000" dirty="0"/>
              <a:t> und reguliert von der Financial Conduct Authority für kreditbezogene regulierte Tätigkeiten. RSM  Co (UK) Limited ist </a:t>
            </a:r>
            <a:r>
              <a:rPr lang="en-US" sz="1000" dirty="0" err="1"/>
              <a:t>zugelassen</a:t>
            </a:r>
            <a:r>
              <a:rPr lang="en-US" sz="1000" dirty="0"/>
              <a:t> und reguliert von der Financial Conduct Authority zur Durchführung eines breiten Spektrums von Investmentgeschäfts</a:t>
            </a:r>
            <a:r>
              <a:rPr lang="en-US" sz="1000" dirty="0" smtClean="0"/>
              <a:t>tätigkeiten. </a:t>
            </a:r>
            <a:r>
              <a:rPr lang="en-US" sz="1000" dirty="0"/>
              <a:t>Obwohl alle Anstrengungen unternommen wurden, um Genauigkeit zu gewährleisten, ist die in dieser Mitteilung enthaltene Information möglicherweise nicht vollständig, und Empfänger sollten nicht ohne vorherige professionelle Beratung auf der Grundlage dieser Information handeln</a:t>
            </a:r>
            <a:r>
              <a:rPr lang="en-US" sz="1000" dirty="0" smtClean="0"/>
              <a:t>.</a:t>
            </a:r>
          </a:p>
          <a:p>
            <a:endParaRPr lang="en-US" sz="1000" dirty="0" smtClean="0"/>
          </a:p>
          <a:p>
            <a:r>
              <a:rPr lang="en-US" sz="1000" dirty="0" smtClean="0"/>
              <a:t>© </a:t>
            </a:r>
            <a:r>
              <a:rPr lang="en-US" sz="1000" dirty="0"/>
              <a:t>2016 RSM UK Group LLP, alle Rechte </a:t>
            </a:r>
            <a:r>
              <a:rPr lang="en-US" sz="1000" dirty="0" smtClean="0"/>
              <a:t>vorbehalten</a:t>
            </a:r>
            <a:r>
              <a:rPr lang="en-GB" sz="1000" dirty="0" smtClean="0">
                <a:solidFill>
                  <a:srgbClr val="63666A"/>
                </a:solidFill>
              </a:rPr>
              <a:t>.</a:t>
            </a:r>
          </a:p>
        </p:txBody>
      </p:sp>
    </p:spTree>
    <p:extLst>
      <p:ext uri="{BB962C8B-B14F-4D97-AF65-F5344CB8AC3E}">
        <p14:creationId xmlns:p14="http://schemas.microsoft.com/office/powerpoint/2010/main" val="2234750485"/>
      </p:ext>
    </p:extLst>
  </p:cSld>
  <p:clrMapOvr>
    <a:masterClrMapping/>
  </p:clrMapOvr>
  <p:timing>
    <p:tnLst>
      <p:par>
        <p:cTn id="1" dur="indefinite" restart="never" nodeType="tmRoot"/>
      </p:par>
    </p:tnLst>
  </p:timing>
</p:sld>
</file>

<file path=ppt/theme/theme1.xml><?xml version="1.0" encoding="utf-8"?>
<a:theme xmlns:a="http://schemas.openxmlformats.org/drawingml/2006/main" name="16.9 Quick_presentation">
  <a:themeElements>
    <a:clrScheme name="RSM">
      <a:dk1>
        <a:srgbClr val="63666A"/>
      </a:dk1>
      <a:lt1>
        <a:sysClr val="window" lastClr="FFFFFF"/>
      </a:lt1>
      <a:dk2>
        <a:srgbClr val="888B8D"/>
      </a:dk2>
      <a:lt2>
        <a:srgbClr val="DCDDDE"/>
      </a:lt2>
      <a:accent1>
        <a:srgbClr val="009CDE"/>
      </a:accent1>
      <a:accent2>
        <a:srgbClr val="3F9C35"/>
      </a:accent2>
      <a:accent3>
        <a:srgbClr val="34A798"/>
      </a:accent3>
      <a:accent4>
        <a:srgbClr val="9F5CC0"/>
      </a:accent4>
      <a:accent5>
        <a:srgbClr val="F1B434"/>
      </a:accent5>
      <a:accent6>
        <a:srgbClr val="E40046"/>
      </a:accent6>
      <a:hlink>
        <a:srgbClr val="009CDE"/>
      </a:hlink>
      <a:folHlink>
        <a:srgbClr val="63666A"/>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16.9 Quick_presentation</Template>
  <TotalTime>2216</TotalTime>
  <Words>542</Words>
  <Application>Microsoft Office PowerPoint</Application>
  <PresentationFormat>On-screen Show (16:9)</PresentationFormat>
  <Paragraphs>85</Paragraphs>
  <Slides>12</Slides>
  <Notes>7</Notes>
  <HiddenSlides>1</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16.9 Quick_presentation</vt:lpstr>
      <vt:lpstr>PowerPoint Presentation</vt:lpstr>
      <vt:lpstr>PowerPoint Presentation</vt:lpstr>
      <vt:lpstr>PowerPoint Presentation</vt:lpstr>
      <vt:lpstr>PowerPoint Presentation</vt:lpstr>
      <vt:lpstr>PowerPoint Presentation</vt:lpstr>
      <vt:lpstr>IT Strategy</vt:lpstr>
      <vt:lpstr>PowerPoint Presentation</vt:lpstr>
      <vt:lpstr>PowerPoint Presentation</vt:lpstr>
      <vt:lpstr>PowerPoint Presentation</vt:lpstr>
      <vt:lpstr>PowerPoint Presentation</vt:lpstr>
      <vt:lpstr>PowerPoint Presentation</vt:lpstr>
      <vt:lpstr>PowerPoint Presentation</vt:lpstr>
    </vt:vector>
  </TitlesOfParts>
  <Company>RSM</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Knowles Chris</dc:creator>
  <cp:lastModifiedBy>Hipple Frances</cp:lastModifiedBy>
  <cp:revision>63</cp:revision>
  <cp:lastPrinted>2016-06-29T14:37:19Z</cp:lastPrinted>
  <dcterms:created xsi:type="dcterms:W3CDTF">2016-01-18T07:06:48Z</dcterms:created>
  <dcterms:modified xsi:type="dcterms:W3CDTF">2016-07-01T09:44:23Z</dcterms:modified>
</cp:coreProperties>
</file>