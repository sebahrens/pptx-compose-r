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8" r:id="rId2"/>
    <p:sldId id="297" r:id="rId3"/>
    <p:sldId id="290" r:id="rId4"/>
    <p:sldId id="309" r:id="rId5"/>
    <p:sldId id="295" r:id="rId6"/>
    <p:sldId id="311" r:id="rId7"/>
    <p:sldId id="303" r:id="rId8"/>
    <p:sldId id="304" r:id="rId9"/>
    <p:sldId id="305" r:id="rId10"/>
    <p:sldId id="306" r:id="rId11"/>
    <p:sldId id="307" r:id="rId12"/>
    <p:sldId id="310" r:id="rId13"/>
  </p:sldIdLst>
  <p:sldSz cx="9144000" cy="5143500" type="screen16x9"/>
  <p:notesSz cx="6669088"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121">
          <p15:clr>
            <a:srgbClr val="A4A3A4"/>
          </p15:clr>
        </p15:guide>
        <p15:guide id="2" orient="horz" pos="2791">
          <p15:clr>
            <a:srgbClr val="A4A3A4"/>
          </p15:clr>
        </p15:guide>
        <p15:guide id="3" orient="horz" pos="117">
          <p15:clr>
            <a:srgbClr val="A4A3A4"/>
          </p15:clr>
        </p15:guide>
        <p15:guide id="4" orient="horz">
          <p15:clr>
            <a:srgbClr val="A4A3A4"/>
          </p15:clr>
        </p15:guide>
        <p15:guide id="5" orient="horz" pos="239">
          <p15:clr>
            <a:srgbClr val="A4A3A4"/>
          </p15:clr>
        </p15:guide>
        <p15:guide id="6" orient="horz" pos="486">
          <p15:clr>
            <a:srgbClr val="A4A3A4"/>
          </p15:clr>
        </p15:guide>
        <p15:guide id="7" orient="horz" pos="2903">
          <p15:clr>
            <a:srgbClr val="A4A3A4"/>
          </p15:clr>
        </p15:guide>
        <p15:guide id="8" pos="2880">
          <p15:clr>
            <a:srgbClr val="A4A3A4"/>
          </p15:clr>
        </p15:guide>
        <p15:guide id="9" pos="5650">
          <p15:clr>
            <a:srgbClr val="A4A3A4"/>
          </p15:clr>
        </p15:guide>
        <p15:guide id="10" pos="345">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7F7"/>
    <a:srgbClr val="DBECD4"/>
    <a:srgbClr val="6366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293" autoAdjust="0"/>
    <p:restoredTop sz="84460" autoAdjust="0"/>
  </p:normalViewPr>
  <p:slideViewPr>
    <p:cSldViewPr snapToGrid="0">
      <p:cViewPr>
        <p:scale>
          <a:sx n="100" d="100"/>
          <a:sy n="100" d="100"/>
        </p:scale>
        <p:origin x="-2220" y="-594"/>
      </p:cViewPr>
      <p:guideLst>
        <p:guide orient="horz" pos="3121"/>
        <p:guide orient="horz" pos="2791"/>
        <p:guide orient="horz" pos="117"/>
        <p:guide orient="horz"/>
        <p:guide orient="horz" pos="581"/>
        <p:guide orient="horz" pos="486"/>
        <p:guide orient="horz" pos="2903"/>
        <p:guide orient="horz" pos="935"/>
        <p:guide pos="2859"/>
        <p:guide pos="5650"/>
        <p:guide pos="160"/>
        <p:guide pos="2948"/>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3786" y="-96"/>
      </p:cViewPr>
      <p:guideLst>
        <p:guide orient="horz" pos="3110"/>
        <p:guide pos="210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1" Type="http://schemas.openxmlformats.org/officeDocument/2006/relationships/image" Target="../media/image3.png"/></Relationships>
</file>

<file path=ppt/diagrams/_rels/drawing1.xml.rels><?xml version="1.0" encoding="UTF-8" standalone="yes"?>
<Relationships xmlns="http://schemas.openxmlformats.org/package/2006/relationships"><Relationship Id="rId1" Type="http://schemas.openxmlformats.org/officeDocument/2006/relationships/image" Target="../media/image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2188F3-9FB1-47D5-BC96-AC070B6E90C7}" type="doc">
      <dgm:prSet loTypeId="urn:microsoft.com/office/officeart/2011/layout/HexagonRadial#2" loCatId="officeonline" qsTypeId="urn:microsoft.com/office/officeart/2005/8/quickstyle/3d1" qsCatId="3D" csTypeId="urn:microsoft.com/office/officeart/2005/8/colors/accent1_2" csCatId="accent1" phldr="1"/>
      <dgm:spPr/>
      <dgm:t>
        <a:bodyPr/>
        <a:lstStyle/>
        <a:p>
          <a:endParaRPr lang="en-GB"/>
        </a:p>
      </dgm:t>
    </dgm:pt>
    <dgm:pt modelId="{D9401464-59BF-4294-BF66-70EE0654FA02}">
      <dgm:prSet phldrT="[Text]" custT="1"/>
      <dgm:spPr>
        <a:solidFill>
          <a:schemeClr val="accent2"/>
        </a:solidFill>
      </dgm:spPr>
      <dgm:t>
        <a:bodyPr/>
        <a:lstStyle/>
        <a:p>
          <a:r>
            <a:rPr lang="en-GB" sz="1100" b="1" dirty="0" smtClean="0"/>
            <a:t>RSM Technology Consulting</a:t>
          </a:r>
          <a:endParaRPr lang="en-GB" sz="1100" b="1" dirty="0"/>
        </a:p>
      </dgm:t>
    </dgm:pt>
    <dgm:pt modelId="{79AAD480-5CCF-4255-BA01-15572179A438}" type="parTrans" cxnId="{3ADDB16E-4218-4916-87CC-4D0AA67159E6}">
      <dgm:prSet/>
      <dgm:spPr/>
      <dgm:t>
        <a:bodyPr/>
        <a:lstStyle/>
        <a:p>
          <a:endParaRPr lang="en-GB" sz="1800" b="1"/>
        </a:p>
      </dgm:t>
    </dgm:pt>
    <dgm:pt modelId="{892E24AE-A27D-4511-A450-3A1727C8252F}" type="sibTrans" cxnId="{3ADDB16E-4218-4916-87CC-4D0AA67159E6}">
      <dgm:prSet/>
      <dgm:spPr/>
      <dgm:t>
        <a:bodyPr/>
        <a:lstStyle/>
        <a:p>
          <a:endParaRPr lang="en-GB" sz="1800" b="1"/>
        </a:p>
      </dgm:t>
    </dgm:pt>
    <dgm:pt modelId="{CC18DAA4-D3FC-44B1-96AD-05D22DA4A5CB}">
      <dgm:prSet phldrT="[Text]" custT="1"/>
      <dgm:spPr/>
      <dgm:t>
        <a:bodyPr/>
        <a:lstStyle/>
        <a:p>
          <a:r>
            <a:rPr lang="en-GB" sz="1100" b="1" dirty="0" smtClean="0"/>
            <a:t>Digital &amp; IT strategy</a:t>
          </a:r>
          <a:endParaRPr lang="en-GB" sz="1100" b="1" dirty="0"/>
        </a:p>
      </dgm:t>
    </dgm:pt>
    <dgm:pt modelId="{1AB2CA4B-60D4-4D7C-92E4-F8D120C807B4}" type="parTrans" cxnId="{7791FAB0-6744-402E-BC90-BC989E73883F}">
      <dgm:prSet/>
      <dgm:spPr/>
      <dgm:t>
        <a:bodyPr/>
        <a:lstStyle/>
        <a:p>
          <a:endParaRPr lang="en-GB" sz="1800" b="1"/>
        </a:p>
      </dgm:t>
    </dgm:pt>
    <dgm:pt modelId="{72D4550F-F21D-47F0-910E-1C179FF33882}" type="sibTrans" cxnId="{7791FAB0-6744-402E-BC90-BC989E73883F}">
      <dgm:prSet/>
      <dgm:spPr/>
      <dgm:t>
        <a:bodyPr/>
        <a:lstStyle/>
        <a:p>
          <a:endParaRPr lang="en-GB" sz="1800" b="1"/>
        </a:p>
      </dgm:t>
    </dgm:pt>
    <dgm:pt modelId="{9CE2B8EA-FEDD-4D9F-A03E-D91E6094A2BE}">
      <dgm:prSet phldrT="[Text]" custT="1"/>
      <dgm:spPr/>
      <dgm:t>
        <a:bodyPr/>
        <a:lstStyle/>
        <a:p>
          <a:r>
            <a:rPr lang="en-GB" sz="1100" b="1" dirty="0" smtClean="0"/>
            <a:t>ERP &amp; accounting systems</a:t>
          </a:r>
          <a:endParaRPr lang="en-GB" sz="1100" b="1" dirty="0"/>
        </a:p>
      </dgm:t>
    </dgm:pt>
    <dgm:pt modelId="{FD0A8BC8-F0BC-4F92-BB11-423D1994F1AF}" type="parTrans" cxnId="{4545DE56-D099-4CA5-B47F-2E0F0677EDF8}">
      <dgm:prSet/>
      <dgm:spPr/>
      <dgm:t>
        <a:bodyPr/>
        <a:lstStyle/>
        <a:p>
          <a:endParaRPr lang="en-GB" sz="1800" b="1"/>
        </a:p>
      </dgm:t>
    </dgm:pt>
    <dgm:pt modelId="{71D3F13C-64AD-418E-863E-4134255218B5}" type="sibTrans" cxnId="{4545DE56-D099-4CA5-B47F-2E0F0677EDF8}">
      <dgm:prSet/>
      <dgm:spPr/>
      <dgm:t>
        <a:bodyPr/>
        <a:lstStyle/>
        <a:p>
          <a:endParaRPr lang="en-GB" sz="1800" b="1"/>
        </a:p>
      </dgm:t>
    </dgm:pt>
    <dgm:pt modelId="{08846AA7-E90C-44B3-90C7-5713507432B9}">
      <dgm:prSet phldrT="[Text]" custT="1"/>
      <dgm:spPr/>
      <dgm:t>
        <a:bodyPr/>
        <a:lstStyle/>
        <a:p>
          <a:r>
            <a:rPr lang="en-GB" sz="1100" b="1" smtClean="0">
              <a:latin typeface="Arial"/>
              <a:ea typeface="+mn-ea"/>
              <a:cs typeface="+mn-cs"/>
            </a:rPr>
            <a:t>IT risk</a:t>
          </a:r>
          <a:br>
            <a:rPr lang="en-GB" sz="1100" b="1" smtClean="0">
              <a:latin typeface="Arial"/>
              <a:ea typeface="+mn-ea"/>
              <a:cs typeface="+mn-cs"/>
            </a:rPr>
          </a:br>
          <a:r>
            <a:rPr lang="en-GB" sz="1100" b="1" smtClean="0">
              <a:latin typeface="Arial"/>
              <a:ea typeface="+mn-ea"/>
              <a:cs typeface="+mn-cs"/>
            </a:rPr>
            <a:t>and</a:t>
          </a:r>
          <a:br>
            <a:rPr lang="en-GB" sz="1100" b="1" smtClean="0">
              <a:latin typeface="Arial"/>
              <a:ea typeface="+mn-ea"/>
              <a:cs typeface="+mn-cs"/>
            </a:rPr>
          </a:br>
          <a:r>
            <a:rPr lang="en-GB" sz="1100" b="1" smtClean="0">
              <a:latin typeface="Arial"/>
              <a:ea typeface="+mn-ea"/>
              <a:cs typeface="+mn-cs"/>
            </a:rPr>
            <a:t>security</a:t>
          </a:r>
          <a:endParaRPr lang="en-GB" sz="1100" b="1" dirty="0"/>
        </a:p>
      </dgm:t>
    </dgm:pt>
    <dgm:pt modelId="{38CFB952-6096-4BC5-8222-95241DE740C2}" type="parTrans" cxnId="{E3CC780C-AFE9-46F9-941F-D9B5DEF6F2EC}">
      <dgm:prSet/>
      <dgm:spPr/>
      <dgm:t>
        <a:bodyPr/>
        <a:lstStyle/>
        <a:p>
          <a:endParaRPr lang="en-GB" sz="1800" b="1"/>
        </a:p>
      </dgm:t>
    </dgm:pt>
    <dgm:pt modelId="{DDE67675-0C9F-47F6-9BDF-554FCF0B80AF}" type="sibTrans" cxnId="{E3CC780C-AFE9-46F9-941F-D9B5DEF6F2EC}">
      <dgm:prSet/>
      <dgm:spPr/>
      <dgm:t>
        <a:bodyPr/>
        <a:lstStyle/>
        <a:p>
          <a:endParaRPr lang="en-GB" sz="1800" b="1"/>
        </a:p>
      </dgm:t>
    </dgm:pt>
    <dgm:pt modelId="{32982E59-02CD-4CC7-ABD7-53B7762D2B12}">
      <dgm:prSet phldrT="[Text]" custT="1"/>
      <dgm:spPr/>
      <dgm:t>
        <a:bodyPr/>
        <a:lstStyle/>
        <a:p>
          <a:r>
            <a:rPr lang="en-GB" sz="1100" b="1" dirty="0" smtClean="0"/>
            <a:t>IT resilience</a:t>
          </a:r>
          <a:endParaRPr lang="en-GB" sz="1100" b="1" dirty="0"/>
        </a:p>
      </dgm:t>
    </dgm:pt>
    <dgm:pt modelId="{94BBE739-F564-4B78-B979-4E500A5CE6A7}" type="parTrans" cxnId="{36670866-49F1-4824-9FBE-E10273CD7111}">
      <dgm:prSet/>
      <dgm:spPr/>
      <dgm:t>
        <a:bodyPr/>
        <a:lstStyle/>
        <a:p>
          <a:endParaRPr lang="en-GB" sz="1800" b="1"/>
        </a:p>
      </dgm:t>
    </dgm:pt>
    <dgm:pt modelId="{B2359486-32FB-43AC-8367-7ABFE2202951}" type="sibTrans" cxnId="{36670866-49F1-4824-9FBE-E10273CD7111}">
      <dgm:prSet/>
      <dgm:spPr/>
      <dgm:t>
        <a:bodyPr/>
        <a:lstStyle/>
        <a:p>
          <a:endParaRPr lang="en-GB" sz="1800" b="1"/>
        </a:p>
      </dgm:t>
    </dgm:pt>
    <dgm:pt modelId="{90778DC4-7E48-4B2C-9FA7-8F980A2C31C2}">
      <dgm:prSet phldrT="[Text]" custT="1"/>
      <dgm:spPr/>
      <dgm:t>
        <a:bodyPr/>
        <a:lstStyle/>
        <a:p>
          <a:r>
            <a:rPr lang="en-GB" sz="1100" b="1" dirty="0" smtClean="0"/>
            <a:t>System selection</a:t>
          </a:r>
          <a:endParaRPr lang="en-GB" sz="1100" b="1" dirty="0"/>
        </a:p>
      </dgm:t>
    </dgm:pt>
    <dgm:pt modelId="{7795E3F7-039D-4778-B495-14D01E02935D}" type="sibTrans" cxnId="{C6B97A13-E199-410F-B8B8-4BCA762282C7}">
      <dgm:prSet/>
      <dgm:spPr/>
      <dgm:t>
        <a:bodyPr/>
        <a:lstStyle/>
        <a:p>
          <a:endParaRPr lang="en-GB" sz="1800" b="1"/>
        </a:p>
      </dgm:t>
    </dgm:pt>
    <dgm:pt modelId="{8EE8C71A-3825-4E91-B88F-F1F3FBF8F29B}" type="parTrans" cxnId="{C6B97A13-E199-410F-B8B8-4BCA762282C7}">
      <dgm:prSet/>
      <dgm:spPr/>
      <dgm:t>
        <a:bodyPr/>
        <a:lstStyle/>
        <a:p>
          <a:endParaRPr lang="en-GB" sz="1800" b="1"/>
        </a:p>
      </dgm:t>
    </dgm:pt>
    <dgm:pt modelId="{A28BB058-7700-4C1A-8449-22F5AF489E07}">
      <dgm:prSet phldrT="[Text]" custT="1"/>
      <dgm:spPr/>
      <dgm:t>
        <a:bodyPr/>
        <a:lstStyle/>
        <a:p>
          <a:r>
            <a:rPr lang="en-GB" sz="1100" b="1" dirty="0" smtClean="0"/>
            <a:t>IT project delivery</a:t>
          </a:r>
          <a:endParaRPr lang="en-GB" sz="1100" b="1" dirty="0"/>
        </a:p>
      </dgm:t>
    </dgm:pt>
    <dgm:pt modelId="{78E60011-C1C2-410E-BFFE-FF43522D97AD}" type="parTrans" cxnId="{1C3C63BE-B808-4923-AB00-A22D5DD3D7A1}">
      <dgm:prSet/>
      <dgm:spPr/>
      <dgm:t>
        <a:bodyPr/>
        <a:lstStyle/>
        <a:p>
          <a:endParaRPr lang="en-GB"/>
        </a:p>
      </dgm:t>
    </dgm:pt>
    <dgm:pt modelId="{B2E0C665-E859-407A-90EF-7DF697D81DC7}" type="sibTrans" cxnId="{1C3C63BE-B808-4923-AB00-A22D5DD3D7A1}">
      <dgm:prSet/>
      <dgm:spPr/>
      <dgm:t>
        <a:bodyPr/>
        <a:lstStyle/>
        <a:p>
          <a:endParaRPr lang="en-GB"/>
        </a:p>
      </dgm:t>
    </dgm:pt>
    <dgm:pt modelId="{8AEEFA29-A93E-4C72-B299-AD5800D77900}" type="pres">
      <dgm:prSet presAssocID="{572188F3-9FB1-47D5-BC96-AC070B6E90C7}" presName="Name0" presStyleCnt="0">
        <dgm:presLayoutVars>
          <dgm:chMax val="1"/>
          <dgm:chPref val="1"/>
          <dgm:dir/>
          <dgm:animOne val="branch"/>
          <dgm:animLvl val="lvl"/>
        </dgm:presLayoutVars>
      </dgm:prSet>
      <dgm:spPr/>
      <dgm:t>
        <a:bodyPr/>
        <a:lstStyle/>
        <a:p>
          <a:endParaRPr lang="en-GB"/>
        </a:p>
      </dgm:t>
    </dgm:pt>
    <dgm:pt modelId="{8AD992C5-F85F-4D92-9F50-5D4CB7993C3D}" type="pres">
      <dgm:prSet presAssocID="{D9401464-59BF-4294-BF66-70EE0654FA02}" presName="Parent" presStyleLbl="node0" presStyleIdx="0" presStyleCnt="1">
        <dgm:presLayoutVars>
          <dgm:chMax val="6"/>
          <dgm:chPref val="6"/>
        </dgm:presLayoutVars>
      </dgm:prSet>
      <dgm:spPr/>
      <dgm:t>
        <a:bodyPr/>
        <a:lstStyle/>
        <a:p>
          <a:endParaRPr lang="en-GB"/>
        </a:p>
      </dgm:t>
    </dgm:pt>
    <dgm:pt modelId="{09C86F38-9F7A-4050-83B5-CB214208CC78}" type="pres">
      <dgm:prSet presAssocID="{CC18DAA4-D3FC-44B1-96AD-05D22DA4A5CB}" presName="Accent1" presStyleCnt="0"/>
      <dgm:spPr/>
      <dgm:t>
        <a:bodyPr/>
        <a:lstStyle/>
        <a:p>
          <a:endParaRPr lang="en-GB"/>
        </a:p>
      </dgm:t>
    </dgm:pt>
    <dgm:pt modelId="{D68F5B25-2DE8-46C4-A60F-8776173323E7}" type="pres">
      <dgm:prSet presAssocID="{CC18DAA4-D3FC-44B1-96AD-05D22DA4A5CB}" presName="Accent" presStyleLbl="bgShp" presStyleIdx="0" presStyleCnt="6"/>
      <dgm:spPr/>
      <dgm:t>
        <a:bodyPr/>
        <a:lstStyle/>
        <a:p>
          <a:endParaRPr lang="en-GB"/>
        </a:p>
      </dgm:t>
    </dgm:pt>
    <dgm:pt modelId="{6EF87B21-B1A0-4002-AFA3-083C9F025C3A}" type="pres">
      <dgm:prSet presAssocID="{CC18DAA4-D3FC-44B1-96AD-05D22DA4A5CB}" presName="Child1" presStyleLbl="node1" presStyleIdx="0" presStyleCnt="6">
        <dgm:presLayoutVars>
          <dgm:chMax val="0"/>
          <dgm:chPref val="0"/>
          <dgm:bulletEnabled val="1"/>
        </dgm:presLayoutVars>
      </dgm:prSet>
      <dgm:spPr/>
      <dgm:t>
        <a:bodyPr/>
        <a:lstStyle/>
        <a:p>
          <a:endParaRPr lang="en-GB"/>
        </a:p>
      </dgm:t>
    </dgm:pt>
    <dgm:pt modelId="{3F2FA2A0-E01C-4CC8-A175-FDD2CDBE7FA8}" type="pres">
      <dgm:prSet presAssocID="{90778DC4-7E48-4B2C-9FA7-8F980A2C31C2}" presName="Accent2" presStyleCnt="0"/>
      <dgm:spPr/>
      <dgm:t>
        <a:bodyPr/>
        <a:lstStyle/>
        <a:p>
          <a:endParaRPr lang="en-GB"/>
        </a:p>
      </dgm:t>
    </dgm:pt>
    <dgm:pt modelId="{7F0273A2-DFCD-4805-90AA-6F332DF2D94A}" type="pres">
      <dgm:prSet presAssocID="{90778DC4-7E48-4B2C-9FA7-8F980A2C31C2}" presName="Accent" presStyleLbl="bgShp" presStyleIdx="1" presStyleCnt="6"/>
      <dgm:spPr/>
      <dgm:t>
        <a:bodyPr/>
        <a:lstStyle/>
        <a:p>
          <a:endParaRPr lang="en-GB"/>
        </a:p>
      </dgm:t>
    </dgm:pt>
    <dgm:pt modelId="{76E2DF38-CB22-4C46-8872-05CB3864CD18}" type="pres">
      <dgm:prSet presAssocID="{90778DC4-7E48-4B2C-9FA7-8F980A2C31C2}" presName="Child2" presStyleLbl="node1" presStyleIdx="1" presStyleCnt="6" custLinFactNeighborX="-1473" custLinFactNeighborY="1394">
        <dgm:presLayoutVars>
          <dgm:chMax val="0"/>
          <dgm:chPref val="0"/>
          <dgm:bulletEnabled val="1"/>
        </dgm:presLayoutVars>
      </dgm:prSet>
      <dgm:spPr/>
      <dgm:t>
        <a:bodyPr/>
        <a:lstStyle/>
        <a:p>
          <a:endParaRPr lang="en-GB"/>
        </a:p>
      </dgm:t>
    </dgm:pt>
    <dgm:pt modelId="{FF069293-D7B6-409B-B414-D3CE1033FCCC}" type="pres">
      <dgm:prSet presAssocID="{9CE2B8EA-FEDD-4D9F-A03E-D91E6094A2BE}" presName="Accent3" presStyleCnt="0"/>
      <dgm:spPr/>
      <dgm:t>
        <a:bodyPr/>
        <a:lstStyle/>
        <a:p>
          <a:endParaRPr lang="en-GB"/>
        </a:p>
      </dgm:t>
    </dgm:pt>
    <dgm:pt modelId="{6A8DBDD1-7785-4847-82D5-931D7F20233A}" type="pres">
      <dgm:prSet presAssocID="{9CE2B8EA-FEDD-4D9F-A03E-D91E6094A2BE}" presName="Accent" presStyleLbl="bgShp" presStyleIdx="2" presStyleCnt="6"/>
      <dgm:spPr/>
      <dgm:t>
        <a:bodyPr/>
        <a:lstStyle/>
        <a:p>
          <a:endParaRPr lang="en-GB"/>
        </a:p>
      </dgm:t>
    </dgm:pt>
    <dgm:pt modelId="{30830000-A553-4E38-8C54-79420FBD7D5A}" type="pres">
      <dgm:prSet presAssocID="{9CE2B8EA-FEDD-4D9F-A03E-D91E6094A2BE}" presName="Child3" presStyleLbl="node1" presStyleIdx="2" presStyleCnt="6">
        <dgm:presLayoutVars>
          <dgm:chMax val="0"/>
          <dgm:chPref val="0"/>
          <dgm:bulletEnabled val="1"/>
        </dgm:presLayoutVars>
      </dgm:prSet>
      <dgm:spPr/>
      <dgm:t>
        <a:bodyPr/>
        <a:lstStyle/>
        <a:p>
          <a:endParaRPr lang="en-GB"/>
        </a:p>
      </dgm:t>
    </dgm:pt>
    <dgm:pt modelId="{B9A0966B-687E-496F-9C63-EA95F2A3618E}" type="pres">
      <dgm:prSet presAssocID="{A28BB058-7700-4C1A-8449-22F5AF489E07}" presName="Accent4" presStyleCnt="0"/>
      <dgm:spPr/>
      <dgm:t>
        <a:bodyPr/>
        <a:lstStyle/>
        <a:p>
          <a:endParaRPr lang="en-GB"/>
        </a:p>
      </dgm:t>
    </dgm:pt>
    <dgm:pt modelId="{883FFAA7-F9D3-4DF9-96C3-1A9319804CA0}" type="pres">
      <dgm:prSet presAssocID="{A28BB058-7700-4C1A-8449-22F5AF489E07}" presName="Accent" presStyleLbl="bgShp" presStyleIdx="3" presStyleCnt="6"/>
      <dgm:spPr/>
      <dgm:t>
        <a:bodyPr/>
        <a:lstStyle/>
        <a:p>
          <a:endParaRPr lang="en-GB"/>
        </a:p>
      </dgm:t>
    </dgm:pt>
    <dgm:pt modelId="{43D9D079-435A-43E8-88F7-EFE28EA96563}" type="pres">
      <dgm:prSet presAssocID="{A28BB058-7700-4C1A-8449-22F5AF489E07}" presName="Child4" presStyleLbl="node1" presStyleIdx="3" presStyleCnt="6">
        <dgm:presLayoutVars>
          <dgm:chMax val="0"/>
          <dgm:chPref val="0"/>
          <dgm:bulletEnabled val="1"/>
        </dgm:presLayoutVars>
      </dgm:prSet>
      <dgm:spPr/>
      <dgm:t>
        <a:bodyPr/>
        <a:lstStyle/>
        <a:p>
          <a:endParaRPr lang="en-GB"/>
        </a:p>
      </dgm:t>
    </dgm:pt>
    <dgm:pt modelId="{FF29FE3A-F24F-45FF-A4F7-5504436145F6}" type="pres">
      <dgm:prSet presAssocID="{08846AA7-E90C-44B3-90C7-5713507432B9}" presName="Accent5" presStyleCnt="0"/>
      <dgm:spPr/>
      <dgm:t>
        <a:bodyPr/>
        <a:lstStyle/>
        <a:p>
          <a:endParaRPr lang="en-GB"/>
        </a:p>
      </dgm:t>
    </dgm:pt>
    <dgm:pt modelId="{5A0E315C-977C-4ED9-AC99-F2F81A7822D6}" type="pres">
      <dgm:prSet presAssocID="{08846AA7-E90C-44B3-90C7-5713507432B9}" presName="Accent" presStyleLbl="bgShp" presStyleIdx="4" presStyleCnt="6"/>
      <dgm:spPr/>
      <dgm:t>
        <a:bodyPr/>
        <a:lstStyle/>
        <a:p>
          <a:endParaRPr lang="en-GB"/>
        </a:p>
      </dgm:t>
    </dgm:pt>
    <dgm:pt modelId="{CEEC4E0C-101B-421D-99E0-E114E30F96D4}" type="pres">
      <dgm:prSet presAssocID="{08846AA7-E90C-44B3-90C7-5713507432B9}" presName="Child5" presStyleLbl="node1" presStyleIdx="4" presStyleCnt="6">
        <dgm:presLayoutVars>
          <dgm:chMax val="0"/>
          <dgm:chPref val="0"/>
          <dgm:bulletEnabled val="1"/>
        </dgm:presLayoutVars>
      </dgm:prSet>
      <dgm:spPr/>
      <dgm:t>
        <a:bodyPr/>
        <a:lstStyle/>
        <a:p>
          <a:endParaRPr lang="en-GB"/>
        </a:p>
      </dgm:t>
    </dgm:pt>
    <dgm:pt modelId="{70027E75-E89D-467C-80DB-A6BBB1998536}" type="pres">
      <dgm:prSet presAssocID="{32982E59-02CD-4CC7-ABD7-53B7762D2B12}" presName="Accent6" presStyleCnt="0"/>
      <dgm:spPr/>
      <dgm:t>
        <a:bodyPr/>
        <a:lstStyle/>
        <a:p>
          <a:endParaRPr lang="en-GB"/>
        </a:p>
      </dgm:t>
    </dgm:pt>
    <dgm:pt modelId="{7956F5D2-C8CC-4AA4-AB8F-DDA8C176BF24}" type="pres">
      <dgm:prSet presAssocID="{32982E59-02CD-4CC7-ABD7-53B7762D2B12}" presName="Accent" presStyleLbl="bgShp" presStyleIdx="5" presStyleCnt="6"/>
      <dgm:spPr>
        <a:blipFill rotWithShape="0">
          <a:blip xmlns:r="http://schemas.openxmlformats.org/officeDocument/2006/relationships" r:embed="rId1">
            <a:extLst>
              <a:ext uri="{28A0092B-C50C-407E-A947-70E740481C1C}">
                <a14:useLocalDpi xmlns:a14="http://schemas.microsoft.com/office/drawing/2010/main" val="0"/>
              </a:ext>
            </a:extLst>
          </a:blip>
          <a:stretch>
            <a:fillRect/>
          </a:stretch>
        </a:blipFill>
      </dgm:spPr>
      <dgm:t>
        <a:bodyPr/>
        <a:lstStyle/>
        <a:p>
          <a:endParaRPr lang="en-GB"/>
        </a:p>
      </dgm:t>
    </dgm:pt>
    <dgm:pt modelId="{154188D1-8F99-4E75-90A2-D99302EB540E}" type="pres">
      <dgm:prSet presAssocID="{32982E59-02CD-4CC7-ABD7-53B7762D2B12}" presName="Child6" presStyleLbl="node1" presStyleIdx="5" presStyleCnt="6">
        <dgm:presLayoutVars>
          <dgm:chMax val="0"/>
          <dgm:chPref val="0"/>
          <dgm:bulletEnabled val="1"/>
        </dgm:presLayoutVars>
      </dgm:prSet>
      <dgm:spPr/>
      <dgm:t>
        <a:bodyPr/>
        <a:lstStyle/>
        <a:p>
          <a:endParaRPr lang="en-GB"/>
        </a:p>
      </dgm:t>
    </dgm:pt>
  </dgm:ptLst>
  <dgm:cxnLst>
    <dgm:cxn modelId="{2AF650F4-13CA-4F54-8A1A-65A08F368934}" type="presOf" srcId="{D9401464-59BF-4294-BF66-70EE0654FA02}" destId="{8AD992C5-F85F-4D92-9F50-5D4CB7993C3D}" srcOrd="0" destOrd="0" presId="urn:microsoft.com/office/officeart/2011/layout/HexagonRadial#2"/>
    <dgm:cxn modelId="{3ADDB16E-4218-4916-87CC-4D0AA67159E6}" srcId="{572188F3-9FB1-47D5-BC96-AC070B6E90C7}" destId="{D9401464-59BF-4294-BF66-70EE0654FA02}" srcOrd="0" destOrd="0" parTransId="{79AAD480-5CCF-4255-BA01-15572179A438}" sibTransId="{892E24AE-A27D-4511-A450-3A1727C8252F}"/>
    <dgm:cxn modelId="{C6B97A13-E199-410F-B8B8-4BCA762282C7}" srcId="{D9401464-59BF-4294-BF66-70EE0654FA02}" destId="{90778DC4-7E48-4B2C-9FA7-8F980A2C31C2}" srcOrd="1" destOrd="0" parTransId="{8EE8C71A-3825-4E91-B88F-F1F3FBF8F29B}" sibTransId="{7795E3F7-039D-4778-B495-14D01E02935D}"/>
    <dgm:cxn modelId="{1C3C63BE-B808-4923-AB00-A22D5DD3D7A1}" srcId="{D9401464-59BF-4294-BF66-70EE0654FA02}" destId="{A28BB058-7700-4C1A-8449-22F5AF489E07}" srcOrd="3" destOrd="0" parTransId="{78E60011-C1C2-410E-BFFE-FF43522D97AD}" sibTransId="{B2E0C665-E859-407A-90EF-7DF697D81DC7}"/>
    <dgm:cxn modelId="{39488AC3-C266-4606-8762-668D74DE4D8C}" type="presOf" srcId="{90778DC4-7E48-4B2C-9FA7-8F980A2C31C2}" destId="{76E2DF38-CB22-4C46-8872-05CB3864CD18}" srcOrd="0" destOrd="0" presId="urn:microsoft.com/office/officeart/2011/layout/HexagonRadial#2"/>
    <dgm:cxn modelId="{01BE98A4-C117-450F-ABF7-AD2542943E09}" type="presOf" srcId="{08846AA7-E90C-44B3-90C7-5713507432B9}" destId="{CEEC4E0C-101B-421D-99E0-E114E30F96D4}" srcOrd="0" destOrd="0" presId="urn:microsoft.com/office/officeart/2011/layout/HexagonRadial#2"/>
    <dgm:cxn modelId="{4545DE56-D099-4CA5-B47F-2E0F0677EDF8}" srcId="{D9401464-59BF-4294-BF66-70EE0654FA02}" destId="{9CE2B8EA-FEDD-4D9F-A03E-D91E6094A2BE}" srcOrd="2" destOrd="0" parTransId="{FD0A8BC8-F0BC-4F92-BB11-423D1994F1AF}" sibTransId="{71D3F13C-64AD-418E-863E-4134255218B5}"/>
    <dgm:cxn modelId="{5DBEC27D-49C2-4B94-9C71-76A31F2C94B0}" type="presOf" srcId="{572188F3-9FB1-47D5-BC96-AC070B6E90C7}" destId="{8AEEFA29-A93E-4C72-B299-AD5800D77900}" srcOrd="0" destOrd="0" presId="urn:microsoft.com/office/officeart/2011/layout/HexagonRadial#2"/>
    <dgm:cxn modelId="{613487A5-B19A-4935-8353-EBED6C7E304E}" type="presOf" srcId="{A28BB058-7700-4C1A-8449-22F5AF489E07}" destId="{43D9D079-435A-43E8-88F7-EFE28EA96563}" srcOrd="0" destOrd="0" presId="urn:microsoft.com/office/officeart/2011/layout/HexagonRadial#2"/>
    <dgm:cxn modelId="{AA2270D8-9EDE-490E-AC1E-401947717C5A}" type="presOf" srcId="{9CE2B8EA-FEDD-4D9F-A03E-D91E6094A2BE}" destId="{30830000-A553-4E38-8C54-79420FBD7D5A}" srcOrd="0" destOrd="0" presId="urn:microsoft.com/office/officeart/2011/layout/HexagonRadial#2"/>
    <dgm:cxn modelId="{9535CC1E-C20B-40CD-95E8-BCC9C3D9590A}" type="presOf" srcId="{CC18DAA4-D3FC-44B1-96AD-05D22DA4A5CB}" destId="{6EF87B21-B1A0-4002-AFA3-083C9F025C3A}" srcOrd="0" destOrd="0" presId="urn:microsoft.com/office/officeart/2011/layout/HexagonRadial#2"/>
    <dgm:cxn modelId="{E3CC780C-AFE9-46F9-941F-D9B5DEF6F2EC}" srcId="{D9401464-59BF-4294-BF66-70EE0654FA02}" destId="{08846AA7-E90C-44B3-90C7-5713507432B9}" srcOrd="4" destOrd="0" parTransId="{38CFB952-6096-4BC5-8222-95241DE740C2}" sibTransId="{DDE67675-0C9F-47F6-9BDF-554FCF0B80AF}"/>
    <dgm:cxn modelId="{36670866-49F1-4824-9FBE-E10273CD7111}" srcId="{D9401464-59BF-4294-BF66-70EE0654FA02}" destId="{32982E59-02CD-4CC7-ABD7-53B7762D2B12}" srcOrd="5" destOrd="0" parTransId="{94BBE739-F564-4B78-B979-4E500A5CE6A7}" sibTransId="{B2359486-32FB-43AC-8367-7ABFE2202951}"/>
    <dgm:cxn modelId="{7791FAB0-6744-402E-BC90-BC989E73883F}" srcId="{D9401464-59BF-4294-BF66-70EE0654FA02}" destId="{CC18DAA4-D3FC-44B1-96AD-05D22DA4A5CB}" srcOrd="0" destOrd="0" parTransId="{1AB2CA4B-60D4-4D7C-92E4-F8D120C807B4}" sibTransId="{72D4550F-F21D-47F0-910E-1C179FF33882}"/>
    <dgm:cxn modelId="{40C69288-DB5C-4CDC-8D04-C05F5A5D4EF7}" type="presOf" srcId="{32982E59-02CD-4CC7-ABD7-53B7762D2B12}" destId="{154188D1-8F99-4E75-90A2-D99302EB540E}" srcOrd="0" destOrd="0" presId="urn:microsoft.com/office/officeart/2011/layout/HexagonRadial#2"/>
    <dgm:cxn modelId="{67706851-ABEB-407B-8A11-76C2605CEF34}" type="presParOf" srcId="{8AEEFA29-A93E-4C72-B299-AD5800D77900}" destId="{8AD992C5-F85F-4D92-9F50-5D4CB7993C3D}" srcOrd="0" destOrd="0" presId="urn:microsoft.com/office/officeart/2011/layout/HexagonRadial#2"/>
    <dgm:cxn modelId="{7185E9A5-3530-4FD8-8399-1517038F814B}" type="presParOf" srcId="{8AEEFA29-A93E-4C72-B299-AD5800D77900}" destId="{09C86F38-9F7A-4050-83B5-CB214208CC78}" srcOrd="1" destOrd="0" presId="urn:microsoft.com/office/officeart/2011/layout/HexagonRadial#2"/>
    <dgm:cxn modelId="{4B45B86E-C184-4030-8C70-FCACF1F71704}" type="presParOf" srcId="{09C86F38-9F7A-4050-83B5-CB214208CC78}" destId="{D68F5B25-2DE8-46C4-A60F-8776173323E7}" srcOrd="0" destOrd="0" presId="urn:microsoft.com/office/officeart/2011/layout/HexagonRadial#2"/>
    <dgm:cxn modelId="{41EC0AFF-5EBB-4371-8FBD-D98A5766AC4C}" type="presParOf" srcId="{8AEEFA29-A93E-4C72-B299-AD5800D77900}" destId="{6EF87B21-B1A0-4002-AFA3-083C9F025C3A}" srcOrd="2" destOrd="0" presId="urn:microsoft.com/office/officeart/2011/layout/HexagonRadial#2"/>
    <dgm:cxn modelId="{887C621C-72A3-49DB-8904-8A5F6AA20E10}" type="presParOf" srcId="{8AEEFA29-A93E-4C72-B299-AD5800D77900}" destId="{3F2FA2A0-E01C-4CC8-A175-FDD2CDBE7FA8}" srcOrd="3" destOrd="0" presId="urn:microsoft.com/office/officeart/2011/layout/HexagonRadial#2"/>
    <dgm:cxn modelId="{B526C5CE-879A-4FEC-8759-F49E22817F33}" type="presParOf" srcId="{3F2FA2A0-E01C-4CC8-A175-FDD2CDBE7FA8}" destId="{7F0273A2-DFCD-4805-90AA-6F332DF2D94A}" srcOrd="0" destOrd="0" presId="urn:microsoft.com/office/officeart/2011/layout/HexagonRadial#2"/>
    <dgm:cxn modelId="{659AD82A-F575-492F-A6F2-C48F5C28AC1E}" type="presParOf" srcId="{8AEEFA29-A93E-4C72-B299-AD5800D77900}" destId="{76E2DF38-CB22-4C46-8872-05CB3864CD18}" srcOrd="4" destOrd="0" presId="urn:microsoft.com/office/officeart/2011/layout/HexagonRadial#2"/>
    <dgm:cxn modelId="{B4A3145F-4DB4-4CEB-853B-B4A454412C12}" type="presParOf" srcId="{8AEEFA29-A93E-4C72-B299-AD5800D77900}" destId="{FF069293-D7B6-409B-B414-D3CE1033FCCC}" srcOrd="5" destOrd="0" presId="urn:microsoft.com/office/officeart/2011/layout/HexagonRadial#2"/>
    <dgm:cxn modelId="{D4FEE315-CEF0-49ED-B826-7EA4A4267C77}" type="presParOf" srcId="{FF069293-D7B6-409B-B414-D3CE1033FCCC}" destId="{6A8DBDD1-7785-4847-82D5-931D7F20233A}" srcOrd="0" destOrd="0" presId="urn:microsoft.com/office/officeart/2011/layout/HexagonRadial#2"/>
    <dgm:cxn modelId="{6F5BA5D8-2EE6-403C-B463-FF3E85273F2A}" type="presParOf" srcId="{8AEEFA29-A93E-4C72-B299-AD5800D77900}" destId="{30830000-A553-4E38-8C54-79420FBD7D5A}" srcOrd="6" destOrd="0" presId="urn:microsoft.com/office/officeart/2011/layout/HexagonRadial#2"/>
    <dgm:cxn modelId="{9A063824-8BBA-4ED0-8B30-413B94584B7D}" type="presParOf" srcId="{8AEEFA29-A93E-4C72-B299-AD5800D77900}" destId="{B9A0966B-687E-496F-9C63-EA95F2A3618E}" srcOrd="7" destOrd="0" presId="urn:microsoft.com/office/officeart/2011/layout/HexagonRadial#2"/>
    <dgm:cxn modelId="{161F7DA1-7E20-47C9-9F65-C797B3C753F7}" type="presParOf" srcId="{B9A0966B-687E-496F-9C63-EA95F2A3618E}" destId="{883FFAA7-F9D3-4DF9-96C3-1A9319804CA0}" srcOrd="0" destOrd="0" presId="urn:microsoft.com/office/officeart/2011/layout/HexagonRadial#2"/>
    <dgm:cxn modelId="{AFA550B1-8563-4237-83FC-34D5C5EFA63D}" type="presParOf" srcId="{8AEEFA29-A93E-4C72-B299-AD5800D77900}" destId="{43D9D079-435A-43E8-88F7-EFE28EA96563}" srcOrd="8" destOrd="0" presId="urn:microsoft.com/office/officeart/2011/layout/HexagonRadial#2"/>
    <dgm:cxn modelId="{1ED1620F-9FBA-4700-946B-8D8AB6D9E317}" type="presParOf" srcId="{8AEEFA29-A93E-4C72-B299-AD5800D77900}" destId="{FF29FE3A-F24F-45FF-A4F7-5504436145F6}" srcOrd="9" destOrd="0" presId="urn:microsoft.com/office/officeart/2011/layout/HexagonRadial#2"/>
    <dgm:cxn modelId="{089C96E2-AED1-498E-A511-2C48DB02628F}" type="presParOf" srcId="{FF29FE3A-F24F-45FF-A4F7-5504436145F6}" destId="{5A0E315C-977C-4ED9-AC99-F2F81A7822D6}" srcOrd="0" destOrd="0" presId="urn:microsoft.com/office/officeart/2011/layout/HexagonRadial#2"/>
    <dgm:cxn modelId="{09D2ABE6-530D-42BE-8433-2B13CDA3C9BC}" type="presParOf" srcId="{8AEEFA29-A93E-4C72-B299-AD5800D77900}" destId="{CEEC4E0C-101B-421D-99E0-E114E30F96D4}" srcOrd="10" destOrd="0" presId="urn:microsoft.com/office/officeart/2011/layout/HexagonRadial#2"/>
    <dgm:cxn modelId="{4A24408D-9731-4DEA-88D4-6E18012F3BBC}" type="presParOf" srcId="{8AEEFA29-A93E-4C72-B299-AD5800D77900}" destId="{70027E75-E89D-467C-80DB-A6BBB1998536}" srcOrd="11" destOrd="0" presId="urn:microsoft.com/office/officeart/2011/layout/HexagonRadial#2"/>
    <dgm:cxn modelId="{920F8F99-A57F-400E-ADA0-E225E5B532DB}" type="presParOf" srcId="{70027E75-E89D-467C-80DB-A6BBB1998536}" destId="{7956F5D2-C8CC-4AA4-AB8F-DDA8C176BF24}" srcOrd="0" destOrd="0" presId="urn:microsoft.com/office/officeart/2011/layout/HexagonRadial#2"/>
    <dgm:cxn modelId="{53A6A506-8C69-4903-9043-5514A1C4CF0A}" type="presParOf" srcId="{8AEEFA29-A93E-4C72-B299-AD5800D77900}" destId="{154188D1-8F99-4E75-90A2-D99302EB540E}" srcOrd="12" destOrd="0" presId="urn:microsoft.com/office/officeart/2011/layout/HexagonRadial#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31D397-AF17-4A89-BA02-0A545B7425FB}" type="doc">
      <dgm:prSet loTypeId="urn:microsoft.com/office/officeart/2005/8/layout/vList5" loCatId="list" qsTypeId="urn:microsoft.com/office/officeart/2005/8/quickstyle/3d1" qsCatId="3D" csTypeId="urn:microsoft.com/office/officeart/2005/8/colors/accent1_2" csCatId="accent1" phldr="1"/>
      <dgm:spPr/>
      <dgm:t>
        <a:bodyPr/>
        <a:lstStyle/>
        <a:p>
          <a:endParaRPr lang="en-GB"/>
        </a:p>
      </dgm:t>
    </dgm:pt>
    <dgm:pt modelId="{550749AD-D6A2-46E5-8AE1-37F0FB9CEF45}">
      <dgm:prSet phldrT="[Text]"/>
      <dgm:spPr/>
      <dgm:t>
        <a:bodyPr/>
        <a:lstStyle/>
        <a:p>
          <a:r>
            <a:rPr lang="en-GB" dirty="0" smtClean="0"/>
            <a:t>Create a Digital Vision</a:t>
          </a:r>
          <a:endParaRPr lang="en-GB" dirty="0"/>
        </a:p>
      </dgm:t>
    </dgm:pt>
    <dgm:pt modelId="{6E996B3A-B64D-4A65-A828-2CA56B357A7B}" type="parTrans" cxnId="{6831F77C-DAC5-4BE9-B9B7-CCF3C6E34C93}">
      <dgm:prSet/>
      <dgm:spPr/>
      <dgm:t>
        <a:bodyPr/>
        <a:lstStyle/>
        <a:p>
          <a:endParaRPr lang="en-GB"/>
        </a:p>
      </dgm:t>
    </dgm:pt>
    <dgm:pt modelId="{9A83142B-5340-4FA6-9E8A-805B99BA88AA}" type="sibTrans" cxnId="{6831F77C-DAC5-4BE9-B9B7-CCF3C6E34C93}">
      <dgm:prSet/>
      <dgm:spPr/>
      <dgm:t>
        <a:bodyPr/>
        <a:lstStyle/>
        <a:p>
          <a:endParaRPr lang="en-GB"/>
        </a:p>
      </dgm:t>
    </dgm:pt>
    <dgm:pt modelId="{1621C48D-8A9C-45AE-99B8-DB05FBACABC2}">
      <dgm:prSet phldrT="[Text]"/>
      <dgm:spPr/>
      <dgm:t>
        <a:bodyPr/>
        <a:lstStyle/>
        <a:p>
          <a:r>
            <a:rPr lang="en-GB" dirty="0" smtClean="0"/>
            <a:t>Establish clear leadership</a:t>
          </a:r>
          <a:endParaRPr lang="en-GB" dirty="0"/>
        </a:p>
      </dgm:t>
    </dgm:pt>
    <dgm:pt modelId="{4884D407-899F-4376-AA2F-94E15526C779}" type="parTrans" cxnId="{9FC00982-8A27-465E-A8B0-B0E86A44F3E5}">
      <dgm:prSet/>
      <dgm:spPr/>
      <dgm:t>
        <a:bodyPr/>
        <a:lstStyle/>
        <a:p>
          <a:endParaRPr lang="en-GB"/>
        </a:p>
      </dgm:t>
    </dgm:pt>
    <dgm:pt modelId="{50E7F1BA-4A12-4C23-B0AC-6BE76217BC6F}" type="sibTrans" cxnId="{9FC00982-8A27-465E-A8B0-B0E86A44F3E5}">
      <dgm:prSet/>
      <dgm:spPr/>
      <dgm:t>
        <a:bodyPr/>
        <a:lstStyle/>
        <a:p>
          <a:endParaRPr lang="en-GB"/>
        </a:p>
      </dgm:t>
    </dgm:pt>
    <dgm:pt modelId="{1F2EE405-B21B-49A8-BA4D-AAE015DE2D61}">
      <dgm:prSet phldrT="[Text]"/>
      <dgm:spPr/>
      <dgm:t>
        <a:bodyPr/>
        <a:lstStyle/>
        <a:p>
          <a:r>
            <a:rPr lang="en-GB" dirty="0" smtClean="0"/>
            <a:t>Adopt a Continuous Improvement culture</a:t>
          </a:r>
          <a:endParaRPr lang="en-GB" dirty="0"/>
        </a:p>
      </dgm:t>
    </dgm:pt>
    <dgm:pt modelId="{21C42F44-5F1E-4C0D-9C93-45FEB5482856}" type="parTrans" cxnId="{852DE563-7960-46DD-BE27-2B65BFF4D304}">
      <dgm:prSet/>
      <dgm:spPr/>
      <dgm:t>
        <a:bodyPr/>
        <a:lstStyle/>
        <a:p>
          <a:endParaRPr lang="en-GB"/>
        </a:p>
      </dgm:t>
    </dgm:pt>
    <dgm:pt modelId="{2EF11422-FA49-481B-AEE0-6EFB102C731D}" type="sibTrans" cxnId="{852DE563-7960-46DD-BE27-2B65BFF4D304}">
      <dgm:prSet/>
      <dgm:spPr/>
      <dgm:t>
        <a:bodyPr/>
        <a:lstStyle/>
        <a:p>
          <a:endParaRPr lang="en-GB"/>
        </a:p>
      </dgm:t>
    </dgm:pt>
    <dgm:pt modelId="{2CE31C32-5B69-4D25-B670-0D98FA4D7C24}">
      <dgm:prSet phldrT="[Text]" custT="1"/>
      <dgm:spPr/>
      <dgm:t>
        <a:bodyPr/>
        <a:lstStyle/>
        <a:p>
          <a:r>
            <a:rPr lang="en-GB" sz="1000" dirty="0" smtClean="0"/>
            <a:t>Feedback and learning is key in digital transformation. As the organisation transforms, new opportunities will present themselves and an appropriate culture of continuous improvement is required, with staff acquiring new skills.</a:t>
          </a:r>
          <a:endParaRPr lang="en-GB" sz="1000" dirty="0"/>
        </a:p>
      </dgm:t>
    </dgm:pt>
    <dgm:pt modelId="{93606271-F39B-49D5-94E4-0CB8A4D9EE02}" type="parTrans" cxnId="{A77C3ACB-33E4-4B88-881D-B44D31D76E9B}">
      <dgm:prSet/>
      <dgm:spPr/>
      <dgm:t>
        <a:bodyPr/>
        <a:lstStyle/>
        <a:p>
          <a:endParaRPr lang="en-GB"/>
        </a:p>
      </dgm:t>
    </dgm:pt>
    <dgm:pt modelId="{6F3C9DB6-818D-411D-9EDB-08C6FEB3875D}" type="sibTrans" cxnId="{A77C3ACB-33E4-4B88-881D-B44D31D76E9B}">
      <dgm:prSet/>
      <dgm:spPr/>
      <dgm:t>
        <a:bodyPr/>
        <a:lstStyle/>
        <a:p>
          <a:endParaRPr lang="en-GB"/>
        </a:p>
      </dgm:t>
    </dgm:pt>
    <dgm:pt modelId="{4035E6F0-2653-49EC-B354-44AE1F80D034}">
      <dgm:prSet phldrT="[Text]"/>
      <dgm:spPr/>
      <dgm:t>
        <a:bodyPr/>
        <a:lstStyle/>
        <a:p>
          <a:r>
            <a:rPr lang="en-GB" dirty="0" smtClean="0"/>
            <a:t>Select appropriate digital technologies</a:t>
          </a:r>
          <a:endParaRPr lang="en-GB" dirty="0"/>
        </a:p>
      </dgm:t>
    </dgm:pt>
    <dgm:pt modelId="{A35849ED-CA84-42AE-A041-E9A3128B8DBF}" type="parTrans" cxnId="{5536AB98-41E8-4E49-83A5-10004DD4C85E}">
      <dgm:prSet/>
      <dgm:spPr/>
      <dgm:t>
        <a:bodyPr/>
        <a:lstStyle/>
        <a:p>
          <a:endParaRPr lang="en-GB"/>
        </a:p>
      </dgm:t>
    </dgm:pt>
    <dgm:pt modelId="{525C8A4C-94AE-4899-9DB0-D0AE8B431D5B}" type="sibTrans" cxnId="{5536AB98-41E8-4E49-83A5-10004DD4C85E}">
      <dgm:prSet/>
      <dgm:spPr/>
      <dgm:t>
        <a:bodyPr/>
        <a:lstStyle/>
        <a:p>
          <a:endParaRPr lang="en-GB"/>
        </a:p>
      </dgm:t>
    </dgm:pt>
    <dgm:pt modelId="{F02A1940-7240-43CB-A952-0E5350D4C733}">
      <dgm:prSet phldrT="[Text]" custT="1"/>
      <dgm:spPr/>
      <dgm:t>
        <a:bodyPr/>
        <a:lstStyle/>
        <a:p>
          <a:r>
            <a:rPr lang="en-GB" sz="1000" dirty="0" smtClean="0"/>
            <a:t> Create a clear vision for how digital technology can support and drive the organisation’s corporate strategy.  This requires an understanding of the potential of new technology combined with a clearly defined commercial strategy</a:t>
          </a:r>
          <a:endParaRPr lang="en-GB" sz="1000" dirty="0"/>
        </a:p>
      </dgm:t>
    </dgm:pt>
    <dgm:pt modelId="{F7B066C8-63DE-4820-BF3B-65E1653DDCF2}" type="parTrans" cxnId="{BC9972DF-53CD-43A8-88C8-750F308D503B}">
      <dgm:prSet/>
      <dgm:spPr/>
      <dgm:t>
        <a:bodyPr/>
        <a:lstStyle/>
        <a:p>
          <a:endParaRPr lang="en-GB"/>
        </a:p>
      </dgm:t>
    </dgm:pt>
    <dgm:pt modelId="{939CF3E0-00E2-46C4-A10B-026525EBDCD6}" type="sibTrans" cxnId="{BC9972DF-53CD-43A8-88C8-750F308D503B}">
      <dgm:prSet/>
      <dgm:spPr/>
      <dgm:t>
        <a:bodyPr/>
        <a:lstStyle/>
        <a:p>
          <a:endParaRPr lang="en-GB"/>
        </a:p>
      </dgm:t>
    </dgm:pt>
    <dgm:pt modelId="{EB542997-2A67-4CF1-BF21-44719B99A454}">
      <dgm:prSet phldrT="[Text]" custT="1"/>
      <dgm:spPr/>
      <dgm:t>
        <a:bodyPr/>
        <a:lstStyle/>
        <a:p>
          <a:r>
            <a:rPr lang="en-GB" sz="1000" dirty="0" smtClean="0"/>
            <a:t>For digital transformation to succeed it requires full commitment from senior management across all functions.  Therefore there has to be a clear and agreed vision that transcends departmental boundaries, with a clear sponsorship structure for digital initiatives</a:t>
          </a:r>
          <a:endParaRPr lang="en-GB" sz="1000" dirty="0"/>
        </a:p>
      </dgm:t>
    </dgm:pt>
    <dgm:pt modelId="{9929562A-0345-4D63-AC9A-95DE83FC784F}" type="parTrans" cxnId="{2E7D3B3B-D1ED-4DF3-BDAF-9B7240382695}">
      <dgm:prSet/>
      <dgm:spPr/>
      <dgm:t>
        <a:bodyPr/>
        <a:lstStyle/>
        <a:p>
          <a:endParaRPr lang="en-GB"/>
        </a:p>
      </dgm:t>
    </dgm:pt>
    <dgm:pt modelId="{0491A2C1-FF85-4AC3-87AD-5E9B656FD671}" type="sibTrans" cxnId="{2E7D3B3B-D1ED-4DF3-BDAF-9B7240382695}">
      <dgm:prSet/>
      <dgm:spPr/>
      <dgm:t>
        <a:bodyPr/>
        <a:lstStyle/>
        <a:p>
          <a:endParaRPr lang="en-GB"/>
        </a:p>
      </dgm:t>
    </dgm:pt>
    <dgm:pt modelId="{4C2C3EAA-0978-40AF-A1B9-D4B7F16C0776}">
      <dgm:prSet phldrT="[Text]" custT="1"/>
      <dgm:spPr/>
      <dgm:t>
        <a:bodyPr/>
        <a:lstStyle/>
        <a:p>
          <a:r>
            <a:rPr lang="en-GB" sz="1000" dirty="0" smtClean="0"/>
            <a:t>Our experience tells us that the best approach to digital change is to avoid dismissing early ideas in order to generate a long-list of digital initiatives, which can then be evaluated against the Digital Vision</a:t>
          </a:r>
          <a:endParaRPr lang="en-GB" sz="1000" dirty="0"/>
        </a:p>
      </dgm:t>
    </dgm:pt>
    <dgm:pt modelId="{1D00B73F-C32E-46B8-8280-D4C54CC7DDAE}" type="parTrans" cxnId="{3742F17C-D190-4AFA-BAAE-5C6E9A7569F7}">
      <dgm:prSet/>
      <dgm:spPr/>
      <dgm:t>
        <a:bodyPr/>
        <a:lstStyle/>
        <a:p>
          <a:endParaRPr lang="en-GB"/>
        </a:p>
      </dgm:t>
    </dgm:pt>
    <dgm:pt modelId="{57C5C51C-D2A7-4BD0-A7AF-FD863141CAF9}" type="sibTrans" cxnId="{3742F17C-D190-4AFA-BAAE-5C6E9A7569F7}">
      <dgm:prSet/>
      <dgm:spPr/>
      <dgm:t>
        <a:bodyPr/>
        <a:lstStyle/>
        <a:p>
          <a:endParaRPr lang="en-GB"/>
        </a:p>
      </dgm:t>
    </dgm:pt>
    <dgm:pt modelId="{2C66580C-F2F9-4E2C-9213-5267BCAB5A78}">
      <dgm:prSet phldrT="[Text]"/>
      <dgm:spPr/>
      <dgm:t>
        <a:bodyPr/>
        <a:lstStyle/>
        <a:p>
          <a:r>
            <a:rPr lang="en-GB" dirty="0" smtClean="0"/>
            <a:t>Build momentum</a:t>
          </a:r>
          <a:endParaRPr lang="en-GB" dirty="0"/>
        </a:p>
      </dgm:t>
    </dgm:pt>
    <dgm:pt modelId="{9963F938-45C7-4022-8A90-BC3B97D3F8AA}" type="parTrans" cxnId="{0ED5B981-B5EB-4F64-9DB3-37B089D84C8E}">
      <dgm:prSet/>
      <dgm:spPr/>
      <dgm:t>
        <a:bodyPr/>
        <a:lstStyle/>
        <a:p>
          <a:endParaRPr lang="en-GB"/>
        </a:p>
      </dgm:t>
    </dgm:pt>
    <dgm:pt modelId="{DD5AFE6D-800C-47DF-9762-6D1774BE655D}" type="sibTrans" cxnId="{0ED5B981-B5EB-4F64-9DB3-37B089D84C8E}">
      <dgm:prSet/>
      <dgm:spPr/>
      <dgm:t>
        <a:bodyPr/>
        <a:lstStyle/>
        <a:p>
          <a:endParaRPr lang="en-GB"/>
        </a:p>
      </dgm:t>
    </dgm:pt>
    <dgm:pt modelId="{E2613F82-71CA-40FF-8DF8-71A901E33406}">
      <dgm:prSet phldrT="[Text]" custT="1"/>
      <dgm:spPr/>
      <dgm:t>
        <a:bodyPr/>
        <a:lstStyle/>
        <a:p>
          <a:r>
            <a:rPr lang="en-GB" sz="1000" dirty="0" smtClean="0"/>
            <a:t>No organisation can do everything at once.  It is vital to be realistic with digital transformation, starting with quick wins and building momentum to drive the transformation forward. </a:t>
          </a:r>
          <a:endParaRPr lang="en-GB" sz="1000" dirty="0"/>
        </a:p>
      </dgm:t>
    </dgm:pt>
    <dgm:pt modelId="{0A77D154-C3AF-4CD9-AAD7-CDC020CC649B}" type="parTrans" cxnId="{F161B9FE-4388-4AD3-B7EA-77495CDBCC17}">
      <dgm:prSet/>
      <dgm:spPr/>
      <dgm:t>
        <a:bodyPr/>
        <a:lstStyle/>
        <a:p>
          <a:endParaRPr lang="en-GB"/>
        </a:p>
      </dgm:t>
    </dgm:pt>
    <dgm:pt modelId="{81674620-4D55-4726-ABBF-46636D8D5D5C}" type="sibTrans" cxnId="{F161B9FE-4388-4AD3-B7EA-77495CDBCC17}">
      <dgm:prSet/>
      <dgm:spPr/>
      <dgm:t>
        <a:bodyPr/>
        <a:lstStyle/>
        <a:p>
          <a:endParaRPr lang="en-GB"/>
        </a:p>
      </dgm:t>
    </dgm:pt>
    <dgm:pt modelId="{A9365479-5B51-41C0-BA94-8EA43C5431ED}" type="pres">
      <dgm:prSet presAssocID="{4D31D397-AF17-4A89-BA02-0A545B7425FB}" presName="Name0" presStyleCnt="0">
        <dgm:presLayoutVars>
          <dgm:dir/>
          <dgm:animLvl val="lvl"/>
          <dgm:resizeHandles val="exact"/>
        </dgm:presLayoutVars>
      </dgm:prSet>
      <dgm:spPr/>
      <dgm:t>
        <a:bodyPr/>
        <a:lstStyle/>
        <a:p>
          <a:endParaRPr lang="en-GB"/>
        </a:p>
      </dgm:t>
    </dgm:pt>
    <dgm:pt modelId="{0408D215-F6C1-477D-9BDB-1A88A4EA201D}" type="pres">
      <dgm:prSet presAssocID="{550749AD-D6A2-46E5-8AE1-37F0FB9CEF45}" presName="linNode" presStyleCnt="0"/>
      <dgm:spPr/>
      <dgm:t>
        <a:bodyPr/>
        <a:lstStyle/>
        <a:p>
          <a:endParaRPr lang="en-GB"/>
        </a:p>
      </dgm:t>
    </dgm:pt>
    <dgm:pt modelId="{B9BB24FE-AFCF-45FA-99DD-C1BE473366E6}" type="pres">
      <dgm:prSet presAssocID="{550749AD-D6A2-46E5-8AE1-37F0FB9CEF45}" presName="parentText" presStyleLbl="node1" presStyleIdx="0" presStyleCnt="5">
        <dgm:presLayoutVars>
          <dgm:chMax val="1"/>
          <dgm:bulletEnabled val="1"/>
        </dgm:presLayoutVars>
      </dgm:prSet>
      <dgm:spPr/>
      <dgm:t>
        <a:bodyPr/>
        <a:lstStyle/>
        <a:p>
          <a:endParaRPr lang="en-GB"/>
        </a:p>
      </dgm:t>
    </dgm:pt>
    <dgm:pt modelId="{35BD5E24-2069-40A0-AA2E-A131E48B6890}" type="pres">
      <dgm:prSet presAssocID="{550749AD-D6A2-46E5-8AE1-37F0FB9CEF45}" presName="descendantText" presStyleLbl="alignAccFollowNode1" presStyleIdx="0" presStyleCnt="5" custScaleX="180757">
        <dgm:presLayoutVars>
          <dgm:bulletEnabled val="1"/>
        </dgm:presLayoutVars>
      </dgm:prSet>
      <dgm:spPr/>
      <dgm:t>
        <a:bodyPr/>
        <a:lstStyle/>
        <a:p>
          <a:endParaRPr lang="en-GB"/>
        </a:p>
      </dgm:t>
    </dgm:pt>
    <dgm:pt modelId="{B51C27A1-5FB6-4AAF-8336-814FE1A390F3}" type="pres">
      <dgm:prSet presAssocID="{9A83142B-5340-4FA6-9E8A-805B99BA88AA}" presName="sp" presStyleCnt="0"/>
      <dgm:spPr/>
      <dgm:t>
        <a:bodyPr/>
        <a:lstStyle/>
        <a:p>
          <a:endParaRPr lang="en-GB"/>
        </a:p>
      </dgm:t>
    </dgm:pt>
    <dgm:pt modelId="{1A4A2C9F-47DA-4B43-93DD-90BC1164C14C}" type="pres">
      <dgm:prSet presAssocID="{1621C48D-8A9C-45AE-99B8-DB05FBACABC2}" presName="linNode" presStyleCnt="0"/>
      <dgm:spPr/>
      <dgm:t>
        <a:bodyPr/>
        <a:lstStyle/>
        <a:p>
          <a:endParaRPr lang="en-GB"/>
        </a:p>
      </dgm:t>
    </dgm:pt>
    <dgm:pt modelId="{3D1AB65D-813D-48D5-9F8F-2DB201CB1437}" type="pres">
      <dgm:prSet presAssocID="{1621C48D-8A9C-45AE-99B8-DB05FBACABC2}" presName="parentText" presStyleLbl="node1" presStyleIdx="1" presStyleCnt="5">
        <dgm:presLayoutVars>
          <dgm:chMax val="1"/>
          <dgm:bulletEnabled val="1"/>
        </dgm:presLayoutVars>
      </dgm:prSet>
      <dgm:spPr/>
      <dgm:t>
        <a:bodyPr/>
        <a:lstStyle/>
        <a:p>
          <a:endParaRPr lang="en-GB"/>
        </a:p>
      </dgm:t>
    </dgm:pt>
    <dgm:pt modelId="{8E7644E6-B29D-4292-ABBA-DA6F4B955786}" type="pres">
      <dgm:prSet presAssocID="{1621C48D-8A9C-45AE-99B8-DB05FBACABC2}" presName="descendantText" presStyleLbl="alignAccFollowNode1" presStyleIdx="1" presStyleCnt="5" custScaleX="180757">
        <dgm:presLayoutVars>
          <dgm:bulletEnabled val="1"/>
        </dgm:presLayoutVars>
      </dgm:prSet>
      <dgm:spPr/>
      <dgm:t>
        <a:bodyPr/>
        <a:lstStyle/>
        <a:p>
          <a:endParaRPr lang="en-GB"/>
        </a:p>
      </dgm:t>
    </dgm:pt>
    <dgm:pt modelId="{058A843F-D8C1-4BC3-B535-5E2189427D8B}" type="pres">
      <dgm:prSet presAssocID="{50E7F1BA-4A12-4C23-B0AC-6BE76217BC6F}" presName="sp" presStyleCnt="0"/>
      <dgm:spPr/>
      <dgm:t>
        <a:bodyPr/>
        <a:lstStyle/>
        <a:p>
          <a:endParaRPr lang="en-GB"/>
        </a:p>
      </dgm:t>
    </dgm:pt>
    <dgm:pt modelId="{083B4C1B-09A4-4C88-91A4-9017BDF93337}" type="pres">
      <dgm:prSet presAssocID="{4035E6F0-2653-49EC-B354-44AE1F80D034}" presName="linNode" presStyleCnt="0"/>
      <dgm:spPr/>
      <dgm:t>
        <a:bodyPr/>
        <a:lstStyle/>
        <a:p>
          <a:endParaRPr lang="en-GB"/>
        </a:p>
      </dgm:t>
    </dgm:pt>
    <dgm:pt modelId="{54B1FF44-AD08-4837-AB4F-8E3A4A3CCA5F}" type="pres">
      <dgm:prSet presAssocID="{4035E6F0-2653-49EC-B354-44AE1F80D034}" presName="parentText" presStyleLbl="node1" presStyleIdx="2" presStyleCnt="5">
        <dgm:presLayoutVars>
          <dgm:chMax val="1"/>
          <dgm:bulletEnabled val="1"/>
        </dgm:presLayoutVars>
      </dgm:prSet>
      <dgm:spPr/>
      <dgm:t>
        <a:bodyPr/>
        <a:lstStyle/>
        <a:p>
          <a:endParaRPr lang="en-GB"/>
        </a:p>
      </dgm:t>
    </dgm:pt>
    <dgm:pt modelId="{0BE12B2B-C2A9-4CDE-AE16-7EB3A5638AEA}" type="pres">
      <dgm:prSet presAssocID="{4035E6F0-2653-49EC-B354-44AE1F80D034}" presName="descendantText" presStyleLbl="alignAccFollowNode1" presStyleIdx="2" presStyleCnt="5" custScaleX="180757">
        <dgm:presLayoutVars>
          <dgm:bulletEnabled val="1"/>
        </dgm:presLayoutVars>
      </dgm:prSet>
      <dgm:spPr/>
      <dgm:t>
        <a:bodyPr/>
        <a:lstStyle/>
        <a:p>
          <a:endParaRPr lang="en-GB"/>
        </a:p>
      </dgm:t>
    </dgm:pt>
    <dgm:pt modelId="{87A7BA0E-0F8D-474B-A6F8-BF92B5D7A234}" type="pres">
      <dgm:prSet presAssocID="{525C8A4C-94AE-4899-9DB0-D0AE8B431D5B}" presName="sp" presStyleCnt="0"/>
      <dgm:spPr/>
      <dgm:t>
        <a:bodyPr/>
        <a:lstStyle/>
        <a:p>
          <a:endParaRPr lang="en-GB"/>
        </a:p>
      </dgm:t>
    </dgm:pt>
    <dgm:pt modelId="{CDDA1617-E50A-485A-8FA4-3644FA0E9E56}" type="pres">
      <dgm:prSet presAssocID="{2C66580C-F2F9-4E2C-9213-5267BCAB5A78}" presName="linNode" presStyleCnt="0"/>
      <dgm:spPr/>
    </dgm:pt>
    <dgm:pt modelId="{066EDDCC-CD9C-4833-BABA-D90596DE672F}" type="pres">
      <dgm:prSet presAssocID="{2C66580C-F2F9-4E2C-9213-5267BCAB5A78}" presName="parentText" presStyleLbl="node1" presStyleIdx="3" presStyleCnt="5">
        <dgm:presLayoutVars>
          <dgm:chMax val="1"/>
          <dgm:bulletEnabled val="1"/>
        </dgm:presLayoutVars>
      </dgm:prSet>
      <dgm:spPr/>
      <dgm:t>
        <a:bodyPr/>
        <a:lstStyle/>
        <a:p>
          <a:endParaRPr lang="en-GB"/>
        </a:p>
      </dgm:t>
    </dgm:pt>
    <dgm:pt modelId="{E3021AA5-EB3E-4DDC-BD69-C24A75E0A694}" type="pres">
      <dgm:prSet presAssocID="{2C66580C-F2F9-4E2C-9213-5267BCAB5A78}" presName="descendantText" presStyleLbl="alignAccFollowNode1" presStyleIdx="3" presStyleCnt="5" custScaleX="180757">
        <dgm:presLayoutVars>
          <dgm:bulletEnabled val="1"/>
        </dgm:presLayoutVars>
      </dgm:prSet>
      <dgm:spPr/>
      <dgm:t>
        <a:bodyPr/>
        <a:lstStyle/>
        <a:p>
          <a:endParaRPr lang="en-GB"/>
        </a:p>
      </dgm:t>
    </dgm:pt>
    <dgm:pt modelId="{FBB7272F-7C4F-49DB-B865-F793428E55A8}" type="pres">
      <dgm:prSet presAssocID="{DD5AFE6D-800C-47DF-9762-6D1774BE655D}" presName="sp" presStyleCnt="0"/>
      <dgm:spPr/>
    </dgm:pt>
    <dgm:pt modelId="{B5CDAEC5-2467-42E5-A6E6-AD5F7721EE80}" type="pres">
      <dgm:prSet presAssocID="{1F2EE405-B21B-49A8-BA4D-AAE015DE2D61}" presName="linNode" presStyleCnt="0"/>
      <dgm:spPr/>
      <dgm:t>
        <a:bodyPr/>
        <a:lstStyle/>
        <a:p>
          <a:endParaRPr lang="en-GB"/>
        </a:p>
      </dgm:t>
    </dgm:pt>
    <dgm:pt modelId="{4CA54A94-663D-48AE-8BFF-07D33868E71E}" type="pres">
      <dgm:prSet presAssocID="{1F2EE405-B21B-49A8-BA4D-AAE015DE2D61}" presName="parentText" presStyleLbl="node1" presStyleIdx="4" presStyleCnt="5">
        <dgm:presLayoutVars>
          <dgm:chMax val="1"/>
          <dgm:bulletEnabled val="1"/>
        </dgm:presLayoutVars>
      </dgm:prSet>
      <dgm:spPr/>
      <dgm:t>
        <a:bodyPr/>
        <a:lstStyle/>
        <a:p>
          <a:endParaRPr lang="en-GB"/>
        </a:p>
      </dgm:t>
    </dgm:pt>
    <dgm:pt modelId="{CA7B1EF9-D115-4F3C-92D9-1DAB56AD8AED}" type="pres">
      <dgm:prSet presAssocID="{1F2EE405-B21B-49A8-BA4D-AAE015DE2D61}" presName="descendantText" presStyleLbl="alignAccFollowNode1" presStyleIdx="4" presStyleCnt="5" custScaleX="180757">
        <dgm:presLayoutVars>
          <dgm:bulletEnabled val="1"/>
        </dgm:presLayoutVars>
      </dgm:prSet>
      <dgm:spPr/>
      <dgm:t>
        <a:bodyPr/>
        <a:lstStyle/>
        <a:p>
          <a:endParaRPr lang="en-GB"/>
        </a:p>
      </dgm:t>
    </dgm:pt>
  </dgm:ptLst>
  <dgm:cxnLst>
    <dgm:cxn modelId="{48A66117-0789-4769-9849-F01ADA7AF6FE}" type="presOf" srcId="{2C66580C-F2F9-4E2C-9213-5267BCAB5A78}" destId="{066EDDCC-CD9C-4833-BABA-D90596DE672F}" srcOrd="0" destOrd="0" presId="urn:microsoft.com/office/officeart/2005/8/layout/vList5"/>
    <dgm:cxn modelId="{852DE563-7960-46DD-BE27-2B65BFF4D304}" srcId="{4D31D397-AF17-4A89-BA02-0A545B7425FB}" destId="{1F2EE405-B21B-49A8-BA4D-AAE015DE2D61}" srcOrd="4" destOrd="0" parTransId="{21C42F44-5F1E-4C0D-9C93-45FEB5482856}" sibTransId="{2EF11422-FA49-481B-AEE0-6EFB102C731D}"/>
    <dgm:cxn modelId="{BC9972DF-53CD-43A8-88C8-750F308D503B}" srcId="{550749AD-D6A2-46E5-8AE1-37F0FB9CEF45}" destId="{F02A1940-7240-43CB-A952-0E5350D4C733}" srcOrd="0" destOrd="0" parTransId="{F7B066C8-63DE-4820-BF3B-65E1653DDCF2}" sibTransId="{939CF3E0-00E2-46C4-A10B-026525EBDCD6}"/>
    <dgm:cxn modelId="{DF010C5B-5BB9-40F8-BFC4-12CD47CD5F27}" type="presOf" srcId="{E2613F82-71CA-40FF-8DF8-71A901E33406}" destId="{E3021AA5-EB3E-4DDC-BD69-C24A75E0A694}" srcOrd="0" destOrd="0" presId="urn:microsoft.com/office/officeart/2005/8/layout/vList5"/>
    <dgm:cxn modelId="{7DE4B984-671F-4622-98DC-2A5EFE214FA3}" type="presOf" srcId="{1F2EE405-B21B-49A8-BA4D-AAE015DE2D61}" destId="{4CA54A94-663D-48AE-8BFF-07D33868E71E}" srcOrd="0" destOrd="0" presId="urn:microsoft.com/office/officeart/2005/8/layout/vList5"/>
    <dgm:cxn modelId="{A77C3ACB-33E4-4B88-881D-B44D31D76E9B}" srcId="{1F2EE405-B21B-49A8-BA4D-AAE015DE2D61}" destId="{2CE31C32-5B69-4D25-B670-0D98FA4D7C24}" srcOrd="0" destOrd="0" parTransId="{93606271-F39B-49D5-94E4-0CB8A4D9EE02}" sibTransId="{6F3C9DB6-818D-411D-9EDB-08C6FEB3875D}"/>
    <dgm:cxn modelId="{F161B9FE-4388-4AD3-B7EA-77495CDBCC17}" srcId="{2C66580C-F2F9-4E2C-9213-5267BCAB5A78}" destId="{E2613F82-71CA-40FF-8DF8-71A901E33406}" srcOrd="0" destOrd="0" parTransId="{0A77D154-C3AF-4CD9-AAD7-CDC020CC649B}" sibTransId="{81674620-4D55-4726-ABBF-46636D8D5D5C}"/>
    <dgm:cxn modelId="{3742F17C-D190-4AFA-BAAE-5C6E9A7569F7}" srcId="{4035E6F0-2653-49EC-B354-44AE1F80D034}" destId="{4C2C3EAA-0978-40AF-A1B9-D4B7F16C0776}" srcOrd="0" destOrd="0" parTransId="{1D00B73F-C32E-46B8-8280-D4C54CC7DDAE}" sibTransId="{57C5C51C-D2A7-4BD0-A7AF-FD863141CAF9}"/>
    <dgm:cxn modelId="{6831F77C-DAC5-4BE9-B9B7-CCF3C6E34C93}" srcId="{4D31D397-AF17-4A89-BA02-0A545B7425FB}" destId="{550749AD-D6A2-46E5-8AE1-37F0FB9CEF45}" srcOrd="0" destOrd="0" parTransId="{6E996B3A-B64D-4A65-A828-2CA56B357A7B}" sibTransId="{9A83142B-5340-4FA6-9E8A-805B99BA88AA}"/>
    <dgm:cxn modelId="{0ED5B981-B5EB-4F64-9DB3-37B089D84C8E}" srcId="{4D31D397-AF17-4A89-BA02-0A545B7425FB}" destId="{2C66580C-F2F9-4E2C-9213-5267BCAB5A78}" srcOrd="3" destOrd="0" parTransId="{9963F938-45C7-4022-8A90-BC3B97D3F8AA}" sibTransId="{DD5AFE6D-800C-47DF-9762-6D1774BE655D}"/>
    <dgm:cxn modelId="{2C5B9CF2-0E38-42EA-AC5D-5F673ACEBABE}" type="presOf" srcId="{4C2C3EAA-0978-40AF-A1B9-D4B7F16C0776}" destId="{0BE12B2B-C2A9-4CDE-AE16-7EB3A5638AEA}" srcOrd="0" destOrd="0" presId="urn:microsoft.com/office/officeart/2005/8/layout/vList5"/>
    <dgm:cxn modelId="{CAEF7CF9-733C-4725-A927-2150F0EA2BBB}" type="presOf" srcId="{EB542997-2A67-4CF1-BF21-44719B99A454}" destId="{8E7644E6-B29D-4292-ABBA-DA6F4B955786}" srcOrd="0" destOrd="0" presId="urn:microsoft.com/office/officeart/2005/8/layout/vList5"/>
    <dgm:cxn modelId="{1EAA1AF4-D673-421D-AC99-D95E355F9BEF}" type="presOf" srcId="{2CE31C32-5B69-4D25-B670-0D98FA4D7C24}" destId="{CA7B1EF9-D115-4F3C-92D9-1DAB56AD8AED}" srcOrd="0" destOrd="0" presId="urn:microsoft.com/office/officeart/2005/8/layout/vList5"/>
    <dgm:cxn modelId="{2E7D3B3B-D1ED-4DF3-BDAF-9B7240382695}" srcId="{1621C48D-8A9C-45AE-99B8-DB05FBACABC2}" destId="{EB542997-2A67-4CF1-BF21-44719B99A454}" srcOrd="0" destOrd="0" parTransId="{9929562A-0345-4D63-AC9A-95DE83FC784F}" sibTransId="{0491A2C1-FF85-4AC3-87AD-5E9B656FD671}"/>
    <dgm:cxn modelId="{C2A4A765-D276-44E0-8787-A84D0F51F084}" type="presOf" srcId="{550749AD-D6A2-46E5-8AE1-37F0FB9CEF45}" destId="{B9BB24FE-AFCF-45FA-99DD-C1BE473366E6}" srcOrd="0" destOrd="0" presId="urn:microsoft.com/office/officeart/2005/8/layout/vList5"/>
    <dgm:cxn modelId="{FB45639C-E107-40E5-B793-5F0F9656F0D5}" type="presOf" srcId="{4035E6F0-2653-49EC-B354-44AE1F80D034}" destId="{54B1FF44-AD08-4837-AB4F-8E3A4A3CCA5F}" srcOrd="0" destOrd="0" presId="urn:microsoft.com/office/officeart/2005/8/layout/vList5"/>
    <dgm:cxn modelId="{5536AB98-41E8-4E49-83A5-10004DD4C85E}" srcId="{4D31D397-AF17-4A89-BA02-0A545B7425FB}" destId="{4035E6F0-2653-49EC-B354-44AE1F80D034}" srcOrd="2" destOrd="0" parTransId="{A35849ED-CA84-42AE-A041-E9A3128B8DBF}" sibTransId="{525C8A4C-94AE-4899-9DB0-D0AE8B431D5B}"/>
    <dgm:cxn modelId="{5677CDBA-57CB-4941-A008-00C937F3A25F}" type="presOf" srcId="{F02A1940-7240-43CB-A952-0E5350D4C733}" destId="{35BD5E24-2069-40A0-AA2E-A131E48B6890}" srcOrd="0" destOrd="0" presId="urn:microsoft.com/office/officeart/2005/8/layout/vList5"/>
    <dgm:cxn modelId="{9FC00982-8A27-465E-A8B0-B0E86A44F3E5}" srcId="{4D31D397-AF17-4A89-BA02-0A545B7425FB}" destId="{1621C48D-8A9C-45AE-99B8-DB05FBACABC2}" srcOrd="1" destOrd="0" parTransId="{4884D407-899F-4376-AA2F-94E15526C779}" sibTransId="{50E7F1BA-4A12-4C23-B0AC-6BE76217BC6F}"/>
    <dgm:cxn modelId="{05C324BB-C0BF-4688-BFF6-F90B5CF38F7B}" type="presOf" srcId="{1621C48D-8A9C-45AE-99B8-DB05FBACABC2}" destId="{3D1AB65D-813D-48D5-9F8F-2DB201CB1437}" srcOrd="0" destOrd="0" presId="urn:microsoft.com/office/officeart/2005/8/layout/vList5"/>
    <dgm:cxn modelId="{B55D7236-8BC3-43FE-8EE8-0B2C1855A169}" type="presOf" srcId="{4D31D397-AF17-4A89-BA02-0A545B7425FB}" destId="{A9365479-5B51-41C0-BA94-8EA43C5431ED}" srcOrd="0" destOrd="0" presId="urn:microsoft.com/office/officeart/2005/8/layout/vList5"/>
    <dgm:cxn modelId="{4FDD13C6-E58F-4605-B423-8E2947A2DBB6}" type="presParOf" srcId="{A9365479-5B51-41C0-BA94-8EA43C5431ED}" destId="{0408D215-F6C1-477D-9BDB-1A88A4EA201D}" srcOrd="0" destOrd="0" presId="urn:microsoft.com/office/officeart/2005/8/layout/vList5"/>
    <dgm:cxn modelId="{0929017F-8445-488D-B06A-8A0D71E48091}" type="presParOf" srcId="{0408D215-F6C1-477D-9BDB-1A88A4EA201D}" destId="{B9BB24FE-AFCF-45FA-99DD-C1BE473366E6}" srcOrd="0" destOrd="0" presId="urn:microsoft.com/office/officeart/2005/8/layout/vList5"/>
    <dgm:cxn modelId="{3EC1875A-CB96-4700-B992-9F5B88BD1C12}" type="presParOf" srcId="{0408D215-F6C1-477D-9BDB-1A88A4EA201D}" destId="{35BD5E24-2069-40A0-AA2E-A131E48B6890}" srcOrd="1" destOrd="0" presId="urn:microsoft.com/office/officeart/2005/8/layout/vList5"/>
    <dgm:cxn modelId="{3C66D4F1-288D-4C9E-A719-60B7F7C45805}" type="presParOf" srcId="{A9365479-5B51-41C0-BA94-8EA43C5431ED}" destId="{B51C27A1-5FB6-4AAF-8336-814FE1A390F3}" srcOrd="1" destOrd="0" presId="urn:microsoft.com/office/officeart/2005/8/layout/vList5"/>
    <dgm:cxn modelId="{FFE1212D-3D7C-4F30-BB5C-00FCE18C0398}" type="presParOf" srcId="{A9365479-5B51-41C0-BA94-8EA43C5431ED}" destId="{1A4A2C9F-47DA-4B43-93DD-90BC1164C14C}" srcOrd="2" destOrd="0" presId="urn:microsoft.com/office/officeart/2005/8/layout/vList5"/>
    <dgm:cxn modelId="{CAF78964-14F4-464D-AFEE-0D83C599802F}" type="presParOf" srcId="{1A4A2C9F-47DA-4B43-93DD-90BC1164C14C}" destId="{3D1AB65D-813D-48D5-9F8F-2DB201CB1437}" srcOrd="0" destOrd="0" presId="urn:microsoft.com/office/officeart/2005/8/layout/vList5"/>
    <dgm:cxn modelId="{15F6C672-5186-473D-AD0C-8D4E9E163D54}" type="presParOf" srcId="{1A4A2C9F-47DA-4B43-93DD-90BC1164C14C}" destId="{8E7644E6-B29D-4292-ABBA-DA6F4B955786}" srcOrd="1" destOrd="0" presId="urn:microsoft.com/office/officeart/2005/8/layout/vList5"/>
    <dgm:cxn modelId="{6750230C-C005-4E36-A59D-C4CB508221FC}" type="presParOf" srcId="{A9365479-5B51-41C0-BA94-8EA43C5431ED}" destId="{058A843F-D8C1-4BC3-B535-5E2189427D8B}" srcOrd="3" destOrd="0" presId="urn:microsoft.com/office/officeart/2005/8/layout/vList5"/>
    <dgm:cxn modelId="{94C1232D-961C-4881-A562-F9982DBE6893}" type="presParOf" srcId="{A9365479-5B51-41C0-BA94-8EA43C5431ED}" destId="{083B4C1B-09A4-4C88-91A4-9017BDF93337}" srcOrd="4" destOrd="0" presId="urn:microsoft.com/office/officeart/2005/8/layout/vList5"/>
    <dgm:cxn modelId="{7108B710-735B-415F-A24C-157740F6682B}" type="presParOf" srcId="{083B4C1B-09A4-4C88-91A4-9017BDF93337}" destId="{54B1FF44-AD08-4837-AB4F-8E3A4A3CCA5F}" srcOrd="0" destOrd="0" presId="urn:microsoft.com/office/officeart/2005/8/layout/vList5"/>
    <dgm:cxn modelId="{E9D51328-E211-4A71-B39A-494323477871}" type="presParOf" srcId="{083B4C1B-09A4-4C88-91A4-9017BDF93337}" destId="{0BE12B2B-C2A9-4CDE-AE16-7EB3A5638AEA}" srcOrd="1" destOrd="0" presId="urn:microsoft.com/office/officeart/2005/8/layout/vList5"/>
    <dgm:cxn modelId="{57EAA607-2400-4E0A-BFF4-8940C0B2F214}" type="presParOf" srcId="{A9365479-5B51-41C0-BA94-8EA43C5431ED}" destId="{87A7BA0E-0F8D-474B-A6F8-BF92B5D7A234}" srcOrd="5" destOrd="0" presId="urn:microsoft.com/office/officeart/2005/8/layout/vList5"/>
    <dgm:cxn modelId="{A47F13B6-09D4-45BB-8ADA-8DD059BD0C43}" type="presParOf" srcId="{A9365479-5B51-41C0-BA94-8EA43C5431ED}" destId="{CDDA1617-E50A-485A-8FA4-3644FA0E9E56}" srcOrd="6" destOrd="0" presId="urn:microsoft.com/office/officeart/2005/8/layout/vList5"/>
    <dgm:cxn modelId="{C7CFCD80-A147-4A94-9669-5B53BE94E96E}" type="presParOf" srcId="{CDDA1617-E50A-485A-8FA4-3644FA0E9E56}" destId="{066EDDCC-CD9C-4833-BABA-D90596DE672F}" srcOrd="0" destOrd="0" presId="urn:microsoft.com/office/officeart/2005/8/layout/vList5"/>
    <dgm:cxn modelId="{9EEF70DE-207E-4653-B04C-21C7BE4D69A7}" type="presParOf" srcId="{CDDA1617-E50A-485A-8FA4-3644FA0E9E56}" destId="{E3021AA5-EB3E-4DDC-BD69-C24A75E0A694}" srcOrd="1" destOrd="0" presId="urn:microsoft.com/office/officeart/2005/8/layout/vList5"/>
    <dgm:cxn modelId="{3B85F286-7E07-4869-9459-69E29D944FCA}" type="presParOf" srcId="{A9365479-5B51-41C0-BA94-8EA43C5431ED}" destId="{FBB7272F-7C4F-49DB-B865-F793428E55A8}" srcOrd="7" destOrd="0" presId="urn:microsoft.com/office/officeart/2005/8/layout/vList5"/>
    <dgm:cxn modelId="{B47FB5E6-07C7-43E4-B281-634025A7C13B}" type="presParOf" srcId="{A9365479-5B51-41C0-BA94-8EA43C5431ED}" destId="{B5CDAEC5-2467-42E5-A6E6-AD5F7721EE80}" srcOrd="8" destOrd="0" presId="urn:microsoft.com/office/officeart/2005/8/layout/vList5"/>
    <dgm:cxn modelId="{7A443BDA-B5E1-4E87-83A5-D5A86E05274F}" type="presParOf" srcId="{B5CDAEC5-2467-42E5-A6E6-AD5F7721EE80}" destId="{4CA54A94-663D-48AE-8BFF-07D33868E71E}" srcOrd="0" destOrd="0" presId="urn:microsoft.com/office/officeart/2005/8/layout/vList5"/>
    <dgm:cxn modelId="{3242EA62-C3BD-4664-940E-24B56CBE4CFC}" type="presParOf" srcId="{B5CDAEC5-2467-42E5-A6E6-AD5F7721EE80}" destId="{CA7B1EF9-D115-4F3C-92D9-1DAB56AD8AED}"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D992C5-F85F-4D92-9F50-5D4CB7993C3D}">
      <dsp:nvSpPr>
        <dsp:cNvPr id="0" name=""/>
        <dsp:cNvSpPr/>
      </dsp:nvSpPr>
      <dsp:spPr>
        <a:xfrm>
          <a:off x="1663823" y="1312215"/>
          <a:ext cx="1667882" cy="1442786"/>
        </a:xfrm>
        <a:prstGeom prst="hexagon">
          <a:avLst>
            <a:gd name="adj" fmla="val 28570"/>
            <a:gd name="vf" fmla="val 115470"/>
          </a:avLst>
        </a:prstGeom>
        <a:solidFill>
          <a:schemeClr val="accent2"/>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RSM Technology Consulting</a:t>
          </a:r>
          <a:endParaRPr lang="en-GB" sz="1100" b="1" kern="1200" dirty="0"/>
        </a:p>
      </dsp:txBody>
      <dsp:txXfrm>
        <a:off x="1940214" y="1551305"/>
        <a:ext cx="1115100" cy="964606"/>
      </dsp:txXfrm>
    </dsp:sp>
    <dsp:sp modelId="{7F0273A2-DFCD-4805-90AA-6F332DF2D94A}">
      <dsp:nvSpPr>
        <dsp:cNvPr id="0" name=""/>
        <dsp:cNvSpPr/>
      </dsp:nvSpPr>
      <dsp:spPr>
        <a:xfrm>
          <a:off x="2708238" y="621939"/>
          <a:ext cx="629287" cy="542214"/>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6EF87B21-B1A0-4002-AFA3-083C9F025C3A}">
      <dsp:nvSpPr>
        <dsp:cNvPr id="0" name=""/>
        <dsp:cNvSpPr/>
      </dsp:nvSpPr>
      <dsp:spPr>
        <a:xfrm>
          <a:off x="1817459" y="0"/>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Digital &amp; IT strategy</a:t>
          </a:r>
          <a:endParaRPr lang="en-GB" sz="1100" b="1" kern="1200" dirty="0"/>
        </a:p>
      </dsp:txBody>
      <dsp:txXfrm>
        <a:off x="2043970" y="195959"/>
        <a:ext cx="913796" cy="790540"/>
      </dsp:txXfrm>
    </dsp:sp>
    <dsp:sp modelId="{6A8DBDD1-7785-4847-82D5-931D7F20233A}">
      <dsp:nvSpPr>
        <dsp:cNvPr id="0" name=""/>
        <dsp:cNvSpPr/>
      </dsp:nvSpPr>
      <dsp:spPr>
        <a:xfrm>
          <a:off x="3442665" y="1635591"/>
          <a:ext cx="629287" cy="542214"/>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76E2DF38-CB22-4C46-8872-05CB3864CD18}">
      <dsp:nvSpPr>
        <dsp:cNvPr id="0" name=""/>
        <dsp:cNvSpPr/>
      </dsp:nvSpPr>
      <dsp:spPr>
        <a:xfrm>
          <a:off x="3050857" y="743774"/>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System selection</a:t>
          </a:r>
          <a:endParaRPr lang="en-GB" sz="1100" b="1" kern="1200" dirty="0"/>
        </a:p>
      </dsp:txBody>
      <dsp:txXfrm>
        <a:off x="3277368" y="939733"/>
        <a:ext cx="913796" cy="790540"/>
      </dsp:txXfrm>
    </dsp:sp>
    <dsp:sp modelId="{883FFAA7-F9D3-4DF9-96C3-1A9319804CA0}">
      <dsp:nvSpPr>
        <dsp:cNvPr id="0" name=""/>
        <dsp:cNvSpPr/>
      </dsp:nvSpPr>
      <dsp:spPr>
        <a:xfrm>
          <a:off x="2932485" y="2779814"/>
          <a:ext cx="629287" cy="542214"/>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30830000-A553-4E38-8C54-79420FBD7D5A}">
      <dsp:nvSpPr>
        <dsp:cNvPr id="0" name=""/>
        <dsp:cNvSpPr/>
      </dsp:nvSpPr>
      <dsp:spPr>
        <a:xfrm>
          <a:off x="3070990" y="2157061"/>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ERP &amp; accounting systems</a:t>
          </a:r>
          <a:endParaRPr lang="en-GB" sz="1100" b="1" kern="1200" dirty="0"/>
        </a:p>
      </dsp:txBody>
      <dsp:txXfrm>
        <a:off x="3297501" y="2353020"/>
        <a:ext cx="913796" cy="790540"/>
      </dsp:txXfrm>
    </dsp:sp>
    <dsp:sp modelId="{5A0E315C-977C-4ED9-AC99-F2F81A7822D6}">
      <dsp:nvSpPr>
        <dsp:cNvPr id="0" name=""/>
        <dsp:cNvSpPr/>
      </dsp:nvSpPr>
      <dsp:spPr>
        <a:xfrm>
          <a:off x="1666927" y="2898588"/>
          <a:ext cx="629287" cy="542214"/>
        </a:xfrm>
        <a:prstGeom prst="hexagon">
          <a:avLst>
            <a:gd name="adj" fmla="val 28900"/>
            <a:gd name="vf" fmla="val 115470"/>
          </a:avLst>
        </a:prstGeom>
        <a:solidFill>
          <a:schemeClr val="accent1">
            <a:tint val="40000"/>
            <a:hueOff val="0"/>
            <a:satOff val="0"/>
            <a:lumOff val="0"/>
            <a:alphaOff val="0"/>
          </a:schemeClr>
        </a:solid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43D9D079-435A-43E8-88F7-EFE28EA96563}">
      <dsp:nvSpPr>
        <dsp:cNvPr id="0" name=""/>
        <dsp:cNvSpPr/>
      </dsp:nvSpPr>
      <dsp:spPr>
        <a:xfrm>
          <a:off x="1817459" y="2885165"/>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IT project delivery</a:t>
          </a:r>
          <a:endParaRPr lang="en-GB" sz="1100" b="1" kern="1200" dirty="0"/>
        </a:p>
      </dsp:txBody>
      <dsp:txXfrm>
        <a:off x="2043970" y="3081124"/>
        <a:ext cx="913796" cy="790540"/>
      </dsp:txXfrm>
    </dsp:sp>
    <dsp:sp modelId="{7956F5D2-C8CC-4AA4-AB8F-DDA8C176BF24}">
      <dsp:nvSpPr>
        <dsp:cNvPr id="0" name=""/>
        <dsp:cNvSpPr/>
      </dsp:nvSpPr>
      <dsp:spPr>
        <a:xfrm>
          <a:off x="920473" y="1885343"/>
          <a:ext cx="629287" cy="542214"/>
        </a:xfrm>
        <a:prstGeom prst="hexagon">
          <a:avLst>
            <a:gd name="adj" fmla="val 28900"/>
            <a:gd name="vf" fmla="val 115470"/>
          </a:avLst>
        </a:prstGeom>
        <a:blipFill rotWithShape="0">
          <a:blip xmlns:r="http://schemas.openxmlformats.org/officeDocument/2006/relationships" r:embed="rId1">
            <a:extLst>
              <a:ext uri="{28A0092B-C50C-407E-A947-70E740481C1C}">
                <a14:useLocalDpi xmlns:a14="http://schemas.microsoft.com/office/drawing/2010/main" val="0"/>
              </a:ext>
            </a:extLst>
          </a:blip>
          <a:stretch>
            <a:fillRect/>
          </a:stretch>
        </a:blipFill>
        <a:ln>
          <a:no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CEEC4E0C-101B-421D-99E0-E114E30F96D4}">
      <dsp:nvSpPr>
        <dsp:cNvPr id="0" name=""/>
        <dsp:cNvSpPr/>
      </dsp:nvSpPr>
      <dsp:spPr>
        <a:xfrm>
          <a:off x="558109" y="2157874"/>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smtClean="0">
              <a:latin typeface="Arial"/>
              <a:ea typeface="+mn-ea"/>
              <a:cs typeface="+mn-cs"/>
            </a:rPr>
            <a:t>IT risk</a:t>
          </a:r>
          <a:br>
            <a:rPr lang="en-GB" sz="1100" b="1" kern="1200" smtClean="0">
              <a:latin typeface="Arial"/>
              <a:ea typeface="+mn-ea"/>
              <a:cs typeface="+mn-cs"/>
            </a:rPr>
          </a:br>
          <a:r>
            <a:rPr lang="en-GB" sz="1100" b="1" kern="1200" smtClean="0">
              <a:latin typeface="Arial"/>
              <a:ea typeface="+mn-ea"/>
              <a:cs typeface="+mn-cs"/>
            </a:rPr>
            <a:t>and</a:t>
          </a:r>
          <a:br>
            <a:rPr lang="en-GB" sz="1100" b="1" kern="1200" smtClean="0">
              <a:latin typeface="Arial"/>
              <a:ea typeface="+mn-ea"/>
              <a:cs typeface="+mn-cs"/>
            </a:rPr>
          </a:br>
          <a:r>
            <a:rPr lang="en-GB" sz="1100" b="1" kern="1200" smtClean="0">
              <a:latin typeface="Arial"/>
              <a:ea typeface="+mn-ea"/>
              <a:cs typeface="+mn-cs"/>
            </a:rPr>
            <a:t>security</a:t>
          </a:r>
          <a:endParaRPr lang="en-GB" sz="1100" b="1" kern="1200" dirty="0"/>
        </a:p>
      </dsp:txBody>
      <dsp:txXfrm>
        <a:off x="784620" y="2353833"/>
        <a:ext cx="913796" cy="790540"/>
      </dsp:txXfrm>
    </dsp:sp>
    <dsp:sp modelId="{154188D1-8F99-4E75-90A2-D99302EB540E}">
      <dsp:nvSpPr>
        <dsp:cNvPr id="0" name=""/>
        <dsp:cNvSpPr/>
      </dsp:nvSpPr>
      <dsp:spPr>
        <a:xfrm>
          <a:off x="558109" y="725664"/>
          <a:ext cx="1366818" cy="1182458"/>
        </a:xfrm>
        <a:prstGeom prst="hexagon">
          <a:avLst>
            <a:gd name="adj" fmla="val 28570"/>
            <a:gd name="vf" fmla="val 115470"/>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a:lnSpc>
              <a:spcPct val="90000"/>
            </a:lnSpc>
            <a:spcBef>
              <a:spcPct val="0"/>
            </a:spcBef>
            <a:spcAft>
              <a:spcPct val="35000"/>
            </a:spcAft>
          </a:pPr>
          <a:r>
            <a:rPr lang="en-GB" sz="1100" b="1" kern="1200" dirty="0" smtClean="0"/>
            <a:t>IT resilience</a:t>
          </a:r>
          <a:endParaRPr lang="en-GB" sz="1100" b="1" kern="1200" dirty="0"/>
        </a:p>
      </dsp:txBody>
      <dsp:txXfrm>
        <a:off x="784620" y="921623"/>
        <a:ext cx="913796" cy="7905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BD5E24-2069-40A0-AA2E-A131E48B6890}">
      <dsp:nvSpPr>
        <dsp:cNvPr id="0" name=""/>
        <dsp:cNvSpPr/>
      </dsp:nvSpPr>
      <dsp:spPr>
        <a:xfrm rot="5400000">
          <a:off x="3244355" y="-1820969"/>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 Create a clear vision for how digital technology can support and drive the organisation’s corporate strategy.  This requires an understanding of the potential of new technology combined with a clearly defined commercial strategy</a:t>
          </a:r>
          <a:endParaRPr lang="en-GB" sz="1000" kern="1200" dirty="0"/>
        </a:p>
      </dsp:txBody>
      <dsp:txXfrm rot="-5400000">
        <a:off x="1351969" y="98684"/>
        <a:ext cx="4316069" cy="504028"/>
      </dsp:txXfrm>
    </dsp:sp>
    <dsp:sp modelId="{B9BB24FE-AFCF-45FA-99DD-C1BE473366E6}">
      <dsp:nvSpPr>
        <dsp:cNvPr id="0" name=""/>
        <dsp:cNvSpPr/>
      </dsp:nvSpPr>
      <dsp:spPr>
        <a:xfrm>
          <a:off x="360" y="1596"/>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Create a Digital Vision</a:t>
          </a:r>
          <a:endParaRPr lang="en-GB" sz="1100" kern="1200" dirty="0"/>
        </a:p>
      </dsp:txBody>
      <dsp:txXfrm>
        <a:off x="34443" y="35679"/>
        <a:ext cx="1283442" cy="630037"/>
      </dsp:txXfrm>
    </dsp:sp>
    <dsp:sp modelId="{8E7644E6-B29D-4292-ABBA-DA6F4B955786}">
      <dsp:nvSpPr>
        <dsp:cNvPr id="0" name=""/>
        <dsp:cNvSpPr/>
      </dsp:nvSpPr>
      <dsp:spPr>
        <a:xfrm rot="5400000">
          <a:off x="3244355" y="-1087856"/>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For digital transformation to succeed it requires full commitment from senior management across all functions.  Therefore there has to be a clear and agreed vision that transcends departmental boundaries, with a clear sponsorship structure for digital initiatives</a:t>
          </a:r>
          <a:endParaRPr lang="en-GB" sz="1000" kern="1200" dirty="0"/>
        </a:p>
      </dsp:txBody>
      <dsp:txXfrm rot="-5400000">
        <a:off x="1351969" y="831797"/>
        <a:ext cx="4316069" cy="504028"/>
      </dsp:txXfrm>
    </dsp:sp>
    <dsp:sp modelId="{3D1AB65D-813D-48D5-9F8F-2DB201CB1437}">
      <dsp:nvSpPr>
        <dsp:cNvPr id="0" name=""/>
        <dsp:cNvSpPr/>
      </dsp:nvSpPr>
      <dsp:spPr>
        <a:xfrm>
          <a:off x="360" y="734710"/>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Establish clear leadership</a:t>
          </a:r>
          <a:endParaRPr lang="en-GB" sz="1100" kern="1200" dirty="0"/>
        </a:p>
      </dsp:txBody>
      <dsp:txXfrm>
        <a:off x="34443" y="768793"/>
        <a:ext cx="1283442" cy="630037"/>
      </dsp:txXfrm>
    </dsp:sp>
    <dsp:sp modelId="{0BE12B2B-C2A9-4CDE-AE16-7EB3A5638AEA}">
      <dsp:nvSpPr>
        <dsp:cNvPr id="0" name=""/>
        <dsp:cNvSpPr/>
      </dsp:nvSpPr>
      <dsp:spPr>
        <a:xfrm rot="5400000">
          <a:off x="3244355" y="-354743"/>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Our experience tells us that the best approach to digital change is to avoid dismissing early ideas in order to generate a long-list of digital initiatives, which can then be evaluated against the Digital Vision</a:t>
          </a:r>
          <a:endParaRPr lang="en-GB" sz="1000" kern="1200" dirty="0"/>
        </a:p>
      </dsp:txBody>
      <dsp:txXfrm rot="-5400000">
        <a:off x="1351969" y="1564910"/>
        <a:ext cx="4316069" cy="504028"/>
      </dsp:txXfrm>
    </dsp:sp>
    <dsp:sp modelId="{54B1FF44-AD08-4837-AB4F-8E3A4A3CCA5F}">
      <dsp:nvSpPr>
        <dsp:cNvPr id="0" name=""/>
        <dsp:cNvSpPr/>
      </dsp:nvSpPr>
      <dsp:spPr>
        <a:xfrm>
          <a:off x="360" y="1467823"/>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Select appropriate digital technologies</a:t>
          </a:r>
          <a:endParaRPr lang="en-GB" sz="1100" kern="1200" dirty="0"/>
        </a:p>
      </dsp:txBody>
      <dsp:txXfrm>
        <a:off x="34443" y="1501906"/>
        <a:ext cx="1283442" cy="630037"/>
      </dsp:txXfrm>
    </dsp:sp>
    <dsp:sp modelId="{E3021AA5-EB3E-4DDC-BD69-C24A75E0A694}">
      <dsp:nvSpPr>
        <dsp:cNvPr id="0" name=""/>
        <dsp:cNvSpPr/>
      </dsp:nvSpPr>
      <dsp:spPr>
        <a:xfrm rot="5400000">
          <a:off x="3244355" y="378370"/>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No organisation can do everything at once.  It is vital to be realistic with digital transformation, starting with quick wins and building momentum to drive the transformation forward. </a:t>
          </a:r>
          <a:endParaRPr lang="en-GB" sz="1000" kern="1200" dirty="0"/>
        </a:p>
      </dsp:txBody>
      <dsp:txXfrm rot="-5400000">
        <a:off x="1351969" y="2298024"/>
        <a:ext cx="4316069" cy="504028"/>
      </dsp:txXfrm>
    </dsp:sp>
    <dsp:sp modelId="{066EDDCC-CD9C-4833-BABA-D90596DE672F}">
      <dsp:nvSpPr>
        <dsp:cNvPr id="0" name=""/>
        <dsp:cNvSpPr/>
      </dsp:nvSpPr>
      <dsp:spPr>
        <a:xfrm>
          <a:off x="360" y="2200936"/>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Build momentum</a:t>
          </a:r>
          <a:endParaRPr lang="en-GB" sz="1100" kern="1200" dirty="0"/>
        </a:p>
      </dsp:txBody>
      <dsp:txXfrm>
        <a:off x="34443" y="2235019"/>
        <a:ext cx="1283442" cy="630037"/>
      </dsp:txXfrm>
    </dsp:sp>
    <dsp:sp modelId="{CA7B1EF9-D115-4F3C-92D9-1DAB56AD8AED}">
      <dsp:nvSpPr>
        <dsp:cNvPr id="0" name=""/>
        <dsp:cNvSpPr/>
      </dsp:nvSpPr>
      <dsp:spPr>
        <a:xfrm rot="5400000">
          <a:off x="3244355" y="1111483"/>
          <a:ext cx="558562" cy="434333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GB" sz="1000" kern="1200" dirty="0" smtClean="0"/>
            <a:t>Feedback and learning is key in digital transformation. As the organisation transforms, new opportunities will present themselves and an appropriate culture of continuous improvement is required, with staff acquiring new skills.</a:t>
          </a:r>
          <a:endParaRPr lang="en-GB" sz="1000" kern="1200" dirty="0"/>
        </a:p>
      </dsp:txBody>
      <dsp:txXfrm rot="-5400000">
        <a:off x="1351969" y="3031137"/>
        <a:ext cx="4316069" cy="504028"/>
      </dsp:txXfrm>
    </dsp:sp>
    <dsp:sp modelId="{4CA54A94-663D-48AE-8BFF-07D33868E71E}">
      <dsp:nvSpPr>
        <dsp:cNvPr id="0" name=""/>
        <dsp:cNvSpPr/>
      </dsp:nvSpPr>
      <dsp:spPr>
        <a:xfrm>
          <a:off x="360" y="2934049"/>
          <a:ext cx="1351608" cy="698203"/>
        </a:xfrm>
        <a:prstGeom prst="roundRect">
          <a:avLst/>
        </a:prstGeom>
        <a:solidFill>
          <a:schemeClr val="accent1">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10" tIns="20955" rIns="41910" bIns="20955" numCol="1" spcCol="1270" anchor="ctr" anchorCtr="0">
          <a:noAutofit/>
        </a:bodyPr>
        <a:lstStyle/>
        <a:p>
          <a:pPr lvl="0" algn="ctr" defTabSz="488950">
            <a:lnSpc>
              <a:spcPct val="90000"/>
            </a:lnSpc>
            <a:spcBef>
              <a:spcPct val="0"/>
            </a:spcBef>
            <a:spcAft>
              <a:spcPct val="35000"/>
            </a:spcAft>
          </a:pPr>
          <a:r>
            <a:rPr lang="en-GB" sz="1100" kern="1200" dirty="0" smtClean="0"/>
            <a:t>Adopt a Continuous Improvement culture</a:t>
          </a:r>
          <a:endParaRPr lang="en-GB" sz="1100" kern="1200" dirty="0"/>
        </a:p>
      </dsp:txBody>
      <dsp:txXfrm>
        <a:off x="34443" y="2968132"/>
        <a:ext cx="1283442" cy="630037"/>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2">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77607" y="0"/>
            <a:ext cx="2889938" cy="493633"/>
          </a:xfrm>
          <a:prstGeom prst="rect">
            <a:avLst/>
          </a:prstGeom>
        </p:spPr>
        <p:txBody>
          <a:bodyPr vert="horz" lIns="91440" tIns="45720" rIns="91440" bIns="45720" rtlCol="0"/>
          <a:lstStyle>
            <a:lvl1pPr algn="r">
              <a:defRPr sz="1200"/>
            </a:lvl1pPr>
          </a:lstStyle>
          <a:p>
            <a:fld id="{1E473AF6-2FAB-4713-B6C6-E0386261291F}" type="datetimeFigureOut">
              <a:rPr lang="en-GB" smtClean="0"/>
              <a:t>01/07/2016</a:t>
            </a:fld>
            <a:endParaRPr lang="en-GB"/>
          </a:p>
        </p:txBody>
      </p:sp>
      <p:sp>
        <p:nvSpPr>
          <p:cNvPr id="4" name="Footer Placeholder 3"/>
          <p:cNvSpPr>
            <a:spLocks noGrp="1"/>
          </p:cNvSpPr>
          <p:nvPr>
            <p:ph type="ftr" sz="quarter" idx="2"/>
          </p:nvPr>
        </p:nvSpPr>
        <p:spPr>
          <a:xfrm>
            <a:off x="0" y="9377316"/>
            <a:ext cx="2889938" cy="493633"/>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77607" y="9377316"/>
            <a:ext cx="2889938" cy="493633"/>
          </a:xfrm>
          <a:prstGeom prst="rect">
            <a:avLst/>
          </a:prstGeom>
        </p:spPr>
        <p:txBody>
          <a:bodyPr vert="horz" lIns="91440" tIns="45720" rIns="91440" bIns="45720" rtlCol="0" anchor="b"/>
          <a:lstStyle>
            <a:lvl1pPr algn="r">
              <a:defRPr sz="1200"/>
            </a:lvl1pPr>
          </a:lstStyle>
          <a:p>
            <a:fld id="{6898E0F9-4544-4B83-BE12-483232559C3B}" type="slidenum">
              <a:rPr lang="en-GB" smtClean="0"/>
              <a:t>‹#›</a:t>
            </a:fld>
            <a:endParaRPr lang="en-GB"/>
          </a:p>
        </p:txBody>
      </p:sp>
    </p:spTree>
    <p:extLst>
      <p:ext uri="{BB962C8B-B14F-4D97-AF65-F5344CB8AC3E}">
        <p14:creationId xmlns:p14="http://schemas.microsoft.com/office/powerpoint/2010/main" val="8457632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777607" y="0"/>
            <a:ext cx="2889938" cy="493633"/>
          </a:xfrm>
          <a:prstGeom prst="rect">
            <a:avLst/>
          </a:prstGeom>
        </p:spPr>
        <p:txBody>
          <a:bodyPr vert="horz" lIns="91440" tIns="45720" rIns="91440" bIns="45720" rtlCol="0"/>
          <a:lstStyle>
            <a:lvl1pPr algn="r">
              <a:defRPr sz="1200"/>
            </a:lvl1pPr>
          </a:lstStyle>
          <a:p>
            <a:fld id="{72339265-ADFC-4563-A924-76225813E49E}" type="datetimeFigureOut">
              <a:rPr lang="en-GB" smtClean="0"/>
              <a:t>01/07/2016</a:t>
            </a:fld>
            <a:endParaRPr lang="en-GB"/>
          </a:p>
        </p:txBody>
      </p:sp>
      <p:sp>
        <p:nvSpPr>
          <p:cNvPr id="4" name="Slide Image Placeholder 3"/>
          <p:cNvSpPr>
            <a:spLocks noGrp="1" noRot="1" noChangeAspect="1"/>
          </p:cNvSpPr>
          <p:nvPr>
            <p:ph type="sldImg" idx="2"/>
          </p:nvPr>
        </p:nvSpPr>
        <p:spPr>
          <a:xfrm>
            <a:off x="42863" y="739775"/>
            <a:ext cx="6583362" cy="370363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6909" y="4689515"/>
            <a:ext cx="5335270" cy="444269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377316"/>
            <a:ext cx="2889938" cy="493633"/>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377316"/>
            <a:ext cx="2889938" cy="493633"/>
          </a:xfrm>
          <a:prstGeom prst="rect">
            <a:avLst/>
          </a:prstGeom>
        </p:spPr>
        <p:txBody>
          <a:bodyPr vert="horz" lIns="91440" tIns="45720" rIns="91440" bIns="45720" rtlCol="0" anchor="b"/>
          <a:lstStyle>
            <a:lvl1pPr algn="r">
              <a:defRPr sz="1200"/>
            </a:lvl1pPr>
          </a:lstStyle>
          <a:p>
            <a:fld id="{F7D8859B-D7B2-4524-A914-23A343B7401F}" type="slidenum">
              <a:rPr lang="en-GB" smtClean="0"/>
              <a:t>‹#›</a:t>
            </a:fld>
            <a:endParaRPr lang="en-GB"/>
          </a:p>
        </p:txBody>
      </p:sp>
    </p:spTree>
    <p:extLst>
      <p:ext uri="{BB962C8B-B14F-4D97-AF65-F5344CB8AC3E}">
        <p14:creationId xmlns:p14="http://schemas.microsoft.com/office/powerpoint/2010/main" val="2295960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1</a:t>
            </a:fld>
            <a:endParaRPr lang="en-GB"/>
          </a:p>
        </p:txBody>
      </p:sp>
    </p:spTree>
    <p:extLst>
      <p:ext uri="{BB962C8B-B14F-4D97-AF65-F5344CB8AC3E}">
        <p14:creationId xmlns:p14="http://schemas.microsoft.com/office/powerpoint/2010/main" val="16270409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4</a:t>
            </a:fld>
            <a:endParaRPr lang="en-GB"/>
          </a:p>
        </p:txBody>
      </p:sp>
    </p:spTree>
    <p:extLst>
      <p:ext uri="{BB962C8B-B14F-4D97-AF65-F5344CB8AC3E}">
        <p14:creationId xmlns:p14="http://schemas.microsoft.com/office/powerpoint/2010/main" val="1216076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5</a:t>
            </a:fld>
            <a:endParaRPr lang="en-GB"/>
          </a:p>
        </p:txBody>
      </p:sp>
    </p:spTree>
    <p:extLst>
      <p:ext uri="{BB962C8B-B14F-4D97-AF65-F5344CB8AC3E}">
        <p14:creationId xmlns:p14="http://schemas.microsoft.com/office/powerpoint/2010/main" val="1829921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Broader than just ERP…fits with global</a:t>
            </a:r>
            <a:r>
              <a:rPr lang="en-GB" baseline="0" dirty="0" smtClean="0"/>
              <a:t> vision &amp; market positioning.</a:t>
            </a:r>
            <a:endParaRPr lang="en-GB" dirty="0" smtClean="0"/>
          </a:p>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6</a:t>
            </a:fld>
            <a:endParaRPr lang="en-GB"/>
          </a:p>
        </p:txBody>
      </p:sp>
    </p:spTree>
    <p:extLst>
      <p:ext uri="{BB962C8B-B14F-4D97-AF65-F5344CB8AC3E}">
        <p14:creationId xmlns:p14="http://schemas.microsoft.com/office/powerpoint/2010/main" val="2535500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7</a:t>
            </a:fld>
            <a:endParaRPr lang="en-GB"/>
          </a:p>
        </p:txBody>
      </p:sp>
    </p:spTree>
    <p:extLst>
      <p:ext uri="{BB962C8B-B14F-4D97-AF65-F5344CB8AC3E}">
        <p14:creationId xmlns:p14="http://schemas.microsoft.com/office/powerpoint/2010/main" val="1829921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Strategy is worth little if it cannot be operationalised …</a:t>
            </a:r>
          </a:p>
          <a:p>
            <a:r>
              <a:rPr lang="en-GB" dirty="0" smtClean="0"/>
              <a:t>Strategy horizons have shortened considerably</a:t>
            </a:r>
          </a:p>
          <a:p>
            <a:r>
              <a:rPr lang="en-GB" dirty="0" smtClean="0"/>
              <a:t>Agility</a:t>
            </a:r>
          </a:p>
          <a:p>
            <a:r>
              <a:rPr lang="en-GB" dirty="0" smtClean="0"/>
              <a:t>Collaboration</a:t>
            </a:r>
          </a:p>
          <a:p>
            <a:r>
              <a:rPr lang="en-GB" dirty="0" smtClean="0"/>
              <a:t>Don’t forget the soft side of strategy (skills, culture, </a:t>
            </a:r>
            <a:r>
              <a:rPr lang="en-GB" dirty="0" err="1" smtClean="0"/>
              <a:t>etc</a:t>
            </a:r>
            <a:r>
              <a:rPr lang="en-GB" dirty="0" smtClean="0"/>
              <a:t>)</a:t>
            </a:r>
          </a:p>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9</a:t>
            </a:fld>
            <a:endParaRPr lang="en-GB"/>
          </a:p>
        </p:txBody>
      </p:sp>
    </p:spTree>
    <p:extLst>
      <p:ext uri="{BB962C8B-B14F-4D97-AF65-F5344CB8AC3E}">
        <p14:creationId xmlns:p14="http://schemas.microsoft.com/office/powerpoint/2010/main" val="1500543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7D8859B-D7B2-4524-A914-23A343B7401F}" type="slidenum">
              <a:rPr lang="en-GB" smtClean="0"/>
              <a:t>10</a:t>
            </a:fld>
            <a:endParaRPr lang="en-GB"/>
          </a:p>
        </p:txBody>
      </p:sp>
    </p:spTree>
    <p:extLst>
      <p:ext uri="{BB962C8B-B14F-4D97-AF65-F5344CB8AC3E}">
        <p14:creationId xmlns:p14="http://schemas.microsoft.com/office/powerpoint/2010/main" val="42811643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ing Slide">
    <p:spTree>
      <p:nvGrpSpPr>
        <p:cNvPr id="1" name=""/>
        <p:cNvGrpSpPr/>
        <p:nvPr/>
      </p:nvGrpSpPr>
      <p:grpSpPr>
        <a:xfrm>
          <a:off x="0" y="0"/>
          <a:ext cx="0" cy="0"/>
          <a:chOff x="0" y="0"/>
          <a:chExt cx="0" cy="0"/>
        </a:xfrm>
      </p:grpSpPr>
      <p:sp>
        <p:nvSpPr>
          <p:cNvPr id="4" name="Rectangle 3"/>
          <p:cNvSpPr/>
          <p:nvPr userDrawn="1"/>
        </p:nvSpPr>
        <p:spPr>
          <a:xfrm>
            <a:off x="0" y="180000"/>
            <a:ext cx="8964000" cy="40119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 </a:t>
            </a:r>
            <a:endParaRPr lang="en-GB" dirty="0"/>
          </a:p>
        </p:txBody>
      </p:sp>
      <p:sp>
        <p:nvSpPr>
          <p:cNvPr id="3" name="TextBox 2"/>
          <p:cNvSpPr txBox="1"/>
          <p:nvPr userDrawn="1"/>
        </p:nvSpPr>
        <p:spPr>
          <a:xfrm>
            <a:off x="1058236" y="987573"/>
            <a:ext cx="5760640" cy="2123658"/>
          </a:xfrm>
          <a:prstGeom prst="rect">
            <a:avLst/>
          </a:prstGeom>
          <a:noFill/>
        </p:spPr>
        <p:txBody>
          <a:bodyPr wrap="square" rtlCol="0">
            <a:spAutoFit/>
          </a:bodyPr>
          <a:lstStyle/>
          <a:p>
            <a:r>
              <a:rPr kumimoji="0" lang="en-US" sz="4400" b="0" i="0" u="none" strike="noStrike" kern="1200" cap="none" spc="0" normalizeH="0" baseline="0" noProof="0" dirty="0" smtClean="0">
                <a:ln>
                  <a:noFill/>
                </a:ln>
                <a:solidFill>
                  <a:schemeClr val="bg1"/>
                </a:solidFill>
                <a:effectLst/>
                <a:uLnTx/>
                <a:uFillTx/>
                <a:latin typeface="+mn-lt"/>
              </a:rPr>
              <a:t>THE POWER </a:t>
            </a:r>
            <a:br>
              <a:rPr kumimoji="0" lang="en-US" sz="4400" b="0" i="0" u="none" strike="noStrike" kern="1200" cap="none" spc="0" normalizeH="0" baseline="0" noProof="0" dirty="0" smtClean="0">
                <a:ln>
                  <a:noFill/>
                </a:ln>
                <a:solidFill>
                  <a:schemeClr val="bg1"/>
                </a:solidFill>
                <a:effectLst/>
                <a:uLnTx/>
                <a:uFillTx/>
                <a:latin typeface="+mn-lt"/>
              </a:rPr>
            </a:br>
            <a:r>
              <a:rPr kumimoji="0" lang="en-US" sz="4400" b="0" i="0" u="none" strike="noStrike" kern="1200" cap="none" spc="0" normalizeH="0" baseline="0" noProof="0" dirty="0" smtClean="0">
                <a:ln>
                  <a:noFill/>
                </a:ln>
                <a:solidFill>
                  <a:schemeClr val="bg1"/>
                </a:solidFill>
                <a:effectLst/>
                <a:uLnTx/>
                <a:uFillTx/>
                <a:latin typeface="+mn-lt"/>
              </a:rPr>
              <a:t>OF BEING UNDERSTOOD</a:t>
            </a:r>
            <a:endParaRPr lang="en-GB" dirty="0">
              <a:solidFill>
                <a:schemeClr val="bg1"/>
              </a:solidFill>
            </a:endParaRPr>
          </a:p>
        </p:txBody>
      </p:sp>
      <p:sp>
        <p:nvSpPr>
          <p:cNvPr id="5" name="TextBox 4"/>
          <p:cNvSpPr txBox="1"/>
          <p:nvPr userDrawn="1"/>
        </p:nvSpPr>
        <p:spPr>
          <a:xfrm>
            <a:off x="1115616" y="3363838"/>
            <a:ext cx="432048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solidFill>
                  <a:schemeClr val="bg1"/>
                </a:solidFill>
              </a:rPr>
              <a:t>AUDIT | TAX | CONSULTING</a:t>
            </a:r>
          </a:p>
        </p:txBody>
      </p:sp>
      <p:sp>
        <p:nvSpPr>
          <p:cNvPr id="9" name="Rounded Rectangle 8"/>
          <p:cNvSpPr/>
          <p:nvPr userDrawn="1"/>
        </p:nvSpPr>
        <p:spPr>
          <a:xfrm>
            <a:off x="6156176" y="3651871"/>
            <a:ext cx="1296144" cy="354305"/>
          </a:xfrm>
          <a:prstGeom prst="round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userDrawn="1"/>
        </p:nvSpPr>
        <p:spPr>
          <a:xfrm>
            <a:off x="539552" y="514231"/>
            <a:ext cx="5904656" cy="3326660"/>
          </a:xfrm>
          <a:prstGeom prst="roundRect">
            <a:avLst>
              <a:gd name="adj" fmla="val 2780"/>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ounded Rectangle 12"/>
          <p:cNvSpPr/>
          <p:nvPr userDrawn="1"/>
        </p:nvSpPr>
        <p:spPr>
          <a:xfrm>
            <a:off x="858961" y="385763"/>
            <a:ext cx="7385449" cy="2906067"/>
          </a:xfrm>
          <a:prstGeom prst="roundRect">
            <a:avLst>
              <a:gd name="adj" fmla="val 3903"/>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6164" y="4261757"/>
            <a:ext cx="1567120" cy="815342"/>
          </a:xfrm>
          <a:prstGeom prst="rect">
            <a:avLst/>
          </a:prstGeom>
        </p:spPr>
      </p:pic>
    </p:spTree>
    <p:extLst>
      <p:ext uri="{BB962C8B-B14F-4D97-AF65-F5344CB8AC3E}">
        <p14:creationId xmlns:p14="http://schemas.microsoft.com/office/powerpoint/2010/main" val="413820974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SM 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571750"/>
            <a:ext cx="8229600" cy="540060"/>
          </a:xfrm>
          <a:prstGeom prst="rect">
            <a:avLst/>
          </a:prstGeom>
        </p:spPr>
        <p:txBody>
          <a:bodyPr>
            <a:noAutofit/>
          </a:bodyPr>
          <a:lstStyle>
            <a:lvl1pPr algn="l">
              <a:defRPr sz="3200" b="0" i="0" cap="all" baseline="0">
                <a:solidFill>
                  <a:schemeClr val="accent2"/>
                </a:solidFill>
              </a:defRPr>
            </a:lvl1pPr>
          </a:lstStyle>
          <a:p>
            <a:r>
              <a:rPr lang="en-US" dirty="0" smtClean="0"/>
              <a:t>Click to edit heading – 32pt</a:t>
            </a:r>
            <a:endParaRPr lang="en-GB" dirty="0"/>
          </a:p>
        </p:txBody>
      </p:sp>
      <p:sp>
        <p:nvSpPr>
          <p:cNvPr id="8" name="Text Placeholder 7"/>
          <p:cNvSpPr>
            <a:spLocks noGrp="1"/>
          </p:cNvSpPr>
          <p:nvPr>
            <p:ph type="body" sz="quarter" idx="10" hasCustomPrompt="1"/>
          </p:nvPr>
        </p:nvSpPr>
        <p:spPr>
          <a:xfrm>
            <a:off x="468313" y="3165650"/>
            <a:ext cx="5543550" cy="342205"/>
          </a:xfrm>
          <a:prstGeom prst="rect">
            <a:avLst/>
          </a:prstGeom>
        </p:spPr>
        <p:txBody>
          <a:bodyPr>
            <a:noAutofit/>
          </a:bodyPr>
          <a:lstStyle>
            <a:lvl1pPr marL="0" indent="0">
              <a:buNone/>
              <a:defRPr sz="2400" baseline="0"/>
            </a:lvl1pPr>
          </a:lstStyle>
          <a:p>
            <a:pPr lvl="0"/>
            <a:r>
              <a:rPr lang="en-US" dirty="0" smtClean="0"/>
              <a:t>Click to edit subheading – 24pt</a:t>
            </a:r>
          </a:p>
        </p:txBody>
      </p:sp>
      <p:sp>
        <p:nvSpPr>
          <p:cNvPr id="3" name="Rectangle 2"/>
          <p:cNvSpPr/>
          <p:nvPr userDrawn="1"/>
        </p:nvSpPr>
        <p:spPr>
          <a:xfrm>
            <a:off x="1691682" y="771550"/>
            <a:ext cx="7277695" cy="14398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395537" y="771550"/>
            <a:ext cx="1224135" cy="14398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1" y="771550"/>
            <a:ext cx="323528" cy="14398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7"/>
          <p:cNvSpPr>
            <a:spLocks noGrp="1"/>
          </p:cNvSpPr>
          <p:nvPr>
            <p:ph type="body" sz="quarter" idx="11" hasCustomPrompt="1"/>
          </p:nvPr>
        </p:nvSpPr>
        <p:spPr>
          <a:xfrm>
            <a:off x="458313" y="367470"/>
            <a:ext cx="5543550" cy="404080"/>
          </a:xfrm>
          <a:prstGeom prst="rect">
            <a:avLst/>
          </a:prstGeom>
        </p:spPr>
        <p:txBody>
          <a:bodyPr anchor="ctr">
            <a:noAutofit/>
          </a:bodyPr>
          <a:lstStyle>
            <a:lvl1pPr marL="0" indent="0">
              <a:buNone/>
              <a:defRPr sz="1000" baseline="0">
                <a:solidFill>
                  <a:schemeClr val="tx2"/>
                </a:solidFill>
              </a:defRPr>
            </a:lvl1pPr>
          </a:lstStyle>
          <a:p>
            <a:pPr lvl="0"/>
            <a:r>
              <a:rPr lang="en-US" dirty="0" smtClean="0"/>
              <a:t>SERVICE LINE | DESCRIPTOR – 10PT (OPTIONAL)</a:t>
            </a: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71181434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RSM 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114875"/>
            <a:ext cx="8229600" cy="540060"/>
          </a:xfrm>
          <a:prstGeom prst="rect">
            <a:avLst/>
          </a:prstGeom>
        </p:spPr>
        <p:txBody>
          <a:bodyPr>
            <a:noAutofit/>
          </a:bodyPr>
          <a:lstStyle>
            <a:lvl1pPr algn="l">
              <a:defRPr sz="3200" b="0" i="0" cap="all" baseline="0">
                <a:solidFill>
                  <a:schemeClr val="accent2"/>
                </a:solidFill>
              </a:defRPr>
            </a:lvl1pPr>
          </a:lstStyle>
          <a:p>
            <a:r>
              <a:rPr lang="en-US" dirty="0" smtClean="0"/>
              <a:t>Click to edit heading – 32pt</a:t>
            </a:r>
            <a:endParaRPr lang="en-GB" dirty="0"/>
          </a:p>
        </p:txBody>
      </p:sp>
      <p:sp>
        <p:nvSpPr>
          <p:cNvPr id="8" name="Text Placeholder 7"/>
          <p:cNvSpPr>
            <a:spLocks noGrp="1"/>
          </p:cNvSpPr>
          <p:nvPr>
            <p:ph type="body" sz="quarter" idx="10" hasCustomPrompt="1"/>
          </p:nvPr>
        </p:nvSpPr>
        <p:spPr>
          <a:xfrm>
            <a:off x="468313" y="3708775"/>
            <a:ext cx="5543550" cy="342205"/>
          </a:xfrm>
          <a:prstGeom prst="rect">
            <a:avLst/>
          </a:prstGeom>
        </p:spPr>
        <p:txBody>
          <a:bodyPr>
            <a:noAutofit/>
          </a:bodyPr>
          <a:lstStyle>
            <a:lvl1pPr marL="0" indent="0">
              <a:buNone/>
              <a:defRPr sz="2400" baseline="0"/>
            </a:lvl1pPr>
          </a:lstStyle>
          <a:p>
            <a:pPr lvl="0"/>
            <a:r>
              <a:rPr lang="en-US" dirty="0" smtClean="0"/>
              <a:t>Click to edit subheading – 24pt</a:t>
            </a:r>
          </a:p>
        </p:txBody>
      </p:sp>
      <p:sp>
        <p:nvSpPr>
          <p:cNvPr id="3" name="Rectangle 2"/>
          <p:cNvSpPr/>
          <p:nvPr userDrawn="1"/>
        </p:nvSpPr>
        <p:spPr>
          <a:xfrm>
            <a:off x="1691682" y="771550"/>
            <a:ext cx="7277695" cy="21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395537" y="771550"/>
            <a:ext cx="1224135" cy="21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1" y="771550"/>
            <a:ext cx="323528" cy="216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7"/>
          <p:cNvSpPr>
            <a:spLocks noGrp="1"/>
          </p:cNvSpPr>
          <p:nvPr>
            <p:ph type="body" sz="quarter" idx="11" hasCustomPrompt="1"/>
          </p:nvPr>
        </p:nvSpPr>
        <p:spPr>
          <a:xfrm>
            <a:off x="458313" y="367470"/>
            <a:ext cx="5543550" cy="404080"/>
          </a:xfrm>
          <a:prstGeom prst="rect">
            <a:avLst/>
          </a:prstGeom>
        </p:spPr>
        <p:txBody>
          <a:bodyPr anchor="ctr">
            <a:noAutofit/>
          </a:bodyPr>
          <a:lstStyle>
            <a:lvl1pPr marL="0" indent="0">
              <a:buNone/>
              <a:defRPr sz="1000" baseline="0">
                <a:solidFill>
                  <a:schemeClr val="tx2"/>
                </a:solidFill>
              </a:defRPr>
            </a:lvl1pPr>
          </a:lstStyle>
          <a:p>
            <a:pPr lvl="0"/>
            <a:r>
              <a:rPr lang="en-US" dirty="0" smtClean="0"/>
              <a:t>SERVICE LINE | DESCRIPTOR – 10PT (OPTIONAL)</a:t>
            </a: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11588024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SM Title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486870"/>
            <a:ext cx="8229600" cy="540060"/>
          </a:xfrm>
          <a:prstGeom prst="rect">
            <a:avLst/>
          </a:prstGeom>
        </p:spPr>
        <p:txBody>
          <a:bodyPr>
            <a:noAutofit/>
          </a:bodyPr>
          <a:lstStyle>
            <a:lvl1pPr algn="l">
              <a:defRPr sz="3200" b="0" i="0" cap="all" baseline="0">
                <a:solidFill>
                  <a:schemeClr val="accent2"/>
                </a:solidFill>
              </a:defRPr>
            </a:lvl1pPr>
          </a:lstStyle>
          <a:p>
            <a:r>
              <a:rPr lang="en-US" dirty="0" smtClean="0"/>
              <a:t>Click to edit heading – 32pt</a:t>
            </a:r>
            <a:endParaRPr lang="en-GB" dirty="0"/>
          </a:p>
        </p:txBody>
      </p:sp>
      <p:sp>
        <p:nvSpPr>
          <p:cNvPr id="3" name="Rectangle 2"/>
          <p:cNvSpPr/>
          <p:nvPr userDrawn="1"/>
        </p:nvSpPr>
        <p:spPr>
          <a:xfrm>
            <a:off x="1691680" y="184736"/>
            <a:ext cx="7272808" cy="309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1" y="184736"/>
            <a:ext cx="323529" cy="309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395538" y="185739"/>
            <a:ext cx="1224134" cy="309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7"/>
          <p:cNvSpPr>
            <a:spLocks noGrp="1"/>
          </p:cNvSpPr>
          <p:nvPr>
            <p:ph type="body" sz="quarter" idx="10" hasCustomPrompt="1"/>
          </p:nvPr>
        </p:nvSpPr>
        <p:spPr>
          <a:xfrm>
            <a:off x="468313" y="4080770"/>
            <a:ext cx="5543550" cy="342205"/>
          </a:xfrm>
          <a:prstGeom prst="rect">
            <a:avLst/>
          </a:prstGeom>
        </p:spPr>
        <p:txBody>
          <a:bodyPr>
            <a:noAutofit/>
          </a:bodyPr>
          <a:lstStyle>
            <a:lvl1pPr marL="0" indent="0">
              <a:buNone/>
              <a:defRPr sz="2400" baseline="0"/>
            </a:lvl1pPr>
          </a:lstStyle>
          <a:p>
            <a:pPr lvl="0"/>
            <a:r>
              <a:rPr lang="en-US" dirty="0" smtClean="0"/>
              <a:t>Click to edit subheading – 20pt</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43176562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RSM Title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486870"/>
            <a:ext cx="8229600" cy="540060"/>
          </a:xfrm>
          <a:prstGeom prst="rect">
            <a:avLst/>
          </a:prstGeom>
        </p:spPr>
        <p:txBody>
          <a:bodyPr>
            <a:noAutofit/>
          </a:bodyPr>
          <a:lstStyle>
            <a:lvl1pPr algn="l">
              <a:defRPr sz="3200" b="0" i="0" cap="all" baseline="0">
                <a:solidFill>
                  <a:schemeClr val="accent2"/>
                </a:solidFill>
              </a:defRPr>
            </a:lvl1pPr>
          </a:lstStyle>
          <a:p>
            <a:r>
              <a:rPr lang="en-US" dirty="0" smtClean="0"/>
              <a:t>Click to edit heading – 32pt</a:t>
            </a:r>
            <a:endParaRPr lang="en-GB" dirty="0"/>
          </a:p>
        </p:txBody>
      </p:sp>
      <p:sp>
        <p:nvSpPr>
          <p:cNvPr id="3" name="Rectangle 2"/>
          <p:cNvSpPr/>
          <p:nvPr userDrawn="1"/>
        </p:nvSpPr>
        <p:spPr>
          <a:xfrm>
            <a:off x="3851920" y="184736"/>
            <a:ext cx="5112568" cy="309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userDrawn="1"/>
        </p:nvSpPr>
        <p:spPr>
          <a:xfrm>
            <a:off x="0" y="184736"/>
            <a:ext cx="971600" cy="309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1082156" y="185739"/>
            <a:ext cx="2664822" cy="309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7"/>
          <p:cNvSpPr>
            <a:spLocks noGrp="1"/>
          </p:cNvSpPr>
          <p:nvPr>
            <p:ph type="body" sz="quarter" idx="10" hasCustomPrompt="1"/>
          </p:nvPr>
        </p:nvSpPr>
        <p:spPr>
          <a:xfrm>
            <a:off x="468313" y="4080770"/>
            <a:ext cx="5543550" cy="342205"/>
          </a:xfrm>
          <a:prstGeom prst="rect">
            <a:avLst/>
          </a:prstGeom>
        </p:spPr>
        <p:txBody>
          <a:bodyPr>
            <a:noAutofit/>
          </a:bodyPr>
          <a:lstStyle>
            <a:lvl1pPr marL="0" indent="0">
              <a:buNone/>
              <a:defRPr sz="2400" baseline="0"/>
            </a:lvl1pPr>
          </a:lstStyle>
          <a:p>
            <a:pPr lvl="0"/>
            <a:r>
              <a:rPr lang="en-US" dirty="0" smtClean="0"/>
              <a:t>Click to edit subheading – 20pt</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21675286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SM Image Slide 2">
    <p:spTree>
      <p:nvGrpSpPr>
        <p:cNvPr id="1" name=""/>
        <p:cNvGrpSpPr/>
        <p:nvPr/>
      </p:nvGrpSpPr>
      <p:grpSpPr>
        <a:xfrm>
          <a:off x="0" y="0"/>
          <a:ext cx="0" cy="0"/>
          <a:chOff x="0" y="0"/>
          <a:chExt cx="0" cy="0"/>
        </a:xfrm>
      </p:grpSpPr>
      <p:sp>
        <p:nvSpPr>
          <p:cNvPr id="2" name="Rectangle 1"/>
          <p:cNvSpPr/>
          <p:nvPr userDrawn="1"/>
        </p:nvSpPr>
        <p:spPr>
          <a:xfrm>
            <a:off x="3851919" y="185737"/>
            <a:ext cx="5117455" cy="424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userDrawn="1"/>
        </p:nvSpPr>
        <p:spPr>
          <a:xfrm>
            <a:off x="0" y="184736"/>
            <a:ext cx="971600" cy="42449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1082156" y="185738"/>
            <a:ext cx="2664822" cy="42449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27804140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SM Image Slide">
    <p:spTree>
      <p:nvGrpSpPr>
        <p:cNvPr id="1" name=""/>
        <p:cNvGrpSpPr/>
        <p:nvPr/>
      </p:nvGrpSpPr>
      <p:grpSpPr>
        <a:xfrm>
          <a:off x="0" y="0"/>
          <a:ext cx="0" cy="0"/>
          <a:chOff x="0" y="0"/>
          <a:chExt cx="0" cy="0"/>
        </a:xfrm>
      </p:grpSpPr>
      <p:sp>
        <p:nvSpPr>
          <p:cNvPr id="2" name="Rectangle 1"/>
          <p:cNvSpPr/>
          <p:nvPr userDrawn="1"/>
        </p:nvSpPr>
        <p:spPr>
          <a:xfrm>
            <a:off x="0" y="182563"/>
            <a:ext cx="8969375" cy="424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82760355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ation Slide">
    <p:spTree>
      <p:nvGrpSpPr>
        <p:cNvPr id="1" name=""/>
        <p:cNvGrpSpPr/>
        <p:nvPr/>
      </p:nvGrpSpPr>
      <p:grpSpPr>
        <a:xfrm>
          <a:off x="0" y="0"/>
          <a:ext cx="0" cy="0"/>
          <a:chOff x="0" y="0"/>
          <a:chExt cx="0" cy="0"/>
        </a:xfrm>
      </p:grpSpPr>
      <p:sp>
        <p:nvSpPr>
          <p:cNvPr id="2" name="Rectangle 1"/>
          <p:cNvSpPr/>
          <p:nvPr userDrawn="1"/>
        </p:nvSpPr>
        <p:spPr>
          <a:xfrm>
            <a:off x="0" y="182241"/>
            <a:ext cx="8969375" cy="42484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26" name="Picture 2" descr="Z:\RSM International\1 Design\2015\Brand\powerpoints\Quotation marks-09.png"/>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3225614" y="0"/>
            <a:ext cx="2356772" cy="1857984"/>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4"/>
          <p:cNvSpPr>
            <a:spLocks noGrp="1"/>
          </p:cNvSpPr>
          <p:nvPr>
            <p:ph type="body" sz="quarter" idx="10" hasCustomPrompt="1"/>
          </p:nvPr>
        </p:nvSpPr>
        <p:spPr>
          <a:xfrm>
            <a:off x="1547664" y="1563639"/>
            <a:ext cx="5976938" cy="1764196"/>
          </a:xfrm>
          <a:prstGeom prst="rect">
            <a:avLst/>
          </a:prstGeom>
        </p:spPr>
        <p:txBody>
          <a:bodyPr>
            <a:normAutofit/>
          </a:bodyPr>
          <a:lstStyle>
            <a:lvl1pPr marL="0" indent="0" algn="ctr">
              <a:buNone/>
              <a:defRPr sz="2400" b="0">
                <a:solidFill>
                  <a:schemeClr val="bg1"/>
                </a:solidFill>
              </a:defRPr>
            </a:lvl1pPr>
            <a:lvl2pPr marL="457200" indent="0">
              <a:buNone/>
              <a:defRPr sz="16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smtClean="0"/>
              <a:t>Quotation here – 24pt</a:t>
            </a:r>
          </a:p>
        </p:txBody>
      </p:sp>
      <p:sp>
        <p:nvSpPr>
          <p:cNvPr id="7" name="Text Placeholder 6"/>
          <p:cNvSpPr>
            <a:spLocks noGrp="1"/>
          </p:cNvSpPr>
          <p:nvPr>
            <p:ph type="body" sz="quarter" idx="11" hasCustomPrompt="1"/>
          </p:nvPr>
        </p:nvSpPr>
        <p:spPr>
          <a:xfrm>
            <a:off x="2915816" y="3489723"/>
            <a:ext cx="3313112" cy="306163"/>
          </a:xfrm>
          <a:prstGeom prst="rect">
            <a:avLst/>
          </a:prstGeom>
        </p:spPr>
        <p:txBody>
          <a:bodyPr>
            <a:noAutofit/>
          </a:bodyPr>
          <a:lstStyle>
            <a:lvl1pPr marL="0" indent="0" algn="ctr">
              <a:buNone/>
              <a:defRPr sz="1800" b="1">
                <a:solidFill>
                  <a:schemeClr val="bg1"/>
                </a:solidFill>
              </a:defRPr>
            </a:lvl1pPr>
            <a:lvl2pPr marL="457200" indent="0" algn="ctr">
              <a:buNone/>
              <a:defRPr sz="1100"/>
            </a:lvl2pPr>
            <a:lvl3pPr marL="914400" indent="0" algn="ctr">
              <a:buNone/>
              <a:defRPr sz="1050"/>
            </a:lvl3pPr>
            <a:lvl4pPr marL="1371600" indent="0" algn="ctr">
              <a:buNone/>
              <a:defRPr sz="1000"/>
            </a:lvl4pPr>
            <a:lvl5pPr marL="1828800" indent="0" algn="ctr">
              <a:buNone/>
              <a:defRPr sz="1000"/>
            </a:lvl5pPr>
          </a:lstStyle>
          <a:p>
            <a:pPr lvl="0"/>
            <a:r>
              <a:rPr lang="en-US" dirty="0" smtClean="0"/>
              <a:t>Author of quote – 18pt</a:t>
            </a:r>
            <a:endParaRPr lang="en-GB" dirty="0"/>
          </a:p>
        </p:txBody>
      </p:sp>
      <p:sp>
        <p:nvSpPr>
          <p:cNvPr id="12" name="Text Placeholder 6"/>
          <p:cNvSpPr>
            <a:spLocks noGrp="1"/>
          </p:cNvSpPr>
          <p:nvPr>
            <p:ph type="body" sz="quarter" idx="12" hasCustomPrompt="1"/>
          </p:nvPr>
        </p:nvSpPr>
        <p:spPr>
          <a:xfrm>
            <a:off x="2915816" y="3795886"/>
            <a:ext cx="3313112" cy="288032"/>
          </a:xfrm>
          <a:prstGeom prst="rect">
            <a:avLst/>
          </a:prstGeom>
        </p:spPr>
        <p:txBody>
          <a:bodyPr>
            <a:noAutofit/>
          </a:bodyPr>
          <a:lstStyle>
            <a:lvl1pPr marL="0" indent="0" algn="ctr">
              <a:buNone/>
              <a:defRPr sz="1800" b="0">
                <a:solidFill>
                  <a:schemeClr val="bg1"/>
                </a:solidFill>
              </a:defRPr>
            </a:lvl1pPr>
            <a:lvl2pPr marL="457200" indent="0" algn="ctr">
              <a:buNone/>
              <a:defRPr sz="1100"/>
            </a:lvl2pPr>
            <a:lvl3pPr marL="914400" indent="0" algn="ctr">
              <a:buNone/>
              <a:defRPr sz="1050"/>
            </a:lvl3pPr>
            <a:lvl4pPr marL="1371600" indent="0" algn="ctr">
              <a:buNone/>
              <a:defRPr sz="1000"/>
            </a:lvl4pPr>
            <a:lvl5pPr marL="1828800" indent="0" algn="ctr">
              <a:buNone/>
              <a:defRPr sz="1000"/>
            </a:lvl5pPr>
          </a:lstStyle>
          <a:p>
            <a:pPr lvl="0"/>
            <a:r>
              <a:rPr lang="en-US" dirty="0" smtClean="0"/>
              <a:t>Title – 18pt</a:t>
            </a:r>
            <a:endParaRPr lang="en-GB" dirty="0"/>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10153994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8" name="Rectangle 7"/>
          <p:cNvSpPr/>
          <p:nvPr userDrawn="1"/>
        </p:nvSpPr>
        <p:spPr>
          <a:xfrm>
            <a:off x="0" y="915989"/>
            <a:ext cx="3635896" cy="352796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Content Placeholder 33"/>
          <p:cNvSpPr>
            <a:spLocks noGrp="1"/>
          </p:cNvSpPr>
          <p:nvPr>
            <p:ph sz="quarter" idx="14" hasCustomPrompt="1"/>
          </p:nvPr>
        </p:nvSpPr>
        <p:spPr>
          <a:xfrm>
            <a:off x="314524" y="1096434"/>
            <a:ext cx="3033340" cy="3161426"/>
          </a:xfrm>
          <a:prstGeom prst="rect">
            <a:avLst/>
          </a:prstGeom>
        </p:spPr>
        <p:txBody>
          <a:bodyPr anchor="ctr">
            <a:normAutofit/>
          </a:bodyPr>
          <a:lstStyle>
            <a:lvl1pPr marL="0" indent="0" algn="ctr">
              <a:buNone/>
              <a:defRPr sz="3200" b="0" i="0" cap="none" baseline="0">
                <a:solidFill>
                  <a:schemeClr val="accent1"/>
                </a:solidFill>
              </a:defRPr>
            </a:lvl1pPr>
            <a:lvl2pPr>
              <a:defRPr sz="2000" b="1" i="0" cap="all" baseline="0">
                <a:solidFill>
                  <a:schemeClr val="accent1"/>
                </a:solidFill>
              </a:defRPr>
            </a:lvl2pPr>
            <a:lvl3pPr>
              <a:defRPr sz="2000" b="1" i="0" cap="all" baseline="0">
                <a:solidFill>
                  <a:schemeClr val="accent1"/>
                </a:solidFill>
              </a:defRPr>
            </a:lvl3pPr>
            <a:lvl4pPr>
              <a:defRPr sz="2000" b="1" i="0" cap="all" baseline="0">
                <a:solidFill>
                  <a:schemeClr val="accent1"/>
                </a:solidFill>
              </a:defRPr>
            </a:lvl4pPr>
            <a:lvl5pPr>
              <a:defRPr sz="2000" b="1" i="0" cap="all" baseline="0">
                <a:solidFill>
                  <a:schemeClr val="accent1"/>
                </a:solidFill>
              </a:defRPr>
            </a:lvl5pPr>
          </a:lstStyle>
          <a:p>
            <a:pPr lvl="0"/>
            <a:r>
              <a:rPr lang="en-US" dirty="0" smtClean="0"/>
              <a:t>Stand out fact/figure/chart</a:t>
            </a:r>
          </a:p>
        </p:txBody>
      </p:sp>
      <p:sp>
        <p:nvSpPr>
          <p:cNvPr id="21"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2"/>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22" name="Straight Connector 21"/>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3995936" y="771550"/>
            <a:ext cx="4968552"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5" name="Content Placeholder 2"/>
          <p:cNvSpPr>
            <a:spLocks noGrp="1"/>
          </p:cNvSpPr>
          <p:nvPr>
            <p:ph sz="quarter" idx="16"/>
          </p:nvPr>
        </p:nvSpPr>
        <p:spPr>
          <a:xfrm>
            <a:off x="3851920" y="915989"/>
            <a:ext cx="5112568" cy="3527425"/>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14004819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8" name="Rectangle 7"/>
          <p:cNvSpPr/>
          <p:nvPr userDrawn="1"/>
        </p:nvSpPr>
        <p:spPr>
          <a:xfrm>
            <a:off x="0" y="915988"/>
            <a:ext cx="8892480" cy="352797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p:cNvSpPr/>
          <p:nvPr userDrawn="1"/>
        </p:nvSpPr>
        <p:spPr>
          <a:xfrm>
            <a:off x="5652120" y="915988"/>
            <a:ext cx="3312368" cy="35279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Content Placeholder 33"/>
          <p:cNvSpPr>
            <a:spLocks noGrp="1"/>
          </p:cNvSpPr>
          <p:nvPr>
            <p:ph sz="quarter" idx="14"/>
          </p:nvPr>
        </p:nvSpPr>
        <p:spPr>
          <a:xfrm>
            <a:off x="251520" y="1059582"/>
            <a:ext cx="5040560" cy="2376264"/>
          </a:xfrm>
          <a:prstGeom prst="rect">
            <a:avLst/>
          </a:prstGeom>
        </p:spPr>
        <p:txBody>
          <a:bodyPr anchor="ctr">
            <a:normAutofit/>
          </a:bodyPr>
          <a:lstStyle>
            <a:lvl1pPr marL="0" indent="0" algn="ctr">
              <a:buNone/>
              <a:defRPr sz="2000" b="0" i="0" cap="all" baseline="0">
                <a:solidFill>
                  <a:schemeClr val="accent1"/>
                </a:solidFill>
              </a:defRPr>
            </a:lvl1pPr>
            <a:lvl2pPr>
              <a:defRPr sz="2000" b="1" i="0" cap="all" baseline="0">
                <a:solidFill>
                  <a:schemeClr val="accent1"/>
                </a:solidFill>
              </a:defRPr>
            </a:lvl2pPr>
            <a:lvl3pPr>
              <a:defRPr sz="2000" b="1" i="0" cap="all" baseline="0">
                <a:solidFill>
                  <a:schemeClr val="accent1"/>
                </a:solidFill>
              </a:defRPr>
            </a:lvl3pPr>
            <a:lvl4pPr>
              <a:defRPr sz="2000" b="1" i="0" cap="all" baseline="0">
                <a:solidFill>
                  <a:schemeClr val="accent1"/>
                </a:solidFill>
              </a:defRPr>
            </a:lvl4pPr>
            <a:lvl5pPr>
              <a:defRPr sz="2000" b="1" i="0" cap="all" baseline="0">
                <a:solidFill>
                  <a:schemeClr val="accent1"/>
                </a:solidFill>
              </a:defRPr>
            </a:lvl5pPr>
          </a:lstStyle>
          <a:p>
            <a:pPr lvl="0"/>
            <a:r>
              <a:rPr lang="en-US" smtClean="0"/>
              <a:t>Click to edit Master text styles</a:t>
            </a:r>
          </a:p>
        </p:txBody>
      </p:sp>
      <p:sp>
        <p:nvSpPr>
          <p:cNvPr id="4" name="Text Placeholder 3"/>
          <p:cNvSpPr>
            <a:spLocks noGrp="1"/>
          </p:cNvSpPr>
          <p:nvPr>
            <p:ph type="body" sz="quarter" idx="15"/>
          </p:nvPr>
        </p:nvSpPr>
        <p:spPr>
          <a:xfrm>
            <a:off x="5796137" y="1059583"/>
            <a:ext cx="3038480" cy="3198277"/>
          </a:xfrm>
          <a:prstGeom prst="rect">
            <a:avLst/>
          </a:prstGeom>
          <a:ln>
            <a:noFill/>
          </a:ln>
        </p:spPr>
        <p:txBody>
          <a:bodyPr>
            <a:normAutofit/>
          </a:bodyPr>
          <a:lstStyle>
            <a:lvl1pPr>
              <a:spcAft>
                <a:spcPts val="600"/>
              </a:spcAft>
              <a:defRPr sz="1800" baseline="0">
                <a:solidFill>
                  <a:schemeClr val="bg1"/>
                </a:solidFill>
              </a:defRPr>
            </a:lvl1pPr>
            <a:lvl2pPr>
              <a:defRPr sz="1800" baseline="0">
                <a:solidFill>
                  <a:schemeClr val="bg1"/>
                </a:solidFill>
              </a:defRPr>
            </a:lvl2pPr>
            <a:lvl3pPr>
              <a:defRPr sz="1600" baseline="0">
                <a:solidFill>
                  <a:schemeClr val="bg1"/>
                </a:solidFill>
              </a:defRPr>
            </a:lvl3pPr>
            <a:lvl4pPr>
              <a:defRPr sz="1400" baseline="0">
                <a:solidFill>
                  <a:schemeClr val="bg1"/>
                </a:solidFill>
              </a:defRPr>
            </a:lvl4pPr>
            <a:lvl5pPr>
              <a:defRPr sz="1200" baseline="0">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6" name="Text Placeholder 5"/>
          <p:cNvSpPr>
            <a:spLocks noGrp="1"/>
          </p:cNvSpPr>
          <p:nvPr>
            <p:ph type="body" sz="quarter" idx="17" hasCustomPrompt="1"/>
          </p:nvPr>
        </p:nvSpPr>
        <p:spPr>
          <a:xfrm>
            <a:off x="250825" y="3579863"/>
            <a:ext cx="5041900" cy="673859"/>
          </a:xfrm>
          <a:prstGeom prst="rect">
            <a:avLst/>
          </a:prstGeom>
        </p:spPr>
        <p:txBody>
          <a:bodyPr>
            <a:normAutofit/>
          </a:bodyPr>
          <a:lstStyle>
            <a:lvl1pPr marL="0" indent="0">
              <a:spcAft>
                <a:spcPts val="1200"/>
              </a:spcAft>
              <a:buNone/>
              <a:defRPr sz="1600" baseline="0"/>
            </a:lvl1pPr>
            <a:lvl2pPr>
              <a:defRPr sz="1400" baseline="0"/>
            </a:lvl2pPr>
            <a:lvl3pPr>
              <a:defRPr sz="1400" baseline="0"/>
            </a:lvl3pPr>
            <a:lvl4pPr>
              <a:defRPr sz="1400" baseline="0"/>
            </a:lvl4pPr>
            <a:lvl5pPr>
              <a:defRPr sz="1400" baseline="0"/>
            </a:lvl5pPr>
          </a:lstStyle>
          <a:p>
            <a:pPr lvl="0"/>
            <a:r>
              <a:rPr lang="en-US" dirty="0" smtClean="0"/>
              <a:t>Paragraph/caption for object above</a:t>
            </a:r>
          </a:p>
        </p:txBody>
      </p:sp>
      <p:sp>
        <p:nvSpPr>
          <p:cNvPr id="13"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14" name="Straight Connector 13"/>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08326415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Slide 1">
    <p:spTree>
      <p:nvGrpSpPr>
        <p:cNvPr id="1" name=""/>
        <p:cNvGrpSpPr/>
        <p:nvPr/>
      </p:nvGrpSpPr>
      <p:grpSpPr>
        <a:xfrm>
          <a:off x="0" y="0"/>
          <a:ext cx="0" cy="0"/>
          <a:chOff x="0" y="0"/>
          <a:chExt cx="0" cy="0"/>
        </a:xfrm>
      </p:grpSpPr>
      <p:sp>
        <p:nvSpPr>
          <p:cNvPr id="21" name="Rectangle 20"/>
          <p:cNvSpPr/>
          <p:nvPr userDrawn="1"/>
        </p:nvSpPr>
        <p:spPr>
          <a:xfrm>
            <a:off x="0" y="915988"/>
            <a:ext cx="503040" cy="352797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21"/>
          <p:cNvSpPr/>
          <p:nvPr userDrawn="1"/>
        </p:nvSpPr>
        <p:spPr>
          <a:xfrm>
            <a:off x="611560" y="915988"/>
            <a:ext cx="1080120" cy="35279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 Placeholder 5"/>
          <p:cNvSpPr>
            <a:spLocks noGrp="1"/>
          </p:cNvSpPr>
          <p:nvPr>
            <p:ph type="body" sz="quarter" idx="14" hasCustomPrompt="1"/>
          </p:nvPr>
        </p:nvSpPr>
        <p:spPr>
          <a:xfrm>
            <a:off x="1844080" y="915989"/>
            <a:ext cx="7120408" cy="503237"/>
          </a:xfrm>
          <a:prstGeom prst="rect">
            <a:avLst/>
          </a:prstGeom>
        </p:spPr>
        <p:txBody>
          <a:bodyPr>
            <a:noAutofit/>
          </a:bodyPr>
          <a:lstStyle>
            <a:lvl1pPr marL="0" indent="0">
              <a:buNone/>
              <a:defRPr sz="2400"/>
            </a:lvl1pPr>
          </a:lstStyle>
          <a:p>
            <a:pPr lvl="0"/>
            <a:r>
              <a:rPr lang="en-US" dirty="0" smtClean="0"/>
              <a:t>Click to edit subheading – 24pt</a:t>
            </a:r>
            <a:endParaRPr lang="en-GB" dirty="0"/>
          </a:p>
        </p:txBody>
      </p:sp>
      <p:sp>
        <p:nvSpPr>
          <p:cNvPr id="30"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2"/>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31" name="Straight Connector 30"/>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a:off x="3995936" y="771550"/>
            <a:ext cx="4968552"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4" name="Content Placeholder 2"/>
          <p:cNvSpPr>
            <a:spLocks noGrp="1"/>
          </p:cNvSpPr>
          <p:nvPr>
            <p:ph sz="quarter" idx="16"/>
          </p:nvPr>
        </p:nvSpPr>
        <p:spPr>
          <a:xfrm>
            <a:off x="1844080" y="1484314"/>
            <a:ext cx="7120408" cy="2959100"/>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832550714"/>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Slide 2">
    <p:spTree>
      <p:nvGrpSpPr>
        <p:cNvPr id="1" name=""/>
        <p:cNvGrpSpPr/>
        <p:nvPr/>
      </p:nvGrpSpPr>
      <p:grpSpPr>
        <a:xfrm>
          <a:off x="0" y="0"/>
          <a:ext cx="0" cy="0"/>
          <a:chOff x="0" y="0"/>
          <a:chExt cx="0" cy="0"/>
        </a:xfrm>
      </p:grpSpPr>
      <p:sp>
        <p:nvSpPr>
          <p:cNvPr id="30"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2"/>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31" name="Straight Connector 30"/>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sp>
        <p:nvSpPr>
          <p:cNvPr id="34" name="Content Placeholder 2"/>
          <p:cNvSpPr>
            <a:spLocks noGrp="1"/>
          </p:cNvSpPr>
          <p:nvPr>
            <p:ph sz="quarter" idx="16"/>
          </p:nvPr>
        </p:nvSpPr>
        <p:spPr>
          <a:xfrm>
            <a:off x="251520" y="915989"/>
            <a:ext cx="8712968" cy="3527425"/>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833193661"/>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Slide 3">
    <p:spTree>
      <p:nvGrpSpPr>
        <p:cNvPr id="1" name=""/>
        <p:cNvGrpSpPr/>
        <p:nvPr/>
      </p:nvGrpSpPr>
      <p:grpSpPr>
        <a:xfrm>
          <a:off x="0" y="0"/>
          <a:ext cx="0" cy="0"/>
          <a:chOff x="0" y="0"/>
          <a:chExt cx="0" cy="0"/>
        </a:xfrm>
      </p:grpSpPr>
      <p:sp>
        <p:nvSpPr>
          <p:cNvPr id="22" name="Text Placeholder 16"/>
          <p:cNvSpPr>
            <a:spLocks noGrp="1"/>
          </p:cNvSpPr>
          <p:nvPr>
            <p:ph type="body" sz="quarter" idx="13" hasCustomPrompt="1"/>
          </p:nvPr>
        </p:nvSpPr>
        <p:spPr>
          <a:xfrm>
            <a:off x="251520" y="339502"/>
            <a:ext cx="8712968" cy="270272"/>
          </a:xfrm>
          <a:prstGeom prst="rect">
            <a:avLst/>
          </a:prstGeom>
          <a:noFill/>
        </p:spPr>
        <p:txBody>
          <a:bodyPr anchor="ctr">
            <a:noAutofit/>
          </a:bodyPr>
          <a:lstStyle>
            <a:lvl1pPr marL="0" indent="0">
              <a:buNone/>
              <a:defRPr sz="2800" b="0" i="0" cap="none" baseline="0">
                <a:solidFill>
                  <a:schemeClr val="accent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23" name="Straight Connector 22"/>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6" name="Text Placeholder 5"/>
          <p:cNvSpPr>
            <a:spLocks noGrp="1"/>
          </p:cNvSpPr>
          <p:nvPr>
            <p:ph type="body" sz="quarter" idx="14" hasCustomPrompt="1"/>
          </p:nvPr>
        </p:nvSpPr>
        <p:spPr>
          <a:xfrm>
            <a:off x="1024485" y="915989"/>
            <a:ext cx="7944178" cy="503237"/>
          </a:xfrm>
          <a:prstGeom prst="rect">
            <a:avLst/>
          </a:prstGeom>
        </p:spPr>
        <p:txBody>
          <a:bodyPr>
            <a:noAutofit/>
          </a:bodyPr>
          <a:lstStyle>
            <a:lvl1pPr marL="0" indent="0">
              <a:buNone/>
              <a:defRPr sz="2400"/>
            </a:lvl1pPr>
          </a:lstStyle>
          <a:p>
            <a:pPr lvl="0"/>
            <a:r>
              <a:rPr lang="en-US" dirty="0" smtClean="0"/>
              <a:t>Click to edit subheading – 24pt</a:t>
            </a:r>
            <a:endParaRPr lang="en-GB" dirty="0"/>
          </a:p>
        </p:txBody>
      </p:sp>
      <p:sp>
        <p:nvSpPr>
          <p:cNvPr id="27" name="Content Placeholder 2"/>
          <p:cNvSpPr>
            <a:spLocks noGrp="1"/>
          </p:cNvSpPr>
          <p:nvPr>
            <p:ph sz="quarter" idx="16"/>
          </p:nvPr>
        </p:nvSpPr>
        <p:spPr>
          <a:xfrm>
            <a:off x="1024403" y="1484314"/>
            <a:ext cx="7944972" cy="2959100"/>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1" name="Rectangle 10"/>
          <p:cNvSpPr/>
          <p:nvPr userDrawn="1"/>
        </p:nvSpPr>
        <p:spPr>
          <a:xfrm>
            <a:off x="0" y="915988"/>
            <a:ext cx="251520" cy="352797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userDrawn="1"/>
        </p:nvSpPr>
        <p:spPr>
          <a:xfrm>
            <a:off x="316280" y="915988"/>
            <a:ext cx="626027" cy="352797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981275833"/>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Slide 4 - with columns">
    <p:spTree>
      <p:nvGrpSpPr>
        <p:cNvPr id="1" name=""/>
        <p:cNvGrpSpPr/>
        <p:nvPr/>
      </p:nvGrpSpPr>
      <p:grpSpPr>
        <a:xfrm>
          <a:off x="0" y="0"/>
          <a:ext cx="0" cy="0"/>
          <a:chOff x="0" y="0"/>
          <a:chExt cx="0" cy="0"/>
        </a:xfrm>
      </p:grpSpPr>
      <p:sp>
        <p:nvSpPr>
          <p:cNvPr id="6" name="Rectangle 5"/>
          <p:cNvSpPr/>
          <p:nvPr userDrawn="1"/>
        </p:nvSpPr>
        <p:spPr>
          <a:xfrm>
            <a:off x="251520" y="267494"/>
            <a:ext cx="8712968" cy="5040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6"/>
          <p:cNvSpPr>
            <a:spLocks noGrp="1"/>
          </p:cNvSpPr>
          <p:nvPr>
            <p:ph type="body" sz="quarter" idx="13" hasCustomPrompt="1"/>
          </p:nvPr>
        </p:nvSpPr>
        <p:spPr>
          <a:xfrm>
            <a:off x="251520" y="357262"/>
            <a:ext cx="8640772" cy="270272"/>
          </a:xfrm>
          <a:prstGeom prst="rect">
            <a:avLst/>
          </a:prstGeom>
          <a:noFill/>
        </p:spPr>
        <p:txBody>
          <a:bodyPr anchor="ctr">
            <a:noAutofit/>
          </a:bodyPr>
          <a:lstStyle>
            <a:lvl1pPr marL="0" indent="0">
              <a:buNone/>
              <a:defRPr sz="2800" b="0" i="0" cap="none" baseline="0">
                <a:solidFill>
                  <a:schemeClr val="bg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endParaRPr lang="en-GB" dirty="0"/>
          </a:p>
        </p:txBody>
      </p:sp>
      <p:sp>
        <p:nvSpPr>
          <p:cNvPr id="12" name="Text Placeholder 5"/>
          <p:cNvSpPr>
            <a:spLocks noGrp="1"/>
          </p:cNvSpPr>
          <p:nvPr>
            <p:ph type="body" sz="quarter" idx="14" hasCustomPrompt="1"/>
          </p:nvPr>
        </p:nvSpPr>
        <p:spPr>
          <a:xfrm>
            <a:off x="251520" y="915566"/>
            <a:ext cx="8712258" cy="485775"/>
          </a:xfrm>
          <a:prstGeom prst="rect">
            <a:avLst/>
          </a:prstGeom>
        </p:spPr>
        <p:txBody>
          <a:bodyPr>
            <a:noAutofit/>
          </a:bodyPr>
          <a:lstStyle>
            <a:lvl1pPr marL="0" indent="0">
              <a:buNone/>
              <a:defRPr sz="2400">
                <a:solidFill>
                  <a:schemeClr val="accent2"/>
                </a:solidFill>
              </a:defRPr>
            </a:lvl1pPr>
          </a:lstStyle>
          <a:p>
            <a:pPr lvl="0"/>
            <a:r>
              <a:rPr lang="en-US" dirty="0" smtClean="0"/>
              <a:t>Click to edit subheading – 24pt</a:t>
            </a:r>
            <a:endParaRPr lang="en-GB" dirty="0"/>
          </a:p>
        </p:txBody>
      </p:sp>
      <p:sp>
        <p:nvSpPr>
          <p:cNvPr id="23" name="Rectangle 22"/>
          <p:cNvSpPr/>
          <p:nvPr userDrawn="1"/>
        </p:nvSpPr>
        <p:spPr>
          <a:xfrm>
            <a:off x="1141" y="267494"/>
            <a:ext cx="178371" cy="5040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Content Placeholder 2"/>
          <p:cNvSpPr>
            <a:spLocks noGrp="1"/>
          </p:cNvSpPr>
          <p:nvPr>
            <p:ph sz="quarter" idx="16"/>
          </p:nvPr>
        </p:nvSpPr>
        <p:spPr>
          <a:xfrm>
            <a:off x="251520" y="1484314"/>
            <a:ext cx="8712968" cy="2959100"/>
          </a:xfrm>
          <a:prstGeom prst="rect">
            <a:avLst/>
          </a:prstGeom>
        </p:spPr>
        <p:txBody>
          <a:bodyPr numCol="2">
            <a:no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9940305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Slide 5">
    <p:spTree>
      <p:nvGrpSpPr>
        <p:cNvPr id="1" name=""/>
        <p:cNvGrpSpPr/>
        <p:nvPr/>
      </p:nvGrpSpPr>
      <p:grpSpPr>
        <a:xfrm>
          <a:off x="0" y="0"/>
          <a:ext cx="0" cy="0"/>
          <a:chOff x="0" y="0"/>
          <a:chExt cx="0" cy="0"/>
        </a:xfrm>
      </p:grpSpPr>
      <p:sp>
        <p:nvSpPr>
          <p:cNvPr id="6" name="Rectangle 5"/>
          <p:cNvSpPr/>
          <p:nvPr userDrawn="1"/>
        </p:nvSpPr>
        <p:spPr>
          <a:xfrm>
            <a:off x="251520" y="267494"/>
            <a:ext cx="8712968" cy="5040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6"/>
          <p:cNvSpPr>
            <a:spLocks noGrp="1"/>
          </p:cNvSpPr>
          <p:nvPr>
            <p:ph type="body" sz="quarter" idx="13" hasCustomPrompt="1"/>
          </p:nvPr>
        </p:nvSpPr>
        <p:spPr>
          <a:xfrm>
            <a:off x="251520" y="357262"/>
            <a:ext cx="8640772" cy="270272"/>
          </a:xfrm>
          <a:prstGeom prst="rect">
            <a:avLst/>
          </a:prstGeom>
          <a:noFill/>
        </p:spPr>
        <p:txBody>
          <a:bodyPr anchor="ctr">
            <a:noAutofit/>
          </a:bodyPr>
          <a:lstStyle>
            <a:lvl1pPr marL="0" indent="0">
              <a:buNone/>
              <a:defRPr sz="2800" b="0" i="0" cap="none" baseline="0">
                <a:solidFill>
                  <a:schemeClr val="bg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endParaRPr lang="en-GB" dirty="0"/>
          </a:p>
        </p:txBody>
      </p:sp>
      <p:sp>
        <p:nvSpPr>
          <p:cNvPr id="12" name="Text Placeholder 5"/>
          <p:cNvSpPr>
            <a:spLocks noGrp="1"/>
          </p:cNvSpPr>
          <p:nvPr>
            <p:ph type="body" sz="quarter" idx="14" hasCustomPrompt="1"/>
          </p:nvPr>
        </p:nvSpPr>
        <p:spPr>
          <a:xfrm>
            <a:off x="251520" y="915566"/>
            <a:ext cx="8712968" cy="485775"/>
          </a:xfrm>
          <a:prstGeom prst="rect">
            <a:avLst/>
          </a:prstGeom>
        </p:spPr>
        <p:txBody>
          <a:bodyPr>
            <a:noAutofit/>
          </a:bodyPr>
          <a:lstStyle>
            <a:lvl1pPr marL="0" indent="0">
              <a:buNone/>
              <a:defRPr sz="2400">
                <a:solidFill>
                  <a:schemeClr val="accent2"/>
                </a:solidFill>
              </a:defRPr>
            </a:lvl1pPr>
          </a:lstStyle>
          <a:p>
            <a:pPr lvl="0"/>
            <a:r>
              <a:rPr lang="en-US" dirty="0" smtClean="0"/>
              <a:t>Click to edit subheading – 24pt</a:t>
            </a:r>
            <a:endParaRPr lang="en-GB" dirty="0"/>
          </a:p>
        </p:txBody>
      </p:sp>
      <p:sp>
        <p:nvSpPr>
          <p:cNvPr id="23" name="Rectangle 22"/>
          <p:cNvSpPr/>
          <p:nvPr userDrawn="1"/>
        </p:nvSpPr>
        <p:spPr>
          <a:xfrm>
            <a:off x="1141" y="267494"/>
            <a:ext cx="178371" cy="5040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p:cNvSpPr>
            <a:spLocks noGrp="1"/>
          </p:cNvSpPr>
          <p:nvPr>
            <p:ph sz="quarter" idx="15"/>
          </p:nvPr>
        </p:nvSpPr>
        <p:spPr>
          <a:xfrm>
            <a:off x="4679952" y="1479551"/>
            <a:ext cx="4289425" cy="2951163"/>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14" name="Content Placeholder 2"/>
          <p:cNvSpPr>
            <a:spLocks noGrp="1"/>
          </p:cNvSpPr>
          <p:nvPr>
            <p:ph sz="quarter" idx="16"/>
          </p:nvPr>
        </p:nvSpPr>
        <p:spPr>
          <a:xfrm>
            <a:off x="251522" y="1484314"/>
            <a:ext cx="4287143" cy="2959100"/>
          </a:xfrm>
          <a:prstGeom prst="rect">
            <a:avLst/>
          </a:prstGeom>
        </p:spPr>
        <p:txBody>
          <a:bodyPr>
            <a:normAutofit/>
          </a:bodyPr>
          <a:lstStyle>
            <a:lvl1pPr>
              <a:defRPr sz="1600"/>
            </a:lvl1pPr>
            <a:lvl2pPr>
              <a:defRPr sz="1600"/>
            </a:lvl2pPr>
            <a:lvl3pPr>
              <a:defRPr sz="16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459883944"/>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Quotes and Testimonials Slide">
    <p:spTree>
      <p:nvGrpSpPr>
        <p:cNvPr id="1" name=""/>
        <p:cNvGrpSpPr/>
        <p:nvPr/>
      </p:nvGrpSpPr>
      <p:grpSpPr>
        <a:xfrm>
          <a:off x="0" y="0"/>
          <a:ext cx="0" cy="0"/>
          <a:chOff x="0" y="0"/>
          <a:chExt cx="0" cy="0"/>
        </a:xfrm>
      </p:grpSpPr>
      <p:sp>
        <p:nvSpPr>
          <p:cNvPr id="2" name="Rectangle 1"/>
          <p:cNvSpPr/>
          <p:nvPr userDrawn="1"/>
        </p:nvSpPr>
        <p:spPr>
          <a:xfrm>
            <a:off x="1" y="915989"/>
            <a:ext cx="4538663" cy="3527548"/>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userDrawn="1"/>
        </p:nvSpPr>
        <p:spPr>
          <a:xfrm>
            <a:off x="4679951" y="915989"/>
            <a:ext cx="4289424" cy="1943794"/>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userDrawn="1"/>
        </p:nvSpPr>
        <p:spPr>
          <a:xfrm>
            <a:off x="4679950" y="3003799"/>
            <a:ext cx="4289424" cy="1439738"/>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 Placeholder 16"/>
          <p:cNvSpPr>
            <a:spLocks noGrp="1"/>
          </p:cNvSpPr>
          <p:nvPr>
            <p:ph type="body" sz="quarter" idx="13" hasCustomPrompt="1"/>
          </p:nvPr>
        </p:nvSpPr>
        <p:spPr>
          <a:xfrm>
            <a:off x="251519" y="339502"/>
            <a:ext cx="8717855" cy="270272"/>
          </a:xfrm>
          <a:prstGeom prst="rect">
            <a:avLst/>
          </a:prstGeom>
          <a:noFill/>
        </p:spPr>
        <p:txBody>
          <a:bodyPr anchor="ctr">
            <a:noAutofit/>
          </a:bodyPr>
          <a:lstStyle>
            <a:lvl1pPr marL="0" indent="0">
              <a:buNone/>
              <a:defRPr sz="2800" b="0" i="0" cap="none" baseline="0">
                <a:solidFill>
                  <a:schemeClr val="accent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23" name="Straight Connector 22"/>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sp>
        <p:nvSpPr>
          <p:cNvPr id="28" name="Text Placeholder 5"/>
          <p:cNvSpPr>
            <a:spLocks noGrp="1"/>
          </p:cNvSpPr>
          <p:nvPr>
            <p:ph type="body" sz="quarter" idx="20" hasCustomPrompt="1"/>
          </p:nvPr>
        </p:nvSpPr>
        <p:spPr>
          <a:xfrm>
            <a:off x="4932365" y="3219823"/>
            <a:ext cx="3959929" cy="1007691"/>
          </a:xfrm>
          <a:prstGeom prst="rect">
            <a:avLst/>
          </a:prstGeom>
        </p:spPr>
        <p:txBody>
          <a:bodyPr anchor="ctr" anchorCtr="0">
            <a:normAutofit/>
          </a:bodyPr>
          <a:lstStyle>
            <a:lvl1pPr marL="0" indent="0">
              <a:buNone/>
              <a:defRPr sz="1600"/>
            </a:lvl1pPr>
          </a:lstStyle>
          <a:p>
            <a:pPr lvl="0"/>
            <a:r>
              <a:rPr lang="en-US" dirty="0" smtClean="0"/>
              <a:t>“Click to edit quote – 16pt”</a:t>
            </a:r>
          </a:p>
        </p:txBody>
      </p:sp>
      <p:sp>
        <p:nvSpPr>
          <p:cNvPr id="30" name="Text Placeholder 5"/>
          <p:cNvSpPr>
            <a:spLocks noGrp="1"/>
          </p:cNvSpPr>
          <p:nvPr>
            <p:ph type="body" sz="quarter" idx="22" hasCustomPrompt="1"/>
          </p:nvPr>
        </p:nvSpPr>
        <p:spPr>
          <a:xfrm>
            <a:off x="4932365" y="1131888"/>
            <a:ext cx="3959929" cy="1547875"/>
          </a:xfrm>
          <a:prstGeom prst="rect">
            <a:avLst/>
          </a:prstGeom>
        </p:spPr>
        <p:txBody>
          <a:bodyPr anchor="ctr" anchorCtr="0">
            <a:normAutofit/>
          </a:bodyPr>
          <a:lstStyle>
            <a:lvl1pPr marL="0" indent="0">
              <a:buNone/>
              <a:defRPr sz="1600"/>
            </a:lvl1pPr>
          </a:lstStyle>
          <a:p>
            <a:pPr lvl="0"/>
            <a:r>
              <a:rPr lang="en-US" dirty="0" smtClean="0"/>
              <a:t>“Click to edit quote – 16pt”</a:t>
            </a:r>
          </a:p>
        </p:txBody>
      </p:sp>
      <p:sp>
        <p:nvSpPr>
          <p:cNvPr id="31" name="Text Placeholder 5"/>
          <p:cNvSpPr>
            <a:spLocks noGrp="1"/>
          </p:cNvSpPr>
          <p:nvPr>
            <p:ph type="body" sz="quarter" idx="23" hasCustomPrompt="1"/>
          </p:nvPr>
        </p:nvSpPr>
        <p:spPr>
          <a:xfrm>
            <a:off x="468089" y="1131888"/>
            <a:ext cx="3743325" cy="3096047"/>
          </a:xfrm>
          <a:prstGeom prst="rect">
            <a:avLst/>
          </a:prstGeom>
        </p:spPr>
        <p:txBody>
          <a:bodyPr anchor="ctr" anchorCtr="0">
            <a:normAutofit/>
          </a:bodyPr>
          <a:lstStyle>
            <a:lvl1pPr marL="0" indent="0">
              <a:buNone/>
              <a:defRPr sz="1600"/>
            </a:lvl1pPr>
          </a:lstStyle>
          <a:p>
            <a:pPr lvl="0"/>
            <a:r>
              <a:rPr lang="en-US" dirty="0" smtClean="0"/>
              <a:t>“Click to edit quote – 16pt”</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711474625"/>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7" name="Text Placeholder 16"/>
          <p:cNvSpPr>
            <a:spLocks noGrp="1"/>
          </p:cNvSpPr>
          <p:nvPr>
            <p:ph type="body" sz="quarter" idx="13" hasCustomPrompt="1"/>
          </p:nvPr>
        </p:nvSpPr>
        <p:spPr>
          <a:xfrm>
            <a:off x="251519" y="339502"/>
            <a:ext cx="8717855" cy="270272"/>
          </a:xfrm>
          <a:prstGeom prst="rect">
            <a:avLst/>
          </a:prstGeom>
          <a:noFill/>
        </p:spPr>
        <p:txBody>
          <a:bodyPr anchor="ctr">
            <a:noAutofit/>
          </a:bodyPr>
          <a:lstStyle>
            <a:lvl1pPr marL="0" indent="0">
              <a:buNone/>
              <a:defRPr sz="2800" b="0" i="0" cap="none" baseline="0">
                <a:solidFill>
                  <a:schemeClr val="accent1"/>
                </a:solidFill>
                <a:latin typeface="+mj-lt"/>
              </a:defRPr>
            </a:lvl1pPr>
            <a:lvl2pPr>
              <a:defRPr sz="800" cap="all" baseline="0"/>
            </a:lvl2pPr>
            <a:lvl3pPr>
              <a:defRPr sz="800" cap="all" baseline="0"/>
            </a:lvl3pPr>
            <a:lvl4pPr>
              <a:defRPr sz="800" cap="all" baseline="0"/>
            </a:lvl4pPr>
            <a:lvl5pPr>
              <a:defRPr sz="800" cap="all" baseline="0"/>
            </a:lvl5pPr>
          </a:lstStyle>
          <a:p>
            <a:pPr lvl="0"/>
            <a:r>
              <a:rPr lang="en-GB" dirty="0" smtClean="0"/>
              <a:t>Click to edit title – 28pt</a:t>
            </a:r>
          </a:p>
        </p:txBody>
      </p:sp>
      <p:cxnSp>
        <p:nvCxnSpPr>
          <p:cNvPr id="8" name="Straight Connector 7"/>
          <p:cNvCxnSpPr/>
          <p:nvPr userDrawn="1"/>
        </p:nvCxnSpPr>
        <p:spPr>
          <a:xfrm>
            <a:off x="251520" y="771550"/>
            <a:ext cx="144016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1844080" y="771550"/>
            <a:ext cx="2007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3995937" y="771550"/>
            <a:ext cx="4973439" cy="0"/>
          </a:xfrm>
          <a:prstGeom prst="line">
            <a:avLst/>
          </a:prstGeom>
          <a:ln/>
        </p:spPr>
        <p:style>
          <a:lnRef idx="1">
            <a:schemeClr val="accent1"/>
          </a:lnRef>
          <a:fillRef idx="0">
            <a:schemeClr val="accent1"/>
          </a:fillRef>
          <a:effectRef idx="0">
            <a:schemeClr val="accent1"/>
          </a:effectRef>
          <a:fontRef idx="minor">
            <a:schemeClr val="tx1"/>
          </a:fontRef>
        </p:style>
      </p:cxnSp>
      <p:sp>
        <p:nvSpPr>
          <p:cNvPr id="11" name="Picture Placeholder 11"/>
          <p:cNvSpPr>
            <a:spLocks noGrp="1"/>
          </p:cNvSpPr>
          <p:nvPr>
            <p:ph type="pic" sz="quarter" idx="14"/>
          </p:nvPr>
        </p:nvSpPr>
        <p:spPr>
          <a:xfrm>
            <a:off x="250827" y="1131888"/>
            <a:ext cx="1440855" cy="1439862"/>
          </a:xfrm>
          <a:prstGeom prst="rect">
            <a:avLst/>
          </a:prstGeom>
        </p:spPr>
        <p:txBody>
          <a:bodyPr>
            <a:normAutofit/>
          </a:bodyPr>
          <a:lstStyle>
            <a:lvl1pPr marL="0" indent="0">
              <a:buNone/>
              <a:defRPr sz="1000"/>
            </a:lvl1pPr>
          </a:lstStyle>
          <a:p>
            <a:r>
              <a:rPr lang="en-US" smtClean="0"/>
              <a:t>Click icon to add picture</a:t>
            </a:r>
            <a:endParaRPr lang="en-GB" dirty="0"/>
          </a:p>
        </p:txBody>
      </p:sp>
      <p:sp>
        <p:nvSpPr>
          <p:cNvPr id="12" name="Rectangle 11"/>
          <p:cNvSpPr/>
          <p:nvPr userDrawn="1"/>
        </p:nvSpPr>
        <p:spPr>
          <a:xfrm>
            <a:off x="1691680" y="1131591"/>
            <a:ext cx="2736304" cy="1440160"/>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24"/>
          <p:cNvSpPr>
            <a:spLocks noGrp="1"/>
          </p:cNvSpPr>
          <p:nvPr>
            <p:ph type="body" sz="quarter" idx="20" hasCustomPrompt="1"/>
          </p:nvPr>
        </p:nvSpPr>
        <p:spPr>
          <a:xfrm>
            <a:off x="1844081" y="1851671"/>
            <a:ext cx="2440583" cy="576064"/>
          </a:xfrm>
          <a:prstGeom prst="rect">
            <a:avLst/>
          </a:prstGeom>
        </p:spPr>
        <p:txBody>
          <a:bodyPr>
            <a:noAutofit/>
          </a:bodyPr>
          <a:lstStyle>
            <a:lvl1pPr marL="0" indent="0">
              <a:buNone/>
              <a:defRPr sz="1400" b="0" baseline="0"/>
            </a:lvl1pPr>
            <a:lvl2pPr>
              <a:defRPr sz="1600"/>
            </a:lvl2pPr>
            <a:lvl3pPr>
              <a:defRPr sz="1400"/>
            </a:lvl3pPr>
            <a:lvl4pPr>
              <a:defRPr sz="1200"/>
            </a:lvl4pPr>
            <a:lvl5pPr>
              <a:defRPr sz="1200"/>
            </a:lvl5pPr>
          </a:lstStyle>
          <a:p>
            <a:pPr lvl="0"/>
            <a:r>
              <a:rPr lang="en-US" dirty="0" smtClean="0"/>
              <a:t>Brief sentence about the team member.</a:t>
            </a:r>
          </a:p>
        </p:txBody>
      </p:sp>
      <p:sp>
        <p:nvSpPr>
          <p:cNvPr id="14" name="Text Placeholder 24"/>
          <p:cNvSpPr>
            <a:spLocks noGrp="1"/>
          </p:cNvSpPr>
          <p:nvPr>
            <p:ph type="body" sz="quarter" idx="21" hasCustomPrompt="1"/>
          </p:nvPr>
        </p:nvSpPr>
        <p:spPr>
          <a:xfrm>
            <a:off x="1844081" y="1275607"/>
            <a:ext cx="2440583" cy="288032"/>
          </a:xfrm>
          <a:prstGeom prst="rect">
            <a:avLst/>
          </a:prstGeom>
        </p:spPr>
        <p:txBody>
          <a:bodyPr>
            <a:noAutofit/>
          </a:bodyPr>
          <a:lstStyle>
            <a:lvl1pPr marL="0" indent="0">
              <a:buNone/>
              <a:defRPr sz="1400" b="1" baseline="0">
                <a:solidFill>
                  <a:schemeClr val="accent2"/>
                </a:solidFill>
              </a:defRPr>
            </a:lvl1pPr>
            <a:lvl2pPr>
              <a:defRPr sz="1600"/>
            </a:lvl2pPr>
            <a:lvl3pPr>
              <a:defRPr sz="1400"/>
            </a:lvl3pPr>
            <a:lvl4pPr>
              <a:defRPr sz="1200"/>
            </a:lvl4pPr>
            <a:lvl5pPr>
              <a:defRPr sz="1200"/>
            </a:lvl5pPr>
          </a:lstStyle>
          <a:p>
            <a:pPr lvl="0"/>
            <a:r>
              <a:rPr lang="en-US" dirty="0" smtClean="0"/>
              <a:t>Name</a:t>
            </a:r>
          </a:p>
        </p:txBody>
      </p:sp>
      <p:sp>
        <p:nvSpPr>
          <p:cNvPr id="15" name="Text Placeholder 24"/>
          <p:cNvSpPr>
            <a:spLocks noGrp="1"/>
          </p:cNvSpPr>
          <p:nvPr>
            <p:ph type="body" sz="quarter" idx="22" hasCustomPrompt="1"/>
          </p:nvPr>
        </p:nvSpPr>
        <p:spPr>
          <a:xfrm>
            <a:off x="1844081" y="1563639"/>
            <a:ext cx="2440583" cy="288032"/>
          </a:xfrm>
          <a:prstGeom prst="rect">
            <a:avLst/>
          </a:prstGeom>
        </p:spPr>
        <p:txBody>
          <a:bodyPr>
            <a:noAutofit/>
          </a:bodyPr>
          <a:lstStyle>
            <a:lvl1pPr marL="0" indent="0">
              <a:buNone/>
              <a:defRPr sz="1400" b="0" baseline="0">
                <a:solidFill>
                  <a:schemeClr val="accent2"/>
                </a:solidFill>
              </a:defRPr>
            </a:lvl1pPr>
            <a:lvl2pPr>
              <a:defRPr sz="1600"/>
            </a:lvl2pPr>
            <a:lvl3pPr>
              <a:defRPr sz="1400"/>
            </a:lvl3pPr>
            <a:lvl4pPr>
              <a:defRPr sz="1200"/>
            </a:lvl4pPr>
            <a:lvl5pPr>
              <a:defRPr sz="1200"/>
            </a:lvl5pPr>
          </a:lstStyle>
          <a:p>
            <a:pPr lvl="0"/>
            <a:r>
              <a:rPr lang="en-US" dirty="0" smtClean="0"/>
              <a:t>Title</a:t>
            </a:r>
          </a:p>
        </p:txBody>
      </p:sp>
      <p:sp>
        <p:nvSpPr>
          <p:cNvPr id="21" name="Picture Placeholder 11"/>
          <p:cNvSpPr>
            <a:spLocks noGrp="1"/>
          </p:cNvSpPr>
          <p:nvPr>
            <p:ph type="pic" sz="quarter" idx="27"/>
          </p:nvPr>
        </p:nvSpPr>
        <p:spPr>
          <a:xfrm>
            <a:off x="250827" y="3003551"/>
            <a:ext cx="1440855" cy="1439862"/>
          </a:xfrm>
          <a:prstGeom prst="rect">
            <a:avLst/>
          </a:prstGeom>
        </p:spPr>
        <p:txBody>
          <a:bodyPr>
            <a:normAutofit/>
          </a:bodyPr>
          <a:lstStyle>
            <a:lvl1pPr marL="0" indent="0">
              <a:buNone/>
              <a:defRPr sz="1000"/>
            </a:lvl1pPr>
          </a:lstStyle>
          <a:p>
            <a:r>
              <a:rPr lang="en-US" smtClean="0"/>
              <a:t>Click icon to add picture</a:t>
            </a:r>
            <a:endParaRPr lang="en-GB" dirty="0"/>
          </a:p>
        </p:txBody>
      </p:sp>
      <p:sp>
        <p:nvSpPr>
          <p:cNvPr id="22" name="Rectangle 21"/>
          <p:cNvSpPr/>
          <p:nvPr userDrawn="1"/>
        </p:nvSpPr>
        <p:spPr>
          <a:xfrm>
            <a:off x="1691680" y="3003254"/>
            <a:ext cx="2736304" cy="1440160"/>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 Placeholder 24"/>
          <p:cNvSpPr>
            <a:spLocks noGrp="1"/>
          </p:cNvSpPr>
          <p:nvPr>
            <p:ph type="body" sz="quarter" idx="28" hasCustomPrompt="1"/>
          </p:nvPr>
        </p:nvSpPr>
        <p:spPr>
          <a:xfrm>
            <a:off x="1844081" y="3723333"/>
            <a:ext cx="2440583" cy="576064"/>
          </a:xfrm>
          <a:prstGeom prst="rect">
            <a:avLst/>
          </a:prstGeom>
        </p:spPr>
        <p:txBody>
          <a:bodyPr>
            <a:noAutofit/>
          </a:bodyPr>
          <a:lstStyle>
            <a:lvl1pPr marL="0" indent="0">
              <a:buNone/>
              <a:defRPr sz="1400" b="0" baseline="0"/>
            </a:lvl1pPr>
            <a:lvl2pPr>
              <a:defRPr sz="1600"/>
            </a:lvl2pPr>
            <a:lvl3pPr>
              <a:defRPr sz="1400"/>
            </a:lvl3pPr>
            <a:lvl4pPr>
              <a:defRPr sz="1200"/>
            </a:lvl4pPr>
            <a:lvl5pPr>
              <a:defRPr sz="1200"/>
            </a:lvl5pPr>
          </a:lstStyle>
          <a:p>
            <a:pPr lvl="0"/>
            <a:r>
              <a:rPr lang="en-US" dirty="0" smtClean="0"/>
              <a:t>Brief sentence about the team member.</a:t>
            </a:r>
          </a:p>
        </p:txBody>
      </p:sp>
      <p:sp>
        <p:nvSpPr>
          <p:cNvPr id="24" name="Text Placeholder 24"/>
          <p:cNvSpPr>
            <a:spLocks noGrp="1"/>
          </p:cNvSpPr>
          <p:nvPr>
            <p:ph type="body" sz="quarter" idx="29" hasCustomPrompt="1"/>
          </p:nvPr>
        </p:nvSpPr>
        <p:spPr>
          <a:xfrm>
            <a:off x="1844081" y="3147270"/>
            <a:ext cx="2440583" cy="288032"/>
          </a:xfrm>
          <a:prstGeom prst="rect">
            <a:avLst/>
          </a:prstGeom>
        </p:spPr>
        <p:txBody>
          <a:bodyPr>
            <a:noAutofit/>
          </a:bodyPr>
          <a:lstStyle>
            <a:lvl1pPr marL="0" indent="0">
              <a:buNone/>
              <a:defRPr sz="1400" b="1" baseline="0">
                <a:solidFill>
                  <a:schemeClr val="accent2"/>
                </a:solidFill>
              </a:defRPr>
            </a:lvl1pPr>
            <a:lvl2pPr>
              <a:defRPr sz="1600"/>
            </a:lvl2pPr>
            <a:lvl3pPr>
              <a:defRPr sz="1400"/>
            </a:lvl3pPr>
            <a:lvl4pPr>
              <a:defRPr sz="1200"/>
            </a:lvl4pPr>
            <a:lvl5pPr>
              <a:defRPr sz="1200"/>
            </a:lvl5pPr>
          </a:lstStyle>
          <a:p>
            <a:pPr lvl="0"/>
            <a:r>
              <a:rPr lang="en-US" dirty="0" smtClean="0"/>
              <a:t>Name</a:t>
            </a:r>
          </a:p>
        </p:txBody>
      </p:sp>
      <p:sp>
        <p:nvSpPr>
          <p:cNvPr id="25" name="Text Placeholder 24"/>
          <p:cNvSpPr>
            <a:spLocks noGrp="1"/>
          </p:cNvSpPr>
          <p:nvPr>
            <p:ph type="body" sz="quarter" idx="30" hasCustomPrompt="1"/>
          </p:nvPr>
        </p:nvSpPr>
        <p:spPr>
          <a:xfrm>
            <a:off x="1844081" y="3435301"/>
            <a:ext cx="2440583" cy="288032"/>
          </a:xfrm>
          <a:prstGeom prst="rect">
            <a:avLst/>
          </a:prstGeom>
        </p:spPr>
        <p:txBody>
          <a:bodyPr>
            <a:noAutofit/>
          </a:bodyPr>
          <a:lstStyle>
            <a:lvl1pPr marL="0" indent="0">
              <a:buNone/>
              <a:defRPr sz="1400" b="0" baseline="0">
                <a:solidFill>
                  <a:schemeClr val="accent2"/>
                </a:solidFill>
              </a:defRPr>
            </a:lvl1pPr>
            <a:lvl2pPr>
              <a:defRPr sz="1600"/>
            </a:lvl2pPr>
            <a:lvl3pPr>
              <a:defRPr sz="1400"/>
            </a:lvl3pPr>
            <a:lvl4pPr>
              <a:defRPr sz="1200"/>
            </a:lvl4pPr>
            <a:lvl5pPr>
              <a:defRPr sz="1200"/>
            </a:lvl5pPr>
          </a:lstStyle>
          <a:p>
            <a:pPr lvl="0"/>
            <a:r>
              <a:rPr lang="en-US" dirty="0" smtClean="0"/>
              <a:t>Title</a:t>
            </a:r>
          </a:p>
        </p:txBody>
      </p:sp>
      <p:sp>
        <p:nvSpPr>
          <p:cNvPr id="31" name="Picture Placeholder 11"/>
          <p:cNvSpPr>
            <a:spLocks noGrp="1"/>
          </p:cNvSpPr>
          <p:nvPr>
            <p:ph type="pic" sz="quarter" idx="23"/>
          </p:nvPr>
        </p:nvSpPr>
        <p:spPr>
          <a:xfrm>
            <a:off x="4783885" y="1131889"/>
            <a:ext cx="1440855" cy="1440854"/>
          </a:xfrm>
          <a:prstGeom prst="rect">
            <a:avLst/>
          </a:prstGeom>
        </p:spPr>
        <p:txBody>
          <a:bodyPr>
            <a:normAutofit/>
          </a:bodyPr>
          <a:lstStyle>
            <a:lvl1pPr marL="0" indent="0">
              <a:buNone/>
              <a:defRPr sz="1000"/>
            </a:lvl1pPr>
          </a:lstStyle>
          <a:p>
            <a:r>
              <a:rPr lang="en-US" smtClean="0"/>
              <a:t>Click icon to add picture</a:t>
            </a:r>
            <a:endParaRPr lang="en-GB" dirty="0"/>
          </a:p>
        </p:txBody>
      </p:sp>
      <p:sp>
        <p:nvSpPr>
          <p:cNvPr id="32" name="Rectangle 31"/>
          <p:cNvSpPr/>
          <p:nvPr userDrawn="1"/>
        </p:nvSpPr>
        <p:spPr>
          <a:xfrm>
            <a:off x="6224738" y="1131591"/>
            <a:ext cx="2736304" cy="1440160"/>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 Placeholder 24"/>
          <p:cNvSpPr>
            <a:spLocks noGrp="1"/>
          </p:cNvSpPr>
          <p:nvPr>
            <p:ph type="body" sz="quarter" idx="24" hasCustomPrompt="1"/>
          </p:nvPr>
        </p:nvSpPr>
        <p:spPr>
          <a:xfrm>
            <a:off x="6377140" y="1851671"/>
            <a:ext cx="2440583" cy="576064"/>
          </a:xfrm>
          <a:prstGeom prst="rect">
            <a:avLst/>
          </a:prstGeom>
        </p:spPr>
        <p:txBody>
          <a:bodyPr>
            <a:noAutofit/>
          </a:bodyPr>
          <a:lstStyle>
            <a:lvl1pPr marL="0" indent="0">
              <a:buNone/>
              <a:defRPr sz="1400" b="0" baseline="0"/>
            </a:lvl1pPr>
            <a:lvl2pPr>
              <a:defRPr sz="1600"/>
            </a:lvl2pPr>
            <a:lvl3pPr>
              <a:defRPr sz="1400"/>
            </a:lvl3pPr>
            <a:lvl4pPr>
              <a:defRPr sz="1200"/>
            </a:lvl4pPr>
            <a:lvl5pPr>
              <a:defRPr sz="1200"/>
            </a:lvl5pPr>
          </a:lstStyle>
          <a:p>
            <a:pPr lvl="0"/>
            <a:r>
              <a:rPr lang="en-US" dirty="0" smtClean="0"/>
              <a:t>Brief sentence about the team member.</a:t>
            </a:r>
          </a:p>
        </p:txBody>
      </p:sp>
      <p:sp>
        <p:nvSpPr>
          <p:cNvPr id="34" name="Text Placeholder 24"/>
          <p:cNvSpPr>
            <a:spLocks noGrp="1"/>
          </p:cNvSpPr>
          <p:nvPr>
            <p:ph type="body" sz="quarter" idx="25" hasCustomPrompt="1"/>
          </p:nvPr>
        </p:nvSpPr>
        <p:spPr>
          <a:xfrm>
            <a:off x="6377140" y="1275607"/>
            <a:ext cx="2440583" cy="288032"/>
          </a:xfrm>
          <a:prstGeom prst="rect">
            <a:avLst/>
          </a:prstGeom>
        </p:spPr>
        <p:txBody>
          <a:bodyPr>
            <a:noAutofit/>
          </a:bodyPr>
          <a:lstStyle>
            <a:lvl1pPr marL="0" indent="0">
              <a:buNone/>
              <a:defRPr sz="1400" b="1" baseline="0">
                <a:solidFill>
                  <a:schemeClr val="accent2"/>
                </a:solidFill>
              </a:defRPr>
            </a:lvl1pPr>
            <a:lvl2pPr>
              <a:defRPr sz="1600"/>
            </a:lvl2pPr>
            <a:lvl3pPr>
              <a:defRPr sz="1400"/>
            </a:lvl3pPr>
            <a:lvl4pPr>
              <a:defRPr sz="1200"/>
            </a:lvl4pPr>
            <a:lvl5pPr>
              <a:defRPr sz="1200"/>
            </a:lvl5pPr>
          </a:lstStyle>
          <a:p>
            <a:pPr lvl="0"/>
            <a:r>
              <a:rPr lang="en-US" dirty="0" smtClean="0"/>
              <a:t>Name</a:t>
            </a:r>
          </a:p>
        </p:txBody>
      </p:sp>
      <p:sp>
        <p:nvSpPr>
          <p:cNvPr id="35" name="Text Placeholder 24"/>
          <p:cNvSpPr>
            <a:spLocks noGrp="1"/>
          </p:cNvSpPr>
          <p:nvPr>
            <p:ph type="body" sz="quarter" idx="26" hasCustomPrompt="1"/>
          </p:nvPr>
        </p:nvSpPr>
        <p:spPr>
          <a:xfrm>
            <a:off x="6377140" y="1563639"/>
            <a:ext cx="2440583" cy="288032"/>
          </a:xfrm>
          <a:prstGeom prst="rect">
            <a:avLst/>
          </a:prstGeom>
        </p:spPr>
        <p:txBody>
          <a:bodyPr>
            <a:noAutofit/>
          </a:bodyPr>
          <a:lstStyle>
            <a:lvl1pPr marL="0" indent="0">
              <a:buNone/>
              <a:defRPr sz="1400" b="0" baseline="0">
                <a:solidFill>
                  <a:schemeClr val="accent2"/>
                </a:solidFill>
              </a:defRPr>
            </a:lvl1pPr>
            <a:lvl2pPr>
              <a:defRPr sz="1600"/>
            </a:lvl2pPr>
            <a:lvl3pPr>
              <a:defRPr sz="1400"/>
            </a:lvl3pPr>
            <a:lvl4pPr>
              <a:defRPr sz="1200"/>
            </a:lvl4pPr>
            <a:lvl5pPr>
              <a:defRPr sz="1200"/>
            </a:lvl5pPr>
          </a:lstStyle>
          <a:p>
            <a:pPr lvl="0"/>
            <a:r>
              <a:rPr lang="en-US" dirty="0" smtClean="0"/>
              <a:t>Title</a:t>
            </a:r>
          </a:p>
        </p:txBody>
      </p:sp>
      <p:sp>
        <p:nvSpPr>
          <p:cNvPr id="36" name="Picture Placeholder 11"/>
          <p:cNvSpPr>
            <a:spLocks noGrp="1"/>
          </p:cNvSpPr>
          <p:nvPr>
            <p:ph type="pic" sz="quarter" idx="31"/>
          </p:nvPr>
        </p:nvSpPr>
        <p:spPr>
          <a:xfrm>
            <a:off x="4783885" y="3003551"/>
            <a:ext cx="1440855" cy="1439862"/>
          </a:xfrm>
          <a:prstGeom prst="rect">
            <a:avLst/>
          </a:prstGeom>
        </p:spPr>
        <p:txBody>
          <a:bodyPr>
            <a:normAutofit/>
          </a:bodyPr>
          <a:lstStyle>
            <a:lvl1pPr marL="0" indent="0">
              <a:buNone/>
              <a:defRPr sz="1000"/>
            </a:lvl1pPr>
          </a:lstStyle>
          <a:p>
            <a:r>
              <a:rPr lang="en-US" smtClean="0"/>
              <a:t>Click icon to add picture</a:t>
            </a:r>
            <a:endParaRPr lang="en-GB" dirty="0"/>
          </a:p>
        </p:txBody>
      </p:sp>
      <p:sp>
        <p:nvSpPr>
          <p:cNvPr id="37" name="Rectangle 36"/>
          <p:cNvSpPr/>
          <p:nvPr userDrawn="1"/>
        </p:nvSpPr>
        <p:spPr>
          <a:xfrm>
            <a:off x="6224738" y="3003254"/>
            <a:ext cx="2736304" cy="1440160"/>
          </a:xfrm>
          <a:prstGeom prst="rect">
            <a:avLst/>
          </a:prstGeom>
          <a:solidFill>
            <a:srgbClr val="D4E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Text Placeholder 24"/>
          <p:cNvSpPr>
            <a:spLocks noGrp="1"/>
          </p:cNvSpPr>
          <p:nvPr>
            <p:ph type="body" sz="quarter" idx="32" hasCustomPrompt="1"/>
          </p:nvPr>
        </p:nvSpPr>
        <p:spPr>
          <a:xfrm>
            <a:off x="6377140" y="3723333"/>
            <a:ext cx="2440583" cy="576064"/>
          </a:xfrm>
          <a:prstGeom prst="rect">
            <a:avLst/>
          </a:prstGeom>
        </p:spPr>
        <p:txBody>
          <a:bodyPr>
            <a:noAutofit/>
          </a:bodyPr>
          <a:lstStyle>
            <a:lvl1pPr marL="0" indent="0">
              <a:buNone/>
              <a:defRPr sz="1400" b="0" baseline="0"/>
            </a:lvl1pPr>
            <a:lvl2pPr>
              <a:defRPr sz="1600"/>
            </a:lvl2pPr>
            <a:lvl3pPr>
              <a:defRPr sz="1400"/>
            </a:lvl3pPr>
            <a:lvl4pPr>
              <a:defRPr sz="1200"/>
            </a:lvl4pPr>
            <a:lvl5pPr>
              <a:defRPr sz="1200"/>
            </a:lvl5pPr>
          </a:lstStyle>
          <a:p>
            <a:pPr lvl="0"/>
            <a:r>
              <a:rPr lang="en-US" dirty="0" smtClean="0"/>
              <a:t>Brief sentence about the team member.</a:t>
            </a:r>
          </a:p>
        </p:txBody>
      </p:sp>
      <p:sp>
        <p:nvSpPr>
          <p:cNvPr id="39" name="Text Placeholder 24"/>
          <p:cNvSpPr>
            <a:spLocks noGrp="1"/>
          </p:cNvSpPr>
          <p:nvPr>
            <p:ph type="body" sz="quarter" idx="33" hasCustomPrompt="1"/>
          </p:nvPr>
        </p:nvSpPr>
        <p:spPr>
          <a:xfrm>
            <a:off x="6377140" y="3147270"/>
            <a:ext cx="2440583" cy="288032"/>
          </a:xfrm>
          <a:prstGeom prst="rect">
            <a:avLst/>
          </a:prstGeom>
        </p:spPr>
        <p:txBody>
          <a:bodyPr>
            <a:noAutofit/>
          </a:bodyPr>
          <a:lstStyle>
            <a:lvl1pPr marL="0" indent="0">
              <a:buNone/>
              <a:defRPr sz="1400" b="1" baseline="0">
                <a:solidFill>
                  <a:schemeClr val="accent2"/>
                </a:solidFill>
              </a:defRPr>
            </a:lvl1pPr>
            <a:lvl2pPr>
              <a:defRPr sz="1600"/>
            </a:lvl2pPr>
            <a:lvl3pPr>
              <a:defRPr sz="1400"/>
            </a:lvl3pPr>
            <a:lvl4pPr>
              <a:defRPr sz="1200"/>
            </a:lvl4pPr>
            <a:lvl5pPr>
              <a:defRPr sz="1200"/>
            </a:lvl5pPr>
          </a:lstStyle>
          <a:p>
            <a:pPr lvl="0"/>
            <a:r>
              <a:rPr lang="en-US" dirty="0" smtClean="0"/>
              <a:t>Name</a:t>
            </a:r>
          </a:p>
        </p:txBody>
      </p:sp>
      <p:sp>
        <p:nvSpPr>
          <p:cNvPr id="40" name="Text Placeholder 24"/>
          <p:cNvSpPr>
            <a:spLocks noGrp="1"/>
          </p:cNvSpPr>
          <p:nvPr>
            <p:ph type="body" sz="quarter" idx="34" hasCustomPrompt="1"/>
          </p:nvPr>
        </p:nvSpPr>
        <p:spPr>
          <a:xfrm>
            <a:off x="6377140" y="3435301"/>
            <a:ext cx="2440583" cy="288032"/>
          </a:xfrm>
          <a:prstGeom prst="rect">
            <a:avLst/>
          </a:prstGeom>
        </p:spPr>
        <p:txBody>
          <a:bodyPr>
            <a:noAutofit/>
          </a:bodyPr>
          <a:lstStyle>
            <a:lvl1pPr marL="0" indent="0">
              <a:buNone/>
              <a:defRPr sz="1400" b="0" baseline="0">
                <a:solidFill>
                  <a:schemeClr val="accent2"/>
                </a:solidFill>
              </a:defRPr>
            </a:lvl1pPr>
            <a:lvl2pPr>
              <a:defRPr sz="1600"/>
            </a:lvl2pPr>
            <a:lvl3pPr>
              <a:defRPr sz="1400"/>
            </a:lvl3pPr>
            <a:lvl4pPr>
              <a:defRPr sz="1200"/>
            </a:lvl4pPr>
            <a:lvl5pPr>
              <a:defRPr sz="1200"/>
            </a:lvl5pPr>
          </a:lstStyle>
          <a:p>
            <a:pPr lvl="0"/>
            <a:r>
              <a:rPr lang="en-US" dirty="0" smtClean="0"/>
              <a:t>Title</a:t>
            </a:r>
          </a:p>
        </p:txBody>
      </p:sp>
      <p:pic>
        <p:nvPicPr>
          <p:cNvPr id="27" name="Picture 2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9849222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216296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estions and Answers Slide">
    <p:spTree>
      <p:nvGrpSpPr>
        <p:cNvPr id="1" name=""/>
        <p:cNvGrpSpPr/>
        <p:nvPr/>
      </p:nvGrpSpPr>
      <p:grpSpPr>
        <a:xfrm>
          <a:off x="0" y="0"/>
          <a:ext cx="0" cy="0"/>
          <a:chOff x="0" y="0"/>
          <a:chExt cx="0" cy="0"/>
        </a:xfrm>
      </p:grpSpPr>
      <p:sp>
        <p:nvSpPr>
          <p:cNvPr id="2" name="Rectangle 1"/>
          <p:cNvSpPr/>
          <p:nvPr userDrawn="1"/>
        </p:nvSpPr>
        <p:spPr>
          <a:xfrm>
            <a:off x="0" y="185739"/>
            <a:ext cx="8964488" cy="4244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ed Rectangle 3"/>
          <p:cNvSpPr/>
          <p:nvPr userDrawn="1"/>
        </p:nvSpPr>
        <p:spPr>
          <a:xfrm>
            <a:off x="7499355" y="411510"/>
            <a:ext cx="1008112" cy="378042"/>
          </a:xfrm>
          <a:prstGeom prst="round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ounded Rectangle 5"/>
          <p:cNvSpPr/>
          <p:nvPr userDrawn="1"/>
        </p:nvSpPr>
        <p:spPr>
          <a:xfrm>
            <a:off x="1043608" y="519522"/>
            <a:ext cx="6768752" cy="3204356"/>
          </a:xfrm>
          <a:prstGeom prst="roundRect">
            <a:avLst>
              <a:gd name="adj" fmla="val 5265"/>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ounded Rectangle 7"/>
          <p:cNvSpPr/>
          <p:nvPr userDrawn="1"/>
        </p:nvSpPr>
        <p:spPr>
          <a:xfrm>
            <a:off x="467544" y="681540"/>
            <a:ext cx="6840761" cy="3402378"/>
          </a:xfrm>
          <a:prstGeom prst="roundRect">
            <a:avLst>
              <a:gd name="adj" fmla="val 4373"/>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userDrawn="1"/>
        </p:nvSpPr>
        <p:spPr>
          <a:xfrm>
            <a:off x="1331640" y="1492250"/>
            <a:ext cx="5760640" cy="1938992"/>
          </a:xfrm>
          <a:prstGeom prst="rect">
            <a:avLst/>
          </a:prstGeom>
          <a:noFill/>
        </p:spPr>
        <p:txBody>
          <a:bodyPr wrap="square" rtlCol="0">
            <a:spAutoFit/>
          </a:bodyPr>
          <a:lstStyle/>
          <a:p>
            <a:r>
              <a:rPr kumimoji="0" lang="en-US" sz="6000" b="0" i="0" u="none" strike="noStrike" kern="1200" cap="none" spc="0" normalizeH="0" baseline="0" noProof="0" dirty="0" smtClean="0">
                <a:ln>
                  <a:noFill/>
                </a:ln>
                <a:solidFill>
                  <a:schemeClr val="bg1"/>
                </a:solidFill>
                <a:effectLst/>
                <a:uLnTx/>
                <a:uFillTx/>
                <a:latin typeface="+mn-lt"/>
              </a:rPr>
              <a:t>Questions </a:t>
            </a:r>
          </a:p>
          <a:p>
            <a:r>
              <a:rPr kumimoji="0" lang="en-US" sz="6000" b="0" i="0" u="none" strike="noStrike" kern="1200" cap="none" spc="0" normalizeH="0" baseline="0" noProof="0" dirty="0" smtClean="0">
                <a:ln>
                  <a:noFill/>
                </a:ln>
                <a:solidFill>
                  <a:schemeClr val="bg1"/>
                </a:solidFill>
                <a:effectLst/>
                <a:uLnTx/>
                <a:uFillTx/>
                <a:latin typeface="+mn-lt"/>
              </a:rPr>
              <a:t>and answers?</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1953630616"/>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4" name="Rectangle 3"/>
          <p:cNvSpPr/>
          <p:nvPr userDrawn="1"/>
        </p:nvSpPr>
        <p:spPr>
          <a:xfrm>
            <a:off x="-1" y="185738"/>
            <a:ext cx="8969375" cy="42449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p:cNvSpPr txBox="1"/>
          <p:nvPr userDrawn="1"/>
        </p:nvSpPr>
        <p:spPr>
          <a:xfrm>
            <a:off x="1058236" y="987573"/>
            <a:ext cx="5760640" cy="2123658"/>
          </a:xfrm>
          <a:prstGeom prst="rect">
            <a:avLst/>
          </a:prstGeom>
          <a:noFill/>
        </p:spPr>
        <p:txBody>
          <a:bodyPr wrap="square" rtlCol="0">
            <a:spAutoFit/>
          </a:bodyPr>
          <a:lstStyle/>
          <a:p>
            <a:r>
              <a:rPr kumimoji="0" lang="en-US" sz="4400" b="0" i="0" u="none" strike="noStrike" kern="1200" cap="none" spc="0" normalizeH="0" baseline="0" noProof="0" dirty="0" smtClean="0">
                <a:ln>
                  <a:noFill/>
                </a:ln>
                <a:solidFill>
                  <a:schemeClr val="bg1"/>
                </a:solidFill>
                <a:effectLst/>
                <a:uLnTx/>
                <a:uFillTx/>
                <a:latin typeface="+mn-lt"/>
              </a:rPr>
              <a:t>Thank you</a:t>
            </a:r>
            <a:br>
              <a:rPr kumimoji="0" lang="en-US" sz="4400" b="0" i="0" u="none" strike="noStrike" kern="1200" cap="none" spc="0" normalizeH="0" baseline="0" noProof="0" dirty="0" smtClean="0">
                <a:ln>
                  <a:noFill/>
                </a:ln>
                <a:solidFill>
                  <a:schemeClr val="bg1"/>
                </a:solidFill>
                <a:effectLst/>
                <a:uLnTx/>
                <a:uFillTx/>
                <a:latin typeface="+mn-lt"/>
              </a:rPr>
            </a:br>
            <a:r>
              <a:rPr kumimoji="0" lang="en-US" sz="4400" b="0" i="0" u="none" strike="noStrike" kern="1200" cap="none" spc="0" normalizeH="0" baseline="0" noProof="0" dirty="0" smtClean="0">
                <a:ln>
                  <a:noFill/>
                </a:ln>
                <a:solidFill>
                  <a:schemeClr val="bg1"/>
                </a:solidFill>
                <a:effectLst/>
                <a:uLnTx/>
                <a:uFillTx/>
                <a:latin typeface="+mn-lt"/>
              </a:rPr>
              <a:t>for your time</a:t>
            </a:r>
            <a:br>
              <a:rPr kumimoji="0" lang="en-US" sz="4400" b="0" i="0" u="none" strike="noStrike" kern="1200" cap="none" spc="0" normalizeH="0" baseline="0" noProof="0" dirty="0" smtClean="0">
                <a:ln>
                  <a:noFill/>
                </a:ln>
                <a:solidFill>
                  <a:schemeClr val="bg1"/>
                </a:solidFill>
                <a:effectLst/>
                <a:uLnTx/>
                <a:uFillTx/>
                <a:latin typeface="+mn-lt"/>
              </a:rPr>
            </a:br>
            <a:r>
              <a:rPr kumimoji="0" lang="en-US" sz="4400" b="0" i="0" u="none" strike="noStrike" kern="1200" cap="none" spc="0" normalizeH="0" baseline="0" noProof="0" dirty="0" smtClean="0">
                <a:ln>
                  <a:noFill/>
                </a:ln>
                <a:solidFill>
                  <a:schemeClr val="bg1"/>
                </a:solidFill>
                <a:effectLst/>
                <a:uLnTx/>
                <a:uFillTx/>
                <a:latin typeface="+mn-lt"/>
              </a:rPr>
              <a:t>and attention</a:t>
            </a:r>
          </a:p>
        </p:txBody>
      </p:sp>
      <p:sp>
        <p:nvSpPr>
          <p:cNvPr id="9" name="Rounded Rectangle 8"/>
          <p:cNvSpPr/>
          <p:nvPr userDrawn="1"/>
        </p:nvSpPr>
        <p:spPr>
          <a:xfrm>
            <a:off x="6156176" y="3651870"/>
            <a:ext cx="1296144" cy="378042"/>
          </a:xfrm>
          <a:prstGeom prst="roundRect">
            <a:avLst/>
          </a:prstGeom>
          <a:no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userDrawn="1"/>
        </p:nvSpPr>
        <p:spPr>
          <a:xfrm>
            <a:off x="539552" y="514231"/>
            <a:ext cx="5904656" cy="3326660"/>
          </a:xfrm>
          <a:prstGeom prst="roundRect">
            <a:avLst>
              <a:gd name="adj" fmla="val 2780"/>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ounded Rectangle 12"/>
          <p:cNvSpPr/>
          <p:nvPr userDrawn="1"/>
        </p:nvSpPr>
        <p:spPr>
          <a:xfrm>
            <a:off x="858961" y="303498"/>
            <a:ext cx="7385449" cy="2988332"/>
          </a:xfrm>
          <a:prstGeom prst="roundRect">
            <a:avLst>
              <a:gd name="adj" fmla="val 3903"/>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331231735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RSM 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51870"/>
            <a:ext cx="8229600" cy="540060"/>
          </a:xfrm>
          <a:prstGeom prst="rect">
            <a:avLst/>
          </a:prstGeom>
        </p:spPr>
        <p:txBody>
          <a:bodyPr>
            <a:noAutofit/>
          </a:bodyPr>
          <a:lstStyle>
            <a:lvl1pPr algn="l">
              <a:defRPr sz="2800" b="0" i="0" cap="all" baseline="0">
                <a:solidFill>
                  <a:schemeClr val="accent2"/>
                </a:solidFill>
              </a:defRPr>
            </a:lvl1pPr>
          </a:lstStyle>
          <a:p>
            <a:r>
              <a:rPr lang="en-US" dirty="0" smtClean="0"/>
              <a:t>Click to edit heading – 28pt</a:t>
            </a:r>
            <a:endParaRPr lang="en-GB" dirty="0"/>
          </a:p>
        </p:txBody>
      </p:sp>
      <p:sp>
        <p:nvSpPr>
          <p:cNvPr id="8" name="Text Placeholder 7"/>
          <p:cNvSpPr>
            <a:spLocks noGrp="1"/>
          </p:cNvSpPr>
          <p:nvPr>
            <p:ph type="body" sz="quarter" idx="10" hasCustomPrompt="1"/>
          </p:nvPr>
        </p:nvSpPr>
        <p:spPr>
          <a:xfrm>
            <a:off x="468313" y="4245770"/>
            <a:ext cx="5543550" cy="342205"/>
          </a:xfrm>
          <a:prstGeom prst="rect">
            <a:avLst/>
          </a:prstGeom>
        </p:spPr>
        <p:txBody>
          <a:bodyPr>
            <a:noAutofit/>
          </a:bodyPr>
          <a:lstStyle>
            <a:lvl1pPr marL="0" indent="0">
              <a:buNone/>
              <a:defRPr sz="2000" baseline="0"/>
            </a:lvl1pPr>
          </a:lstStyle>
          <a:p>
            <a:pPr lvl="0"/>
            <a:r>
              <a:rPr lang="en-US" dirty="0" smtClean="0"/>
              <a:t>Click to edit subheading – 20pt</a:t>
            </a:r>
          </a:p>
        </p:txBody>
      </p:sp>
      <p:sp>
        <p:nvSpPr>
          <p:cNvPr id="10" name="Picture Placeholder 9"/>
          <p:cNvSpPr>
            <a:spLocks noGrp="1"/>
          </p:cNvSpPr>
          <p:nvPr>
            <p:ph type="pic" sz="quarter" idx="11"/>
          </p:nvPr>
        </p:nvSpPr>
        <p:spPr>
          <a:xfrm>
            <a:off x="0" y="195487"/>
            <a:ext cx="8964488" cy="3294236"/>
          </a:xfrm>
          <a:prstGeom prst="rect">
            <a:avLst/>
          </a:prstGeom>
        </p:spPr>
        <p:txBody>
          <a:bodyPr/>
          <a:lstStyle/>
          <a:p>
            <a:r>
              <a:rPr lang="en-US" smtClean="0"/>
              <a:t>Click icon to add picture</a:t>
            </a:r>
            <a:endParaRPr lang="en-GB"/>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37275" y="4512129"/>
            <a:ext cx="1014197" cy="527667"/>
          </a:xfrm>
          <a:prstGeom prst="rect">
            <a:avLst/>
          </a:prstGeom>
        </p:spPr>
      </p:pic>
    </p:spTree>
    <p:extLst>
      <p:ext uri="{BB962C8B-B14F-4D97-AF65-F5344CB8AC3E}">
        <p14:creationId xmlns:p14="http://schemas.microsoft.com/office/powerpoint/2010/main" val="273681164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480884"/>
      </p:ext>
    </p:extLst>
  </p:cSld>
  <p:clrMap bg1="lt1" tx1="dk1" bg2="lt2" tx2="dk2" accent1="accent1" accent2="accent2" accent3="accent3" accent4="accent4" accent5="accent5" accent6="accent6" hlink="hlink" folHlink="folHlink"/>
  <p:sldLayoutIdLst>
    <p:sldLayoutId id="2147483663" r:id="rId1"/>
    <p:sldLayoutId id="2147483654" r:id="rId2"/>
    <p:sldLayoutId id="2147483679" r:id="rId3"/>
    <p:sldLayoutId id="2147483667" r:id="rId4"/>
    <p:sldLayoutId id="2147483680" r:id="rId5"/>
    <p:sldLayoutId id="2147483676" r:id="rId6"/>
    <p:sldLayoutId id="2147483664" r:id="rId7"/>
    <p:sldLayoutId id="2147483665" r:id="rId8"/>
    <p:sldLayoutId id="2147483656" r:id="rId9"/>
    <p:sldLayoutId id="2147483661" r:id="rId10"/>
    <p:sldLayoutId id="2147483660" r:id="rId11"/>
    <p:sldLayoutId id="2147483674" r:id="rId12"/>
    <p:sldLayoutId id="2147483668" r:id="rId13"/>
    <p:sldLayoutId id="2147483669" r:id="rId14"/>
    <p:sldLayoutId id="2147483670" r:id="rId15"/>
    <p:sldLayoutId id="2147483675" r:id="rId16"/>
    <p:sldLayoutId id="2147483678" r:id="rId17"/>
    <p:sldLayoutId id="2147483677" r:id="rId18"/>
    <p:sldLayoutId id="2147483671" r:id="rId19"/>
    <p:sldLayoutId id="2147483672" r:id="rId20"/>
    <p:sldLayoutId id="2147483681" r:id="rId2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jpeg"/><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6.jpeg"/><Relationship Id="rId7"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14.xml"/><Relationship Id="rId6" Type="http://schemas.openxmlformats.org/officeDocument/2006/relationships/hyperlink" Target="http://www.google.co.uk/url?sa=i&amp;rct=j&amp;q=&amp;esrc=s&amp;frm=1&amp;source=images&amp;cd=&amp;cad=rja&amp;uact=8&amp;docid=PbLkAV8GE-iUXM&amp;tbnid=vkEC8c3eeFUIOM:&amp;ved=0CAUQjRw&amp;url=http://geekyfanboy.blogspot.com/2014/01/moving-in-day-7-internet-pga.html&amp;ei=r-6KU9L8Ic6a0QWf-ICIAg&amp;bvm=bv.67720277,d.ZWU&amp;psig=AFQjCNENEDj16G5sPZQsAVEhuTK5snBBnw&amp;ust=1401700289108580" TargetMode="External"/><Relationship Id="rId5" Type="http://schemas.microsoft.com/office/2007/relationships/hdphoto" Target="../media/hdphoto1.wdp"/><Relationship Id="rId4" Type="http://schemas.openxmlformats.org/officeDocument/2006/relationships/image" Target="../media/image7.jpeg"/><Relationship Id="rId9" Type="http://schemas.openxmlformats.org/officeDocument/2006/relationships/image" Target="../media/image9.wm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5919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GB" dirty="0" smtClean="0"/>
              <a:t>Roger Lovis</a:t>
            </a:r>
            <a:endParaRPr lang="en-GB" dirty="0"/>
          </a:p>
        </p:txBody>
      </p:sp>
      <p:graphicFrame>
        <p:nvGraphicFramePr>
          <p:cNvPr id="29" name="Diagram 28"/>
          <p:cNvGraphicFramePr/>
          <p:nvPr>
            <p:extLst>
              <p:ext uri="{D42A27DB-BD31-4B8C-83A1-F6EECF244321}">
                <p14:modId xmlns:p14="http://schemas.microsoft.com/office/powerpoint/2010/main" val="67361087"/>
              </p:ext>
            </p:extLst>
          </p:nvPr>
        </p:nvGraphicFramePr>
        <p:xfrm>
          <a:off x="3649113" y="872042"/>
          <a:ext cx="4995918" cy="4067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1" name="Text Placeholder 5"/>
          <p:cNvSpPr>
            <a:spLocks noGrp="1"/>
          </p:cNvSpPr>
          <p:nvPr>
            <p:ph type="body" sz="quarter" idx="14"/>
          </p:nvPr>
        </p:nvSpPr>
        <p:spPr>
          <a:xfrm>
            <a:off x="866775" y="2877503"/>
            <a:ext cx="1967865" cy="810203"/>
          </a:xfrm>
          <a:ln>
            <a:noFill/>
          </a:ln>
        </p:spPr>
        <p:txBody>
          <a:bodyPr/>
          <a:lstStyle/>
          <a:p>
            <a:pPr lvl="0"/>
            <a:r>
              <a:rPr lang="en-US" sz="1000" b="1" dirty="0" smtClean="0">
                <a:solidFill>
                  <a:schemeClr val="accent1"/>
                </a:solidFill>
              </a:rPr>
              <a:t>Roger Lovis</a:t>
            </a:r>
          </a:p>
          <a:p>
            <a:pPr lvl="0"/>
            <a:r>
              <a:rPr lang="en-US" sz="1000" dirty="0" smtClean="0">
                <a:solidFill>
                  <a:schemeClr val="accent2"/>
                </a:solidFill>
              </a:rPr>
              <a:t>Partner, Technology Consulting</a:t>
            </a:r>
          </a:p>
          <a:p>
            <a:pPr lvl="0"/>
            <a:r>
              <a:rPr lang="en-US" sz="1000" dirty="0"/>
              <a:t>r</a:t>
            </a:r>
            <a:r>
              <a:rPr lang="en-US" sz="1000" dirty="0" smtClean="0">
                <a:solidFill>
                  <a:schemeClr val="accent2"/>
                </a:solidFill>
              </a:rPr>
              <a:t>oger.lovis@rsmuk.com</a:t>
            </a:r>
          </a:p>
          <a:p>
            <a:pPr lvl="0"/>
            <a:r>
              <a:rPr lang="en-US" sz="1000" dirty="0" smtClean="0">
                <a:solidFill>
                  <a:schemeClr val="accent2"/>
                </a:solidFill>
              </a:rPr>
              <a:t>T: (0)7976 855126</a:t>
            </a:r>
            <a:endParaRPr lang="en-US" sz="1000" dirty="0">
              <a:solidFill>
                <a:schemeClr val="accent2"/>
              </a:solidFill>
            </a:endParaRPr>
          </a:p>
        </p:txBody>
      </p:sp>
      <p:pic>
        <p:nvPicPr>
          <p:cNvPr id="3" name="Picture 2"/>
          <p:cNvPicPr>
            <a:picLocks noChangeAspect="1"/>
          </p:cNvPicPr>
          <p:nvPr/>
        </p:nvPicPr>
        <p:blipFill rotWithShape="1">
          <a:blip r:embed="rId7" cstate="print">
            <a:extLst>
              <a:ext uri="{28A0092B-C50C-407E-A947-70E740481C1C}">
                <a14:useLocalDpi xmlns:a14="http://schemas.microsoft.com/office/drawing/2010/main" val="0"/>
              </a:ext>
            </a:extLst>
          </a:blip>
          <a:srcRect l="7775" t="6491" r="3229" b="6491"/>
          <a:stretch/>
        </p:blipFill>
        <p:spPr>
          <a:xfrm>
            <a:off x="874395" y="1419225"/>
            <a:ext cx="1409700" cy="1409700"/>
          </a:xfrm>
          <a:prstGeom prst="rect">
            <a:avLst/>
          </a:prstGeom>
          <a:ln>
            <a:noFill/>
          </a:ln>
        </p:spPr>
      </p:pic>
      <p:sp>
        <p:nvSpPr>
          <p:cNvPr id="6" name="Rectangle 5"/>
          <p:cNvSpPr/>
          <p:nvPr/>
        </p:nvSpPr>
        <p:spPr bwMode="auto">
          <a:xfrm>
            <a:off x="874395" y="2828924"/>
            <a:ext cx="1409699" cy="45719"/>
          </a:xfrm>
          <a:prstGeom prst="rect">
            <a:avLst/>
          </a:prstGeom>
          <a:solidFill>
            <a:schemeClr val="accent1"/>
          </a:solidFill>
          <a:ln w="9525" cap="flat" cmpd="sng" algn="ctr">
            <a:noFill/>
            <a:prstDash val="solid"/>
            <a:round/>
            <a:headEnd type="none" w="med" len="med"/>
            <a:tailEnd type="none" w="med" len="med"/>
          </a:ln>
          <a:effectLst/>
        </p:spPr>
        <p:txBody>
          <a:bodyPr vert="horz" wrap="square" lIns="90000" tIns="90000" rIns="90000" bIns="90000" numCol="1" rtlCol="0" anchor="ctr" anchorCtr="0" compatLnSpc="1">
            <a:prstTxWarp prst="textNoShape">
              <a:avLst/>
            </a:prstTxWarp>
          </a:bodyPr>
          <a:lstStyle/>
          <a:p>
            <a:pPr marL="0" marR="0" indent="0" algn="ctr" defTabSz="914400" rtl="0" eaLnBrk="1" fontAlgn="base" latinLnBrk="0" hangingPunct="1">
              <a:lnSpc>
                <a:spcPct val="110000"/>
              </a:lnSpc>
              <a:spcBef>
                <a:spcPct val="50000"/>
              </a:spcBef>
              <a:spcAft>
                <a:spcPct val="20000"/>
              </a:spcAft>
              <a:buClrTx/>
              <a:buSzTx/>
              <a:buFont typeface="Arial" charset="0"/>
              <a:buNone/>
              <a:tabLst/>
            </a:pPr>
            <a:endParaRPr kumimoji="0" lang="en-GB" sz="10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3439276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GB" dirty="0" smtClean="0"/>
              <a:t>Was passiert da draußen?</a:t>
            </a:r>
          </a:p>
        </p:txBody>
      </p:sp>
      <p:cxnSp>
        <p:nvCxnSpPr>
          <p:cNvPr id="70" name="Straight Connector 69"/>
          <p:cNvCxnSpPr/>
          <p:nvPr/>
        </p:nvCxnSpPr>
        <p:spPr bwMode="auto">
          <a:xfrm flipV="1">
            <a:off x="3149288" y="4008590"/>
            <a:ext cx="708578" cy="473853"/>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cxnSp>
        <p:nvCxnSpPr>
          <p:cNvPr id="71" name="Straight Connector 70"/>
          <p:cNvCxnSpPr/>
          <p:nvPr/>
        </p:nvCxnSpPr>
        <p:spPr bwMode="auto">
          <a:xfrm flipH="1" flipV="1">
            <a:off x="2077644" y="1855537"/>
            <a:ext cx="1193399" cy="552153"/>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cxnSp>
        <p:nvCxnSpPr>
          <p:cNvPr id="72" name="Straight Connector 71"/>
          <p:cNvCxnSpPr/>
          <p:nvPr/>
        </p:nvCxnSpPr>
        <p:spPr bwMode="auto">
          <a:xfrm flipH="1">
            <a:off x="1838325" y="3234710"/>
            <a:ext cx="1432719" cy="0"/>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cxnSp>
        <p:nvCxnSpPr>
          <p:cNvPr id="73" name="Straight Connector 72"/>
          <p:cNvCxnSpPr/>
          <p:nvPr/>
        </p:nvCxnSpPr>
        <p:spPr bwMode="auto">
          <a:xfrm flipH="1">
            <a:off x="5861847" y="1855537"/>
            <a:ext cx="1105424" cy="552152"/>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cxnSp>
        <p:nvCxnSpPr>
          <p:cNvPr id="74" name="Straight Connector 73"/>
          <p:cNvCxnSpPr/>
          <p:nvPr/>
        </p:nvCxnSpPr>
        <p:spPr bwMode="auto">
          <a:xfrm flipH="1">
            <a:off x="5861846" y="3234711"/>
            <a:ext cx="1148780" cy="0"/>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pic>
        <p:nvPicPr>
          <p:cNvPr id="75" name="Picture 74" descr="mobility.jpg"/>
          <p:cNvPicPr>
            <a:picLocks noChangeAspect="1"/>
          </p:cNvPicPr>
          <p:nvPr/>
        </p:nvPicPr>
        <p:blipFill>
          <a:blip r:embed="rId2" cstate="screen">
            <a:duotone>
              <a:srgbClr val="8064A2">
                <a:shade val="45000"/>
                <a:satMod val="135000"/>
              </a:srgbClr>
              <a:prstClr val="white"/>
            </a:duotone>
          </a:blip>
          <a:srcRect/>
          <a:stretch>
            <a:fillRect/>
          </a:stretch>
        </p:blipFill>
        <p:spPr>
          <a:xfrm>
            <a:off x="509066" y="2945434"/>
            <a:ext cx="988077" cy="1537009"/>
          </a:xfrm>
          <a:prstGeom prst="rect">
            <a:avLst/>
          </a:prstGeom>
        </p:spPr>
      </p:pic>
      <p:pic>
        <p:nvPicPr>
          <p:cNvPr id="76" name="Picture 75" descr="Social media.jpg"/>
          <p:cNvPicPr>
            <a:picLocks noChangeAspect="1"/>
          </p:cNvPicPr>
          <p:nvPr/>
        </p:nvPicPr>
        <p:blipFill>
          <a:blip r:embed="rId3" cstate="screen">
            <a:duotone>
              <a:srgbClr val="8064A2">
                <a:shade val="45000"/>
                <a:satMod val="135000"/>
              </a:srgbClr>
              <a:prstClr val="white"/>
            </a:duotone>
          </a:blip>
          <a:srcRect/>
          <a:stretch>
            <a:fillRect/>
          </a:stretch>
        </p:blipFill>
        <p:spPr>
          <a:xfrm>
            <a:off x="6926262" y="2839453"/>
            <a:ext cx="1781192" cy="1159846"/>
          </a:xfrm>
          <a:prstGeom prst="rect">
            <a:avLst/>
          </a:prstGeom>
        </p:spPr>
      </p:pic>
      <p:pic>
        <p:nvPicPr>
          <p:cNvPr id="77" name="Picture 76" descr="Big data.jpg"/>
          <p:cNvPicPr>
            <a:picLocks noChangeAspect="1"/>
          </p:cNvPicPr>
          <p:nvPr/>
        </p:nvPicPr>
        <p:blipFill>
          <a:blip r:embed="rId4" cstate="screen">
            <a:duotone>
              <a:srgbClr val="8064A2">
                <a:shade val="45000"/>
                <a:satMod val="135000"/>
              </a:srgbClr>
              <a:prstClr val="white"/>
            </a:duotone>
            <a:extLst>
              <a:ext uri="{BEBA8EAE-BF5A-486C-A8C5-ECC9F3942E4B}">
                <a14:imgProps xmlns:a14="http://schemas.microsoft.com/office/drawing/2010/main">
                  <a14:imgLayer r:embed="rId5">
                    <a14:imgEffect>
                      <a14:artisticPhotocopy/>
                    </a14:imgEffect>
                  </a14:imgLayer>
                </a14:imgProps>
              </a:ext>
            </a:extLst>
          </a:blip>
          <a:srcRect/>
          <a:stretch>
            <a:fillRect/>
          </a:stretch>
        </p:blipFill>
        <p:spPr>
          <a:xfrm>
            <a:off x="611558" y="1162734"/>
            <a:ext cx="1360323" cy="1260788"/>
          </a:xfrm>
          <a:prstGeom prst="rect">
            <a:avLst/>
          </a:prstGeom>
        </p:spPr>
      </p:pic>
      <p:sp>
        <p:nvSpPr>
          <p:cNvPr id="78" name="TextBox 77"/>
          <p:cNvSpPr txBox="1"/>
          <p:nvPr/>
        </p:nvSpPr>
        <p:spPr>
          <a:xfrm>
            <a:off x="216114" y="887782"/>
            <a:ext cx="2286000" cy="369332"/>
          </a:xfrm>
          <a:prstGeom prst="rect">
            <a:avLst/>
          </a:prstGeom>
          <a:noFill/>
        </p:spPr>
        <p:txBody>
          <a:bodyPr wrap="square" rtlCol="0">
            <a:spAutoFit/>
          </a:bodyPr>
          <a:lstStyle/>
          <a:p>
            <a:r>
              <a:rPr lang="en-US" b="1" kern="0" dirty="0" smtClean="0">
                <a:latin typeface="Calibri"/>
              </a:rPr>
              <a:t>Big Data und Analytics</a:t>
            </a:r>
          </a:p>
        </p:txBody>
      </p:sp>
      <p:sp>
        <p:nvSpPr>
          <p:cNvPr id="79" name="TextBox 78"/>
          <p:cNvSpPr txBox="1"/>
          <p:nvPr/>
        </p:nvSpPr>
        <p:spPr>
          <a:xfrm>
            <a:off x="344670" y="2663210"/>
            <a:ext cx="1832510" cy="369332"/>
          </a:xfrm>
          <a:prstGeom prst="rect">
            <a:avLst/>
          </a:prstGeom>
          <a:noFill/>
        </p:spPr>
        <p:txBody>
          <a:bodyPr wrap="square" rtlCol="0">
            <a:spAutoFit/>
          </a:bodyPr>
          <a:lstStyle/>
          <a:p>
            <a:r>
              <a:rPr lang="en-US" b="1" kern="0" dirty="0" smtClean="0">
                <a:latin typeface="Calibri"/>
              </a:rPr>
              <a:t>Mobiles Arbeiten</a:t>
            </a:r>
          </a:p>
        </p:txBody>
      </p:sp>
      <p:sp>
        <p:nvSpPr>
          <p:cNvPr id="80" name="TextBox 79"/>
          <p:cNvSpPr txBox="1"/>
          <p:nvPr/>
        </p:nvSpPr>
        <p:spPr>
          <a:xfrm>
            <a:off x="6758879" y="793402"/>
            <a:ext cx="2133600" cy="369332"/>
          </a:xfrm>
          <a:prstGeom prst="rect">
            <a:avLst/>
          </a:prstGeom>
          <a:noFill/>
        </p:spPr>
        <p:txBody>
          <a:bodyPr wrap="square" rtlCol="0">
            <a:spAutoFit/>
          </a:bodyPr>
          <a:lstStyle/>
          <a:p>
            <a:r>
              <a:rPr lang="en-US" b="1" kern="0" dirty="0" smtClean="0">
                <a:latin typeface="Calibri"/>
              </a:rPr>
              <a:t>Die Cloud</a:t>
            </a:r>
          </a:p>
        </p:txBody>
      </p:sp>
      <p:sp>
        <p:nvSpPr>
          <p:cNvPr id="81" name="TextBox 80"/>
          <p:cNvSpPr txBox="1"/>
          <p:nvPr/>
        </p:nvSpPr>
        <p:spPr>
          <a:xfrm>
            <a:off x="7066842" y="2580896"/>
            <a:ext cx="1427651" cy="369332"/>
          </a:xfrm>
          <a:prstGeom prst="rect">
            <a:avLst/>
          </a:prstGeom>
          <a:noFill/>
        </p:spPr>
        <p:txBody>
          <a:bodyPr wrap="square" rtlCol="0">
            <a:spAutoFit/>
          </a:bodyPr>
          <a:lstStyle/>
          <a:p>
            <a:r>
              <a:rPr lang="en-US" b="1" kern="0" dirty="0" smtClean="0">
                <a:latin typeface="Calibri"/>
              </a:rPr>
              <a:t>Soziale Medien</a:t>
            </a:r>
          </a:p>
        </p:txBody>
      </p:sp>
      <p:grpSp>
        <p:nvGrpSpPr>
          <p:cNvPr id="82" name="Group 81"/>
          <p:cNvGrpSpPr/>
          <p:nvPr/>
        </p:nvGrpSpPr>
        <p:grpSpPr>
          <a:xfrm>
            <a:off x="6968402" y="1162411"/>
            <a:ext cx="1695217" cy="1159818"/>
            <a:chOff x="7697735" y="2749147"/>
            <a:chExt cx="1903232" cy="1385447"/>
          </a:xfrm>
        </p:grpSpPr>
        <p:sp>
          <p:nvSpPr>
            <p:cNvPr id="83" name="Cloud 82"/>
            <p:cNvSpPr/>
            <p:nvPr/>
          </p:nvSpPr>
          <p:spPr bwMode="auto">
            <a:xfrm>
              <a:off x="8075576" y="2749147"/>
              <a:ext cx="837967" cy="496788"/>
            </a:xfrm>
            <a:prstGeom prst="cloud">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1019175" eaLnBrk="1" fontAlgn="base" latinLnBrk="0" hangingPunct="1">
                <a:lnSpc>
                  <a:spcPct val="100000"/>
                </a:lnSpc>
                <a:spcBef>
                  <a:spcPct val="0"/>
                </a:spcBef>
                <a:spcAft>
                  <a:spcPct val="0"/>
                </a:spcAft>
                <a:buClrTx/>
                <a:buSzTx/>
                <a:buFontTx/>
                <a:buNone/>
                <a:tabLst/>
                <a:defRPr/>
              </a:pPr>
              <a:endParaRPr kumimoji="0" lang="en-GB" sz="2000" b="1" i="0" u="none" strike="noStrike" kern="0" cap="none" spc="0" normalizeH="0" baseline="0" noProof="0" smtClean="0">
                <a:ln w="12700">
                  <a:solidFill>
                    <a:srgbClr val="002138">
                      <a:satMod val="155000"/>
                    </a:srgbClr>
                  </a:solidFill>
                  <a:prstDash val="solid"/>
                </a:ln>
                <a:solidFill>
                  <a:srgbClr val="68BBE8">
                    <a:tint val="85000"/>
                    <a:satMod val="155000"/>
                  </a:srgbClr>
                </a:solidFill>
                <a:effectLst>
                  <a:outerShdw blurRad="41275" dist="20320" dir="1800000" algn="tl" rotWithShape="0">
                    <a:srgbClr val="000000">
                      <a:alpha val="40000"/>
                    </a:srgbClr>
                  </a:outerShdw>
                </a:effectLst>
                <a:uLnTx/>
                <a:uFillTx/>
                <a:latin typeface="Calibri"/>
                <a:ea typeface="+mn-ea"/>
                <a:cs typeface="Arial" charset="0"/>
              </a:endParaRPr>
            </a:p>
          </p:txBody>
        </p:sp>
        <p:sp>
          <p:nvSpPr>
            <p:cNvPr id="84" name="Cloud 83"/>
            <p:cNvSpPr/>
            <p:nvPr/>
          </p:nvSpPr>
          <p:spPr bwMode="auto">
            <a:xfrm>
              <a:off x="7697735" y="3637806"/>
              <a:ext cx="837967" cy="496788"/>
            </a:xfrm>
            <a:prstGeom prst="cloud">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1019175" eaLnBrk="1" fontAlgn="base" latinLnBrk="0" hangingPunct="1">
                <a:lnSpc>
                  <a:spcPct val="100000"/>
                </a:lnSpc>
                <a:spcBef>
                  <a:spcPct val="0"/>
                </a:spcBef>
                <a:spcAft>
                  <a:spcPct val="0"/>
                </a:spcAft>
                <a:buClrTx/>
                <a:buSzTx/>
                <a:buFontTx/>
                <a:buNone/>
                <a:tabLst/>
                <a:defRPr/>
              </a:pPr>
              <a:endParaRPr kumimoji="0" lang="en-GB" sz="2000" b="1" i="0" u="none" strike="noStrike" kern="0" cap="none" spc="0" normalizeH="0" baseline="0" noProof="0" smtClean="0">
                <a:ln w="12700">
                  <a:solidFill>
                    <a:srgbClr val="002138">
                      <a:satMod val="155000"/>
                    </a:srgbClr>
                  </a:solidFill>
                  <a:prstDash val="solid"/>
                </a:ln>
                <a:solidFill>
                  <a:srgbClr val="68BBE8">
                    <a:tint val="85000"/>
                    <a:satMod val="155000"/>
                  </a:srgbClr>
                </a:solidFill>
                <a:effectLst>
                  <a:outerShdw blurRad="41275" dist="20320" dir="1800000" algn="tl" rotWithShape="0">
                    <a:srgbClr val="000000">
                      <a:alpha val="40000"/>
                    </a:srgbClr>
                  </a:outerShdw>
                </a:effectLst>
                <a:uLnTx/>
                <a:uFillTx/>
                <a:latin typeface="Calibri"/>
                <a:ea typeface="+mn-ea"/>
                <a:cs typeface="Arial" charset="0"/>
              </a:endParaRPr>
            </a:p>
          </p:txBody>
        </p:sp>
        <p:sp>
          <p:nvSpPr>
            <p:cNvPr id="85" name="Cloud 84"/>
            <p:cNvSpPr/>
            <p:nvPr/>
          </p:nvSpPr>
          <p:spPr bwMode="auto">
            <a:xfrm>
              <a:off x="8763000" y="3328719"/>
              <a:ext cx="837967" cy="496788"/>
            </a:xfrm>
            <a:prstGeom prst="cloud">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1019175" eaLnBrk="1" fontAlgn="base" latinLnBrk="0" hangingPunct="1">
                <a:lnSpc>
                  <a:spcPct val="100000"/>
                </a:lnSpc>
                <a:spcBef>
                  <a:spcPct val="0"/>
                </a:spcBef>
                <a:spcAft>
                  <a:spcPct val="0"/>
                </a:spcAft>
                <a:buClrTx/>
                <a:buSzTx/>
                <a:buFontTx/>
                <a:buNone/>
                <a:tabLst/>
                <a:defRPr/>
              </a:pPr>
              <a:endParaRPr kumimoji="0" lang="en-GB" sz="2000" b="1" i="0" u="none" strike="noStrike" kern="0" cap="none" spc="0" normalizeH="0" baseline="0" noProof="0" smtClean="0">
                <a:ln w="12700">
                  <a:solidFill>
                    <a:srgbClr val="002138">
                      <a:satMod val="155000"/>
                    </a:srgbClr>
                  </a:solidFill>
                  <a:prstDash val="solid"/>
                </a:ln>
                <a:solidFill>
                  <a:srgbClr val="68BBE8">
                    <a:tint val="85000"/>
                    <a:satMod val="155000"/>
                  </a:srgbClr>
                </a:solidFill>
                <a:effectLst>
                  <a:outerShdw blurRad="41275" dist="20320" dir="1800000" algn="tl" rotWithShape="0">
                    <a:srgbClr val="000000">
                      <a:alpha val="40000"/>
                    </a:srgbClr>
                  </a:outerShdw>
                </a:effectLst>
                <a:uLnTx/>
                <a:uFillTx/>
                <a:latin typeface="Calibri"/>
                <a:ea typeface="+mn-ea"/>
                <a:cs typeface="Arial" charset="0"/>
              </a:endParaRPr>
            </a:p>
          </p:txBody>
        </p:sp>
        <p:cxnSp>
          <p:nvCxnSpPr>
            <p:cNvPr id="86" name="Curved Connector 85"/>
            <p:cNvCxnSpPr>
              <a:stCxn id="83" idx="2"/>
              <a:endCxn id="84" idx="3"/>
            </p:cNvCxnSpPr>
            <p:nvPr/>
          </p:nvCxnSpPr>
          <p:spPr bwMode="auto">
            <a:xfrm rot="10800000" flipH="1" flipV="1">
              <a:off x="8078175" y="2997540"/>
              <a:ext cx="38544" cy="668669"/>
            </a:xfrm>
            <a:prstGeom prst="curvedConnector4">
              <a:avLst>
                <a:gd name="adj1" fmla="val -593088"/>
                <a:gd name="adj2" fmla="val 66450"/>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cxnSp>
        <p:cxnSp>
          <p:nvCxnSpPr>
            <p:cNvPr id="87" name="Curved Connector 86"/>
            <p:cNvCxnSpPr>
              <a:stCxn id="83" idx="0"/>
              <a:endCxn id="85" idx="3"/>
            </p:cNvCxnSpPr>
            <p:nvPr/>
          </p:nvCxnSpPr>
          <p:spPr bwMode="auto">
            <a:xfrm>
              <a:off x="8912845" y="2997541"/>
              <a:ext cx="269139" cy="359582"/>
            </a:xfrm>
            <a:prstGeom prst="curvedConnector2">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cxnSp>
        <p:cxnSp>
          <p:nvCxnSpPr>
            <p:cNvPr id="88" name="Curved Connector 87"/>
            <p:cNvCxnSpPr>
              <a:stCxn id="85" idx="2"/>
              <a:endCxn id="84" idx="0"/>
            </p:cNvCxnSpPr>
            <p:nvPr/>
          </p:nvCxnSpPr>
          <p:spPr bwMode="auto">
            <a:xfrm rot="10800000" flipV="1">
              <a:off x="8535005" y="3577112"/>
              <a:ext cx="230595" cy="309087"/>
            </a:xfrm>
            <a:prstGeom prst="curvedConnector3">
              <a:avLst>
                <a:gd name="adj1" fmla="val 50000"/>
              </a:avLst>
            </a:prstGeom>
            <a:gradFill rotWithShape="1">
              <a:gsLst>
                <a:gs pos="0">
                  <a:srgbClr val="8064A2">
                    <a:tint val="50000"/>
                    <a:satMod val="300000"/>
                  </a:srgbClr>
                </a:gs>
                <a:gs pos="35000">
                  <a:srgbClr val="8064A2">
                    <a:tint val="37000"/>
                    <a:satMod val="300000"/>
                  </a:srgbClr>
                </a:gs>
                <a:gs pos="100000">
                  <a:srgbClr val="8064A2">
                    <a:tint val="15000"/>
                    <a:satMod val="350000"/>
                  </a:srgbClr>
                </a:gs>
              </a:gsLst>
              <a:lin ang="16200000" scaled="1"/>
            </a:gradFill>
            <a:ln w="9525" cap="flat" cmpd="sng" algn="ctr">
              <a:solidFill>
                <a:srgbClr val="8064A2">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cxnSp>
      </p:grpSp>
      <p:sp>
        <p:nvSpPr>
          <p:cNvPr id="89" name="Rounded Rectangle 88"/>
          <p:cNvSpPr/>
          <p:nvPr/>
        </p:nvSpPr>
        <p:spPr bwMode="auto">
          <a:xfrm>
            <a:off x="3271043" y="1522535"/>
            <a:ext cx="2590801" cy="2486055"/>
          </a:xfrm>
          <a:prstGeom prst="roundRect">
            <a:avLst/>
          </a:prstGeom>
          <a:solidFill>
            <a:schemeClr val="accent1">
              <a:lumMod val="75000"/>
            </a:schemeClr>
          </a:solidFill>
          <a:ln w="25400" cap="flat" cmpd="sng" algn="ctr">
            <a:solidFill>
              <a:srgbClr val="4F81BD"/>
            </a:solidFill>
            <a:prstDash val="solid"/>
            <a:headEnd type="none" w="med" len="med"/>
            <a:tailEnd type="none" w="med" len="med"/>
          </a:ln>
          <a:effectLst/>
        </p:spPr>
        <p:txBody>
          <a:bodyPr vert="horz" wrap="square" lIns="54000" tIns="45720" rIns="54000" bIns="45720" numCol="1" rtlCol="0" anchor="t" anchorCtr="0" compatLnSpc="1">
            <a:prstTxWarp prst="textNoShape">
              <a:avLst/>
            </a:prstTxWarp>
            <a:normAutofit/>
          </a:bodyPr>
          <a:lstStyle/>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Wie kann ich Technologie nutzen, um …</a:t>
            </a:r>
          </a:p>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den Service zu verbessern?</a:t>
            </a:r>
          </a:p>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Kosten zu steuern?</a:t>
            </a:r>
          </a:p>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den Betrieb zu kontrollieren?</a:t>
            </a:r>
          </a:p>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zusammenzuarbeiten?</a:t>
            </a:r>
          </a:p>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
            </a:r>
          </a:p>
          <a:p>
            <a:r>
              <a:rPr kumimoji="0" lang="en-GB" sz="1800" b="1" i="0" u="none" strike="noStrike" kern="0" cap="none" spc="0" normalizeH="0" baseline="0" noProof="0" dirty="0" smtClean="0">
                <a:ln>
                  <a:noFill/>
                </a:ln>
                <a:solidFill>
                  <a:schemeClr val="bg1"/>
                </a:solidFill>
                <a:effectLst/>
                <a:uLnTx/>
                <a:uFillTx/>
                <a:latin typeface="Calibri"/>
                <a:ea typeface="+mn-ea"/>
                <a:cs typeface="Arial" charset="0"/>
              </a:rPr>
              <a:t/>
            </a:r>
          </a:p>
        </p:txBody>
      </p:sp>
      <p:pic>
        <p:nvPicPr>
          <p:cNvPr id="90" name="Picture 2" descr="http://1.bp.blogspot.com/-KIrts9tKr-E/UtjYITlwFII/AAAAAAAAMfY/_4JcocU8XFc/s1600/logo-internet-sem-fio.png">
            <a:hlinkClick r:id="rId6"/>
          </p:cNvPr>
          <p:cNvPicPr>
            <a:picLocks noChangeAspect="1" noChangeArrowheads="1"/>
          </p:cNvPicPr>
          <p:nvPr/>
        </p:nvPicPr>
        <p:blipFill>
          <a:blip r:embed="rId7" cstate="print">
            <a:duotone>
              <a:srgbClr val="8064A2">
                <a:shade val="45000"/>
                <a:satMod val="135000"/>
              </a:srgbClr>
              <a:prstClr val="white"/>
            </a:duotone>
            <a:extLst>
              <a:ext uri="{BEBA8EAE-BF5A-486C-A8C5-ECC9F3942E4B}">
                <a14:imgProps xmlns:a14="http://schemas.microsoft.com/office/drawing/2010/main">
                  <a14:imgLayer r:embed="rId8">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1971881" y="3884674"/>
            <a:ext cx="1071644" cy="875585"/>
          </a:xfrm>
          <a:prstGeom prst="rect">
            <a:avLst/>
          </a:prstGeom>
          <a:noFill/>
          <a:extLst>
            <a:ext uri="{909E8E84-426E-40DD-AFC4-6F175D3DCCD1}">
              <a14:hiddenFill xmlns:a14="http://schemas.microsoft.com/office/drawing/2010/main">
                <a:solidFill>
                  <a:srgbClr val="FFFFFF"/>
                </a:solidFill>
              </a14:hiddenFill>
            </a:ext>
          </a:extLst>
        </p:spPr>
      </p:pic>
      <p:sp>
        <p:nvSpPr>
          <p:cNvPr id="91" name="TextBox 90"/>
          <p:cNvSpPr txBox="1"/>
          <p:nvPr/>
        </p:nvSpPr>
        <p:spPr>
          <a:xfrm>
            <a:off x="1587936" y="4684059"/>
            <a:ext cx="1944216" cy="369332"/>
          </a:xfrm>
          <a:prstGeom prst="rect">
            <a:avLst/>
          </a:prstGeom>
          <a:noFill/>
        </p:spPr>
        <p:txBody>
          <a:bodyPr wrap="square" rtlCol="0">
            <a:spAutoFit/>
          </a:bodyPr>
          <a:lstStyle/>
          <a:p>
            <a:r>
              <a:rPr lang="en-US" b="1" kern="0" dirty="0" smtClean="0">
                <a:latin typeface="Calibri"/>
              </a:rPr>
              <a:t>Internet der Dinge</a:t>
            </a:r>
          </a:p>
        </p:txBody>
      </p:sp>
      <p:pic>
        <p:nvPicPr>
          <p:cNvPr id="92" name="Picture 2" descr="C:\Program Files\Microsoft Office\MEDIA\CAGCAT10\j0222015.wmf"/>
          <p:cNvPicPr>
            <a:picLocks noChangeAspect="1" noChangeArrowheads="1"/>
          </p:cNvPicPr>
          <p:nvPr/>
        </p:nvPicPr>
        <p:blipFill>
          <a:blip r:embed="rId9" cstate="print">
            <a:duotone>
              <a:srgbClr val="8064A2">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6027736" y="3999299"/>
            <a:ext cx="816999" cy="819936"/>
          </a:xfrm>
          <a:prstGeom prst="rect">
            <a:avLst/>
          </a:prstGeom>
          <a:solidFill>
            <a:sysClr val="window" lastClr="FFFFFF"/>
          </a:solidFill>
        </p:spPr>
      </p:pic>
      <p:sp>
        <p:nvSpPr>
          <p:cNvPr id="93" name="TextBox 92"/>
          <p:cNvSpPr txBox="1"/>
          <p:nvPr/>
        </p:nvSpPr>
        <p:spPr>
          <a:xfrm>
            <a:off x="5220073" y="4714084"/>
            <a:ext cx="2322811" cy="369332"/>
          </a:xfrm>
          <a:prstGeom prst="rect">
            <a:avLst/>
          </a:prstGeom>
          <a:noFill/>
        </p:spPr>
        <p:txBody>
          <a:bodyPr wrap="square" rtlCol="0">
            <a:spAutoFit/>
          </a:bodyPr>
          <a:lstStyle/>
          <a:p>
            <a:r>
              <a:rPr lang="en-US" b="1" kern="0" dirty="0" smtClean="0">
                <a:latin typeface="Calibri"/>
              </a:rPr>
              <a:t>Internet-Transaktionen</a:t>
            </a:r>
          </a:p>
        </p:txBody>
      </p:sp>
      <p:cxnSp>
        <p:nvCxnSpPr>
          <p:cNvPr id="94" name="Straight Connector 93"/>
          <p:cNvCxnSpPr/>
          <p:nvPr/>
        </p:nvCxnSpPr>
        <p:spPr bwMode="auto">
          <a:xfrm flipH="1" flipV="1">
            <a:off x="5220073" y="4008590"/>
            <a:ext cx="641773" cy="473853"/>
          </a:xfrm>
          <a:prstGeom prst="line">
            <a:avLst/>
          </a:prstGeom>
          <a:solidFill>
            <a:srgbClr val="C4262E"/>
          </a:solidFill>
          <a:ln w="28575" cap="flat" cmpd="sng" algn="ctr">
            <a:solidFill>
              <a:srgbClr val="000000">
                <a:lumMod val="65000"/>
                <a:lumOff val="35000"/>
              </a:srgbClr>
            </a:solidFill>
            <a:prstDash val="sysDash"/>
            <a:round/>
            <a:headEnd type="none" w="med" len="med"/>
            <a:tailEnd type="none" w="med" len="med"/>
          </a:ln>
          <a:effectLst/>
        </p:spPr>
      </p:cxnSp>
    </p:spTree>
    <p:extLst>
      <p:ext uri="{BB962C8B-B14F-4D97-AF65-F5344CB8AC3E}">
        <p14:creationId xmlns:p14="http://schemas.microsoft.com/office/powerpoint/2010/main" val="22900670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Zentrale Trends</a:t>
            </a:r>
          </a:p>
        </p:txBody>
      </p:sp>
      <p:sp>
        <p:nvSpPr>
          <p:cNvPr id="3" name="Cloud Callout 2"/>
          <p:cNvSpPr/>
          <p:nvPr/>
        </p:nvSpPr>
        <p:spPr>
          <a:xfrm>
            <a:off x="123824" y="3717517"/>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Personalisierung</a:t>
            </a:r>
          </a:p>
        </p:txBody>
      </p:sp>
      <p:sp>
        <p:nvSpPr>
          <p:cNvPr id="5" name="Cloud Callout 4"/>
          <p:cNvSpPr/>
          <p:nvPr/>
        </p:nvSpPr>
        <p:spPr>
          <a:xfrm>
            <a:off x="6753224" y="1910215"/>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Automatisierung</a:t>
            </a:r>
          </a:p>
        </p:txBody>
      </p:sp>
      <p:sp>
        <p:nvSpPr>
          <p:cNvPr id="6" name="Cloud Callout 5"/>
          <p:cNvSpPr/>
          <p:nvPr/>
        </p:nvSpPr>
        <p:spPr>
          <a:xfrm>
            <a:off x="5519737" y="605290"/>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Geschwindigkeit und Agilität</a:t>
            </a:r>
          </a:p>
        </p:txBody>
      </p:sp>
      <p:sp>
        <p:nvSpPr>
          <p:cNvPr id="7" name="Cloud Callout 6"/>
          <p:cNvSpPr/>
          <p:nvPr/>
        </p:nvSpPr>
        <p:spPr>
          <a:xfrm>
            <a:off x="4099560" y="1968227"/>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Skalierbarkeit</a:t>
            </a:r>
          </a:p>
        </p:txBody>
      </p:sp>
      <p:sp>
        <p:nvSpPr>
          <p:cNvPr id="8" name="Cloud Callout 7"/>
          <p:cNvSpPr/>
          <p:nvPr/>
        </p:nvSpPr>
        <p:spPr>
          <a:xfrm>
            <a:off x="2433637" y="896574"/>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On-Premise vs. Cloud</a:t>
            </a:r>
          </a:p>
        </p:txBody>
      </p:sp>
      <p:sp>
        <p:nvSpPr>
          <p:cNvPr id="10" name="Cloud Callout 9"/>
          <p:cNvSpPr/>
          <p:nvPr/>
        </p:nvSpPr>
        <p:spPr>
          <a:xfrm>
            <a:off x="5886450" y="3460342"/>
            <a:ext cx="24288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Best-of-Breed vs. Einzelplattform-Lösung</a:t>
            </a:r>
          </a:p>
        </p:txBody>
      </p:sp>
      <p:sp>
        <p:nvSpPr>
          <p:cNvPr id="11" name="Cloud Callout 10"/>
          <p:cNvSpPr/>
          <p:nvPr/>
        </p:nvSpPr>
        <p:spPr>
          <a:xfrm>
            <a:off x="1712594" y="2385241"/>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GB" sz="1600" dirty="0" smtClean="0"/>
              <a:t>Innovation</a:t>
            </a:r>
            <a:endParaRPr lang="en-GB" sz="1600" dirty="0"/>
          </a:p>
        </p:txBody>
      </p:sp>
      <p:sp>
        <p:nvSpPr>
          <p:cNvPr id="12" name="Cloud Callout 11"/>
          <p:cNvSpPr/>
          <p:nvPr/>
        </p:nvSpPr>
        <p:spPr>
          <a:xfrm>
            <a:off x="3395662" y="3717517"/>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Disruptoren</a:t>
            </a:r>
          </a:p>
        </p:txBody>
      </p:sp>
      <p:sp>
        <p:nvSpPr>
          <p:cNvPr id="14" name="Cloud Callout 13"/>
          <p:cNvSpPr/>
          <p:nvPr/>
        </p:nvSpPr>
        <p:spPr>
          <a:xfrm>
            <a:off x="123825" y="1198607"/>
            <a:ext cx="2124075" cy="1186634"/>
          </a:xfrm>
          <a:prstGeom prst="cloudCallou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r>
              <a:rPr lang="en-GB" sz="1600" dirty="0" smtClean="0"/>
              <a:t>Zugänglichkeit – „einfache Bedienung“</a:t>
            </a:r>
          </a:p>
        </p:txBody>
      </p:sp>
    </p:spTree>
    <p:extLst>
      <p:ext uri="{BB962C8B-B14F-4D97-AF65-F5344CB8AC3E}">
        <p14:creationId xmlns:p14="http://schemas.microsoft.com/office/powerpoint/2010/main" val="4716958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normAutofit/>
          </a:bodyPr>
          <a:lstStyle/>
          <a:p>
            <a:r>
              <a:rPr lang="en-US" sz="3200" dirty="0" smtClean="0"/>
              <a:t>Wie können digitale Werkzeuge meiner Organisation helfen, unsere Ziele zu erreichen?</a:t>
            </a:r>
          </a:p>
        </p:txBody>
      </p:sp>
    </p:spTree>
    <p:extLst>
      <p:ext uri="{BB962C8B-B14F-4D97-AF65-F5344CB8AC3E}">
        <p14:creationId xmlns:p14="http://schemas.microsoft.com/office/powerpoint/2010/main" val="18434710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t>IT-Strategie</a:t>
            </a:r>
          </a:p>
        </p:txBody>
      </p:sp>
    </p:spTree>
    <p:extLst>
      <p:ext uri="{BB962C8B-B14F-4D97-AF65-F5344CB8AC3E}">
        <p14:creationId xmlns:p14="http://schemas.microsoft.com/office/powerpoint/2010/main" val="11258786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p:txBody>
          <a:bodyPr>
            <a:normAutofit fontScale="92500" lnSpcReduction="10000"/>
          </a:bodyPr>
          <a:lstStyle/>
          <a:p>
            <a:r>
              <a:rPr lang="en-US" i="1" dirty="0" smtClean="0"/>
              <a:t>… [digitale] Technologien wie soziale Medien, Mobilität und Datenanalyse sind keine Ziele, die es zu erreichen gilt … [sondern] sie sind Werkzeuge, um näher an die Kunden zu rücken, Mitarbeitende zu befähigen und interne Geschäftsprozesse zu transformieren.</a:t>
            </a:r>
          </a:p>
        </p:txBody>
      </p:sp>
      <p:sp>
        <p:nvSpPr>
          <p:cNvPr id="3" name="Text Placeholder 6"/>
          <p:cNvSpPr txBox="1">
            <a:spLocks/>
          </p:cNvSpPr>
          <p:nvPr/>
        </p:nvSpPr>
        <p:spPr>
          <a:xfrm>
            <a:off x="2791883" y="3328989"/>
            <a:ext cx="3776133" cy="71300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400" b="1" dirty="0" err="1" smtClean="0">
                <a:solidFill>
                  <a:schemeClr val="bg1"/>
                </a:solidFill>
              </a:rPr>
              <a:t>Westman, Bonnie und McAfee, „Leading Digital: Turning Technology into Business Transformation“ (HBR, 2014)</a:t>
            </a:r>
          </a:p>
        </p:txBody>
      </p:sp>
    </p:spTree>
    <p:extLst>
      <p:ext uri="{BB962C8B-B14F-4D97-AF65-F5344CB8AC3E}">
        <p14:creationId xmlns:p14="http://schemas.microsoft.com/office/powerpoint/2010/main" val="34430874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Traditionelle Säulen der IT-Strategie</a:t>
            </a:r>
          </a:p>
        </p:txBody>
      </p:sp>
      <p:grpSp>
        <p:nvGrpSpPr>
          <p:cNvPr id="33" name="Group 32"/>
          <p:cNvGrpSpPr/>
          <p:nvPr/>
        </p:nvGrpSpPr>
        <p:grpSpPr>
          <a:xfrm>
            <a:off x="1917080" y="1389923"/>
            <a:ext cx="5344781" cy="2554104"/>
            <a:chOff x="1895856" y="1088136"/>
            <a:chExt cx="6312408" cy="4584193"/>
          </a:xfrm>
          <a:solidFill>
            <a:srgbClr val="FFFFFF">
              <a:lumMod val="75000"/>
            </a:srgbClr>
          </a:solidFill>
        </p:grpSpPr>
        <p:sp>
          <p:nvSpPr>
            <p:cNvPr id="34" name="Isosceles Triangle 33"/>
            <p:cNvSpPr/>
            <p:nvPr/>
          </p:nvSpPr>
          <p:spPr bwMode="auto">
            <a:xfrm>
              <a:off x="3680460" y="1088136"/>
              <a:ext cx="2743200" cy="1828800"/>
            </a:xfrm>
            <a:prstGeom prst="triangle">
              <a:avLst/>
            </a:prstGeom>
            <a:solidFill>
              <a:schemeClr val="accent1"/>
            </a:solidFill>
            <a:ln w="9525" cap="flat" cmpd="sng" algn="ctr">
              <a:noFill/>
              <a:prstDash val="solid"/>
              <a:round/>
              <a:headEnd type="none" w="med" len="med"/>
              <a:tailEnd type="none" w="med" len="med"/>
            </a:ln>
            <a:effectLst/>
            <a:scene3d>
              <a:camera prst="orthographicFront">
                <a:rot lat="0" lon="0" rev="0"/>
              </a:camera>
              <a:lightRig rig="contrasting" dir="t">
                <a:rot lat="0" lon="0" rev="7800000"/>
              </a:lightRig>
            </a:scene3d>
            <a:sp3d>
              <a:bevelT w="139700" h="139700"/>
            </a:sp3d>
          </p:spPr>
          <p:txBody>
            <a:bodyPr wrap="none" lIns="0" tIns="0" rIns="0" bIns="0"/>
            <a:lstStyle/>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srgbClr val="FFFFFF">
                    <a:lumMod val="95000"/>
                  </a:srgbClr>
                </a:solidFill>
                <a:effectLst/>
                <a:uLnTx/>
                <a:uFillTx/>
              </a:endParaRPr>
            </a:p>
          </p:txBody>
        </p:sp>
        <p:sp>
          <p:nvSpPr>
            <p:cNvPr id="35" name="Isosceles Triangle 34"/>
            <p:cNvSpPr/>
            <p:nvPr/>
          </p:nvSpPr>
          <p:spPr bwMode="auto">
            <a:xfrm>
              <a:off x="5465064" y="3819144"/>
              <a:ext cx="2743200" cy="1828800"/>
            </a:xfrm>
            <a:prstGeom prst="triangle">
              <a:avLst/>
            </a:prstGeom>
            <a:solidFill>
              <a:schemeClr val="accent1"/>
            </a:solidFill>
            <a:ln w="9525" cap="flat" cmpd="sng" algn="ctr">
              <a:noFill/>
              <a:prstDash val="solid"/>
              <a:round/>
              <a:headEnd type="none" w="med" len="med"/>
              <a:tailEnd type="none" w="med" len="med"/>
            </a:ln>
            <a:effectLst/>
            <a:scene3d>
              <a:camera prst="orthographicFront">
                <a:rot lat="0" lon="0" rev="0"/>
              </a:camera>
              <a:lightRig rig="contrasting" dir="t">
                <a:rot lat="0" lon="0" rev="7800000"/>
              </a:lightRig>
            </a:scene3d>
            <a:sp3d>
              <a:bevelT w="139700" h="139700"/>
            </a:sp3d>
          </p:spPr>
          <p:txBody>
            <a:bodyPr wrap="none" lIns="0" tIns="0" rIns="0" bIns="0" anchor="ctr"/>
            <a:lstStyle/>
            <a:p>
              <a:r>
                <a:rPr kumimoji="0" lang="en-US" sz="1200" b="1" i="0" u="none" strike="noStrike" kern="0" cap="none" spc="0" normalizeH="0" baseline="0" noProof="0" dirty="0">
                  <a:ln>
                    <a:noFill/>
                  </a:ln>
                  <a:solidFill>
                    <a:srgbClr val="FFFFFF">
                      <a:lumMod val="95000"/>
                    </a:srgbClr>
                  </a:solidFill>
                  <a:effectLst/>
                  <a:uLnTx/>
                  <a:uFillTx/>
                </a:rPr>
                <a:t>IT-Personal</a:t>
              </a:r>
            </a:p>
            <a:p>
              <a:r>
                <a:rPr kumimoji="0" lang="en-US" sz="1200" b="1" i="0" u="none" strike="noStrike" kern="0" cap="none" spc="0" normalizeH="0" baseline="0" noProof="0" dirty="0">
                  <a:ln>
                    <a:noFill/>
                  </a:ln>
                  <a:solidFill>
                    <a:srgbClr val="FFFFFF">
                      <a:lumMod val="95000"/>
                    </a:srgbClr>
                  </a:solidFill>
                  <a:effectLst/>
                  <a:uLnTx/>
                  <a:uFillTx/>
                </a:rPr>
                <a:t>und -Support</a:t>
              </a:r>
            </a:p>
          </p:txBody>
        </p:sp>
        <p:sp>
          <p:nvSpPr>
            <p:cNvPr id="36" name="Isosceles Triangle 35"/>
            <p:cNvSpPr/>
            <p:nvPr/>
          </p:nvSpPr>
          <p:spPr bwMode="auto">
            <a:xfrm>
              <a:off x="1895856" y="3843528"/>
              <a:ext cx="2743200" cy="1828801"/>
            </a:xfrm>
            <a:prstGeom prst="triangle">
              <a:avLst/>
            </a:prstGeom>
            <a:solidFill>
              <a:schemeClr val="accent1"/>
            </a:solidFill>
            <a:ln w="9525" cap="flat" cmpd="sng" algn="ctr">
              <a:noFill/>
              <a:prstDash val="solid"/>
              <a:round/>
              <a:headEnd type="none" w="med" len="med"/>
              <a:tailEnd type="none" w="med" len="med"/>
            </a:ln>
            <a:effectLst/>
            <a:scene3d>
              <a:camera prst="orthographicFront">
                <a:rot lat="0" lon="0" rev="0"/>
              </a:camera>
              <a:lightRig rig="contrasting" dir="t">
                <a:rot lat="0" lon="0" rev="7800000"/>
              </a:lightRig>
            </a:scene3d>
            <a:sp3d>
              <a:bevelT w="139700" h="139700"/>
            </a:sp3d>
          </p:spPr>
          <p:txBody>
            <a:bodyPr wrap="none" lIns="0" tIns="0" rIns="0" bIns="0" anchor="ctr"/>
            <a:lstStyle/>
            <a:p>
              <a:r>
                <a:rPr kumimoji="0" lang="en-US" sz="1200" b="1" i="0" u="none" strike="noStrike" kern="0" cap="none" spc="0" normalizeH="0" baseline="0" noProof="0" dirty="0">
                  <a:ln>
                    <a:noFill/>
                  </a:ln>
                  <a:solidFill>
                    <a:srgbClr val="FFFFFF">
                      <a:lumMod val="95000"/>
                    </a:srgbClr>
                  </a:solidFill>
                  <a:effectLst/>
                  <a:uLnTx/>
                  <a:uFillTx/>
                  <a:cs typeface="Arial" pitchFamily="34" charset="0"/>
                </a:rPr>
                <a:t>Systeme, Daten</a:t>
              </a:r>
            </a:p>
            <a:p>
              <a:r>
                <a:rPr kumimoji="0" lang="en-US" sz="1200" b="1" i="0" u="none" strike="noStrike" kern="0" cap="none" spc="0" normalizeH="0" baseline="0" noProof="0" dirty="0">
                  <a:ln>
                    <a:noFill/>
                  </a:ln>
                  <a:solidFill>
                    <a:srgbClr val="FFFFFF">
                      <a:lumMod val="95000"/>
                    </a:srgbClr>
                  </a:solidFill>
                  <a:effectLst/>
                  <a:uLnTx/>
                  <a:uFillTx/>
                  <a:cs typeface="Arial" pitchFamily="34" charset="0"/>
                </a:rPr>
                <a:t>und</a:t>
              </a:r>
            </a:p>
            <a:p>
              <a:r>
                <a:rPr kumimoji="0" lang="en-US" sz="1200" b="1" i="0" u="none" strike="noStrike" kern="0" cap="none" spc="0" normalizeH="0" baseline="0" noProof="0" dirty="0">
                  <a:ln>
                    <a:noFill/>
                  </a:ln>
                  <a:solidFill>
                    <a:srgbClr val="FFFFFF">
                      <a:lumMod val="95000"/>
                    </a:srgbClr>
                  </a:solidFill>
                  <a:effectLst/>
                  <a:uLnTx/>
                  <a:uFillTx/>
                  <a:cs typeface="Arial" pitchFamily="34" charset="0"/>
                </a:rPr>
                <a:t>Infrastruktur</a:t>
              </a:r>
            </a:p>
          </p:txBody>
        </p:sp>
        <p:pic>
          <p:nvPicPr>
            <p:cNvPr id="37" name="Picture 4" descr="C:\Documents and Settings\bhill\Local Settings\Temporary Internet Files\Content.IE5\NVP3J1KW\MCj04348020000[1].png"/>
            <p:cNvPicPr>
              <a:picLocks noChangeAspect="1" noChangeArrowheads="1"/>
            </p:cNvPicPr>
            <p:nvPr/>
          </p:nvPicPr>
          <p:blipFill>
            <a:blip r:embed="rId2" cstate="print">
              <a:duotone>
                <a:prstClr val="black"/>
                <a:srgbClr val="0096D7">
                  <a:tint val="45000"/>
                  <a:satMod val="400000"/>
                </a:srgbClr>
              </a:duotone>
            </a:blip>
            <a:srcRect/>
            <a:stretch>
              <a:fillRect/>
            </a:stretch>
          </p:blipFill>
          <p:spPr bwMode="auto">
            <a:xfrm>
              <a:off x="4562970" y="3604970"/>
              <a:ext cx="969150" cy="969150"/>
            </a:xfrm>
            <a:prstGeom prst="rect">
              <a:avLst/>
            </a:prstGeom>
            <a:noFill/>
            <a:ln>
              <a:noFill/>
            </a:ln>
          </p:spPr>
        </p:pic>
        <p:sp>
          <p:nvSpPr>
            <p:cNvPr id="38" name="Left-Right Arrow 37"/>
            <p:cNvSpPr/>
            <p:nvPr/>
          </p:nvSpPr>
          <p:spPr bwMode="auto">
            <a:xfrm rot="5400000">
              <a:off x="4687530" y="3124016"/>
              <a:ext cx="727100" cy="322001"/>
            </a:xfrm>
            <a:prstGeom prst="leftRightArrow">
              <a:avLst/>
            </a:prstGeom>
            <a:solidFill>
              <a:srgbClr val="009CDE">
                <a:lumMod val="75000"/>
              </a:srgbClr>
            </a:solidFill>
            <a:ln w="9525" cap="flat" cmpd="sng" algn="ctr">
              <a:noFill/>
              <a:prstDash val="solid"/>
              <a:round/>
              <a:headEnd type="none" w="med" len="med"/>
              <a:tailEnd type="none" w="med" len="med"/>
            </a:ln>
            <a:effectLst/>
          </p:spPr>
          <p:txBody>
            <a:bodyPr anchor="ctr"/>
            <a:lstStyle/>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endParaRPr kumimoji="0" lang="en-US" sz="1600" b="0" i="0" u="none" strike="noStrike" kern="0" cap="none" spc="0" normalizeH="0" baseline="0" noProof="0" dirty="0">
                <a:ln>
                  <a:noFill/>
                </a:ln>
                <a:solidFill>
                  <a:srgbClr val="0096D7"/>
                </a:solidFill>
                <a:effectLst/>
                <a:uLnTx/>
                <a:uFillTx/>
              </a:endParaRPr>
            </a:p>
          </p:txBody>
        </p:sp>
        <p:sp>
          <p:nvSpPr>
            <p:cNvPr id="41" name="Left-Right Arrow 40"/>
            <p:cNvSpPr/>
            <p:nvPr/>
          </p:nvSpPr>
          <p:spPr bwMode="auto">
            <a:xfrm rot="2221447">
              <a:off x="5489521" y="4353755"/>
              <a:ext cx="727100" cy="320040"/>
            </a:xfrm>
            <a:prstGeom prst="leftRightArrow">
              <a:avLst/>
            </a:prstGeom>
            <a:solidFill>
              <a:srgbClr val="009CDE">
                <a:lumMod val="75000"/>
              </a:srgbClr>
            </a:solidFill>
            <a:ln w="9525" cap="flat" cmpd="sng" algn="ctr">
              <a:noFill/>
              <a:prstDash val="solid"/>
              <a:round/>
              <a:headEnd type="none" w="med" len="med"/>
              <a:tailEnd type="none" w="med" len="med"/>
            </a:ln>
            <a:effectLst/>
          </p:spPr>
          <p:txBody>
            <a:bodyPr anchor="ctr"/>
            <a:lstStyle/>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endParaRPr kumimoji="0" lang="en-US" sz="1600" b="0" i="0" u="none" strike="noStrike" kern="0" cap="none" spc="0" normalizeH="0" baseline="0" noProof="0" dirty="0">
                <a:ln>
                  <a:noFill/>
                </a:ln>
                <a:solidFill>
                  <a:srgbClr val="0096D7"/>
                </a:solidFill>
                <a:effectLst/>
                <a:uLnTx/>
                <a:uFillTx/>
              </a:endParaRPr>
            </a:p>
          </p:txBody>
        </p:sp>
        <p:sp>
          <p:nvSpPr>
            <p:cNvPr id="44" name="Left-Right Arrow 43"/>
            <p:cNvSpPr/>
            <p:nvPr/>
          </p:nvSpPr>
          <p:spPr bwMode="auto">
            <a:xfrm rot="19533541">
              <a:off x="3916131" y="4353754"/>
              <a:ext cx="727100" cy="320040"/>
            </a:xfrm>
            <a:prstGeom prst="leftRightArrow">
              <a:avLst/>
            </a:prstGeom>
            <a:solidFill>
              <a:srgbClr val="009CDE">
                <a:lumMod val="75000"/>
              </a:srgbClr>
            </a:solidFill>
            <a:ln w="9525" cap="flat" cmpd="sng" algn="ctr">
              <a:noFill/>
              <a:prstDash val="solid"/>
              <a:round/>
              <a:headEnd type="none" w="med" len="med"/>
              <a:tailEnd type="none" w="med" len="med"/>
            </a:ln>
            <a:effectLst/>
          </p:spPr>
          <p:txBody>
            <a:bodyPr anchor="ctr"/>
            <a:lstStyle/>
            <a:p>
              <a:pPr marL="0" marR="0" lvl="0" indent="0" algn="ctr" defTabSz="914400" eaLnBrk="1" fontAlgn="auto" latinLnBrk="0" hangingPunct="1">
                <a:lnSpc>
                  <a:spcPct val="80000"/>
                </a:lnSpc>
                <a:spcBef>
                  <a:spcPct val="20000"/>
                </a:spcBef>
                <a:spcAft>
                  <a:spcPts val="0"/>
                </a:spcAft>
                <a:buClrTx/>
                <a:buSzTx/>
                <a:buFont typeface="Wingdings 2" pitchFamily="18" charset="2"/>
                <a:buNone/>
                <a:tabLst/>
                <a:defRPr/>
              </a:pPr>
              <a:endParaRPr kumimoji="0" lang="en-US" sz="1600" b="0" i="0" u="none" strike="noStrike" kern="0" cap="none" spc="0" normalizeH="0" baseline="0" noProof="0" dirty="0">
                <a:ln>
                  <a:noFill/>
                </a:ln>
                <a:solidFill>
                  <a:srgbClr val="0096D7"/>
                </a:solidFill>
                <a:effectLst/>
                <a:uLnTx/>
                <a:uFillTx/>
              </a:endParaRPr>
            </a:p>
          </p:txBody>
        </p:sp>
      </p:grpSp>
      <p:sp>
        <p:nvSpPr>
          <p:cNvPr id="45" name="TextBox 44"/>
          <p:cNvSpPr txBox="1"/>
          <p:nvPr/>
        </p:nvSpPr>
        <p:spPr>
          <a:xfrm>
            <a:off x="4053107" y="1846140"/>
            <a:ext cx="1072730" cy="461665"/>
          </a:xfrm>
          <a:prstGeom prst="rect">
            <a:avLst/>
          </a:prstGeom>
          <a:noFill/>
        </p:spPr>
        <p:txBody>
          <a:bodyPr wrap="none">
            <a:spAutoFit/>
          </a:bodyPr>
          <a:lstStyle/>
          <a:p>
            <a:r>
              <a:rPr kumimoji="0" lang="en-US" sz="1200" b="1" i="0" u="none" strike="noStrike" kern="0" cap="none" spc="0" normalizeH="0" baseline="0" noProof="0" dirty="0">
                <a:ln>
                  <a:noFill/>
                </a:ln>
                <a:solidFill>
                  <a:srgbClr val="FFFFFF">
                    <a:lumMod val="95000"/>
                  </a:srgbClr>
                </a:solidFill>
                <a:effectLst/>
                <a:uLnTx/>
                <a:uFillTx/>
              </a:rPr>
              <a:t>IT-</a:t>
            </a:r>
          </a:p>
          <a:p>
            <a:r>
              <a:rPr kumimoji="0" lang="en-US" sz="1200" b="1" i="0" u="none" strike="noStrike" kern="0" cap="none" spc="0" normalizeH="0" baseline="0" noProof="0" dirty="0">
                <a:ln>
                  <a:noFill/>
                </a:ln>
                <a:solidFill>
                  <a:srgbClr val="FFFFFF">
                    <a:lumMod val="95000"/>
                  </a:srgbClr>
                </a:solidFill>
                <a:effectLst/>
                <a:uLnTx/>
                <a:uFillTx/>
              </a:rPr>
              <a:t>Governance</a:t>
            </a:r>
          </a:p>
        </p:txBody>
      </p:sp>
      <p:sp>
        <p:nvSpPr>
          <p:cNvPr id="46" name="TextBox 19"/>
          <p:cNvSpPr txBox="1">
            <a:spLocks noChangeArrowheads="1"/>
          </p:cNvSpPr>
          <p:nvPr/>
        </p:nvSpPr>
        <p:spPr bwMode="auto">
          <a:xfrm>
            <a:off x="4933617" y="1381847"/>
            <a:ext cx="3129816" cy="900246"/>
          </a:xfrm>
          <a:prstGeom prst="rect">
            <a:avLst/>
          </a:prstGeom>
          <a:noFill/>
          <a:ln w="9525">
            <a:noFill/>
            <a:miter lim="800000"/>
            <a:headEnd/>
            <a:tailEnd/>
          </a:ln>
        </p:spPr>
        <p:txBody>
          <a:bodyPr wrap="square">
            <a:spAutoFit/>
          </a:bodyPr>
          <a:lstStyle/>
          <a:p>
            <a:r>
              <a:rPr kumimoji="0" lang="en-US" sz="1050" b="0" i="0" u="none" strike="noStrike" kern="0" cap="none" spc="0" normalizeH="0" baseline="0" noProof="0" dirty="0">
                <a:ln>
                  <a:noFill/>
                </a:ln>
                <a:effectLst/>
                <a:uLnTx/>
                <a:uFillTx/>
              </a:rPr>
              <a:t>IT-Projekte müssen auf die Unternehmensstrategie abgestimmt sein, die IT-Leistung sollte regelmäßig überwacht werden, und es sollte eine wirksame Kommunikation zwischen IT und Fachanwendern bestehen.</a:t>
            </a:r>
          </a:p>
        </p:txBody>
      </p:sp>
      <p:sp>
        <p:nvSpPr>
          <p:cNvPr id="47" name="TextBox 17"/>
          <p:cNvSpPr txBox="1">
            <a:spLocks noChangeArrowheads="1"/>
          </p:cNvSpPr>
          <p:nvPr/>
        </p:nvSpPr>
        <p:spPr bwMode="auto">
          <a:xfrm>
            <a:off x="6365175" y="2791212"/>
            <a:ext cx="2159700" cy="1223412"/>
          </a:xfrm>
          <a:prstGeom prst="rect">
            <a:avLst/>
          </a:prstGeom>
          <a:noFill/>
          <a:ln w="9525">
            <a:noFill/>
            <a:miter lim="800000"/>
            <a:headEnd/>
            <a:tailEnd/>
          </a:ln>
        </p:spPr>
        <p:txBody>
          <a:bodyPr wrap="square">
            <a:spAutoFit/>
          </a:bodyPr>
          <a:lstStyle/>
          <a:p>
            <a:r>
              <a:rPr kumimoji="0" lang="en-US" sz="1050" b="0" i="0" u="none" strike="noStrike" kern="0" cap="none" spc="0" normalizeH="0" baseline="0" noProof="0" dirty="0">
                <a:ln>
                  <a:noFill/>
                </a:ln>
                <a:effectLst/>
                <a:uLnTx/>
                <a:uFillTx/>
              </a:rPr>
              <a:t>IT-Personal und IT-Support müssen dem Bedarf angemessen sein, mit den erforderlichen Kompetenzen sowie Karrierepfaden und Bindungskonzepten für die Mitarbeitenden.</a:t>
            </a:r>
          </a:p>
        </p:txBody>
      </p:sp>
      <p:sp>
        <p:nvSpPr>
          <p:cNvPr id="48" name="TextBox 18"/>
          <p:cNvSpPr txBox="1">
            <a:spLocks noChangeArrowheads="1"/>
          </p:cNvSpPr>
          <p:nvPr/>
        </p:nvSpPr>
        <p:spPr bwMode="auto">
          <a:xfrm>
            <a:off x="177800" y="2755493"/>
            <a:ext cx="2592288" cy="1223412"/>
          </a:xfrm>
          <a:prstGeom prst="rect">
            <a:avLst/>
          </a:prstGeom>
          <a:noFill/>
          <a:ln w="9525">
            <a:noFill/>
            <a:miter lim="800000"/>
            <a:headEnd/>
            <a:tailEnd/>
          </a:ln>
        </p:spPr>
        <p:txBody>
          <a:bodyPr wrap="square">
            <a:spAutoFit/>
          </a:bodyPr>
          <a:lstStyle/>
          <a:p>
            <a:r>
              <a:rPr kumimoji="0" lang="en-US" sz="1050" b="0" i="0" u="none" strike="noStrike" kern="0" cap="none" spc="0" normalizeH="0" baseline="0" noProof="0" dirty="0">
                <a:ln>
                  <a:noFill/>
                </a:ln>
                <a:effectLst/>
                <a:uLnTx/>
                <a:uFillTx/>
              </a:rPr>
              <a:t>IT-Systeme müssen für die Geschäftsanforderungen geeignet sein, Daten müssen gut verwaltet und zugänglich sein, und die Infrastruktur muss wirksam überwacht und gewartet werden.</a:t>
            </a:r>
          </a:p>
          <a:p>
            <a:r>
              <a:rPr kumimoji="0" lang="en-US" sz="1050" b="0" i="0" u="none" strike="noStrike" kern="0" cap="none" spc="0" normalizeH="0" baseline="0" noProof="0" dirty="0">
                <a:ln>
                  <a:noFill/>
                </a:ln>
                <a:effectLst/>
                <a:uLnTx/>
                <a:uFillTx/>
              </a:rPr>
              <a:t/>
            </a:r>
          </a:p>
          <a:p>
            <a:r>
              <a:rPr kumimoji="0" lang="en-US" sz="1050" b="0" i="0" u="none" strike="noStrike" kern="0" cap="none" spc="0" normalizeH="0" baseline="0" noProof="0" dirty="0">
                <a:ln>
                  <a:noFill/>
                </a:ln>
                <a:effectLst/>
                <a:uLnTx/>
                <a:uFillTx/>
              </a:rPr>
              <a:t/>
            </a:r>
          </a:p>
        </p:txBody>
      </p:sp>
    </p:spTree>
    <p:extLst>
      <p:ext uri="{BB962C8B-B14F-4D97-AF65-F5344CB8AC3E}">
        <p14:creationId xmlns:p14="http://schemas.microsoft.com/office/powerpoint/2010/main" val="35688149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Der Weg – die Entwicklung einer Digitalstrategie</a:t>
            </a:r>
          </a:p>
        </p:txBody>
      </p:sp>
      <p:pic>
        <p:nvPicPr>
          <p:cNvPr id="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3134" y="851212"/>
            <a:ext cx="6041496" cy="405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69655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smtClean="0"/>
              <a:t>Wie man digitale Transformation angeht</a:t>
            </a:r>
          </a:p>
        </p:txBody>
      </p:sp>
      <p:sp>
        <p:nvSpPr>
          <p:cNvPr id="3" name="Content Placeholder 2"/>
          <p:cNvSpPr>
            <a:spLocks noGrp="1"/>
          </p:cNvSpPr>
          <p:nvPr>
            <p:ph sz="quarter" idx="16"/>
          </p:nvPr>
        </p:nvSpPr>
        <p:spPr>
          <a:xfrm>
            <a:off x="251519" y="864809"/>
            <a:ext cx="6476827" cy="3527425"/>
          </a:xfrm>
        </p:spPr>
        <p:txBody>
          <a:bodyPr>
            <a:noAutofit/>
          </a:bodyPr>
          <a:lstStyle/>
          <a:p>
            <a:r>
              <a:rPr lang="en-US" sz="1200" b="1" dirty="0" smtClean="0"/>
              <a:t>Aus unserer Erfahrung mit digitaler Transformation sind die folgenden Faktoren entscheidend für den Erfolg:</a:t>
            </a:r>
          </a:p>
        </p:txBody>
      </p:sp>
      <p:graphicFrame>
        <p:nvGraphicFramePr>
          <p:cNvPr id="5" name="Diagram 4"/>
          <p:cNvGraphicFramePr/>
          <p:nvPr>
            <p:extLst>
              <p:ext uri="{D42A27DB-BD31-4B8C-83A1-F6EECF244321}">
                <p14:modId xmlns:p14="http://schemas.microsoft.com/office/powerpoint/2010/main" val="4221701148"/>
              </p:ext>
            </p:extLst>
          </p:nvPr>
        </p:nvGraphicFramePr>
        <p:xfrm>
          <a:off x="1496857" y="1187289"/>
          <a:ext cx="5695666" cy="3633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own Arrow 3"/>
          <p:cNvSpPr/>
          <p:nvPr/>
        </p:nvSpPr>
        <p:spPr>
          <a:xfrm>
            <a:off x="887257" y="1330657"/>
            <a:ext cx="477672" cy="3418764"/>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33556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118570" y="3815219"/>
            <a:ext cx="4536504" cy="338554"/>
          </a:xfrm>
          <a:prstGeom prst="rect">
            <a:avLst/>
          </a:prstGeom>
          <a:noFill/>
        </p:spPr>
        <p:txBody>
          <a:bodyPr wrap="square" rtlCol="0">
            <a:spAutoFit/>
          </a:bodyPr>
          <a:lstStyle/>
          <a:p>
            <a:r>
              <a:rPr lang="en-GB" sz="2400" baseline="30000" dirty="0">
                <a:solidFill>
                  <a:schemeClr val="bg1"/>
                </a:solidFill>
              </a:rPr>
              <a:t>Zusammenarbeit. Verständnis. Ideen und Erkenntnisse.</a:t>
            </a:r>
          </a:p>
        </p:txBody>
      </p:sp>
      <p:pic>
        <p:nvPicPr>
          <p:cNvPr id="3074" name="Picture 2" descr="Z:\RSM International\1 Design\2015\Brand\Icons and illustrations\PNGs for powerpoint\collab-ideas-insight.png"/>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862261" y="449075"/>
            <a:ext cx="2954590" cy="3120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25360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4000" y="356526"/>
            <a:ext cx="8696325" cy="4185761"/>
          </a:xfrm>
          <a:prstGeom prst="rect">
            <a:avLst/>
          </a:prstGeom>
        </p:spPr>
        <p:txBody>
          <a:bodyPr wrap="square">
            <a:spAutoFit/>
          </a:bodyPr>
          <a:lstStyle/>
          <a:p>
            <a:r>
              <a:rPr lang="de-DE" sz="1100" dirty="0">
                <a:solidFill>
                  <a:srgbClr val="63666A"/>
                </a:solidFill>
              </a:rPr>
              <a:t>RSM 25 Farringdon Street London EC4A 4AB</a:t>
            </a:r>
          </a:p>
          <a:p>
            <a:r>
              <a:rPr lang="de-DE" sz="1100" dirty="0">
                <a:solidFill>
                  <a:srgbClr val="63666A"/>
                </a:solidFill>
              </a:rPr>
              <a:t/>
            </a:r>
          </a:p>
          <a:p>
            <a:r>
              <a:rPr lang="de-DE" sz="1100" dirty="0">
                <a:solidFill>
                  <a:srgbClr val="63666A"/>
                </a:solidFill>
              </a:rPr>
              <a:t>rsmuk.com</a:t>
            </a:r>
          </a:p>
          <a:p>
            <a:r>
              <a:rPr lang="de-DE" sz="1100" dirty="0">
                <a:solidFill>
                  <a:srgbClr val="63666A"/>
                </a:solidFill>
              </a:rPr>
              <a:t/>
            </a:r>
          </a:p>
          <a:p>
            <a:r>
              <a:rPr lang="de-DE" sz="1100" dirty="0">
                <a:solidFill>
                  <a:srgbClr val="63666A"/>
                </a:solidFill>
              </a:rPr>
              <a:t>Die Gruppe von Unternehmen und LLPs im Vereinigten Königreich, die unter dem Namen RSM firmieren, ist Mitglied des RSM-Netzwerks. RSM ist der Handelsname, der von den Mitgliedern des RSM-Netzwerks verwendet wird. Jedes Mitglied des RSM-Netzwerks ist eine unabhängige Wirtschaftsprüfungs- und Beratungsgesellschaft, die jeweils im eigenen Namen tätig ist. Das RSM-Netzwerk ist selbst keine eigenständige juristische Person gleich welcher Art in irgendeiner Rechtsordnung. Das RSM-Netzwerk wird von RSM International Limited verwaltet, einer in England und Wales registrierten Gesellschaft (Handelsregisternummer 4040598) mit Sitz in 11 Old Jewry, London EC2R 8DU. Die Marke und das Warenzeichen RSM sowie andere von den Mitgliedern des Netzwerks genutzte geistige Eigentumsrechte sind Eigentum der RSM International Association, einer Vereinigung nach Artikel 60 ff. des Schweizerischen Zivilgesetzbuchs mit Sitz in Zug.</a:t>
            </a:r>
          </a:p>
          <a:p>
            <a:r>
              <a:rPr lang="de-DE" sz="1100" dirty="0">
                <a:solidFill>
                  <a:srgbClr val="63666A"/>
                </a:solidFill>
              </a:rPr>
              <a:t/>
            </a:r>
          </a:p>
          <a:p>
            <a:r>
              <a:rPr lang="de-DE" sz="1100" dirty="0">
                <a:solidFill>
                  <a:srgbClr val="63666A"/>
                </a:solidFill>
              </a:rPr>
              <a:t>RSM UK Consulting LLP, RSM Corporate Finance LLP, RSM Restructuring Advisory LLP, RSM Risk Assurance Services LLP, RSM Tax and Advisory Services LLP, RSM UK Audit LLP und RSM UK Tax and Accounting Limited sind nicht nach dem Financial Services and Markets Act 2000 zugelassen, wir sind jedoch unter bestimmten Umständen in der Lage, ein begrenztes Spektrum an Anlagedienstleistungen anzubieten, da wir Mitglieder des Institute of Chartered Accountants in England and Wales sind. Wir können diese Anlagedienstleistungen erbringen, wenn sie ein untergeordneter Bestandteil der von uns beauftragten professionellen Dienstleistungen sind. Baker Tilly Creditor Services LLP ist von der Financial Conduct Authority für kreditbezogene regulierte Tätigkeiten zugelassen und wird von dieser beaufsichtigt. RSM Co (UK) Limited ist von der Financial Conduct Authority zugelassen und wird von dieser beaufsichtigt, um ein Spektrum von Anlagegeschäften durchzuführen. Obwohl alle Anstrengungen unternommen wurden, um die Richtigkeit sicherzustellen, sind die in dieser Mitteilung enthaltenen Informationen möglicherweise nicht vollständig, und Empfänger sollten nicht ohne professionelle Beratung darauf vertrauen.</a:t>
            </a:r>
          </a:p>
          <a:p>
            <a:r>
              <a:rPr lang="de-DE" sz="1100" dirty="0">
                <a:solidFill>
                  <a:srgbClr val="63666A"/>
                </a:solidFill>
              </a:rPr>
              <a:t/>
            </a:r>
          </a:p>
          <a:p>
            <a:r>
              <a:rPr lang="de-DE" sz="1100" dirty="0">
                <a:solidFill>
                  <a:srgbClr val="63666A"/>
                </a:solidFill>
              </a:rPr>
              <a:t>© 2016 RSM UK Group LLP, alle Rechte vorbehalten.</a:t>
            </a:r>
          </a:p>
        </p:txBody>
      </p:sp>
    </p:spTree>
    <p:extLst>
      <p:ext uri="{BB962C8B-B14F-4D97-AF65-F5344CB8AC3E}">
        <p14:creationId xmlns:p14="http://schemas.microsoft.com/office/powerpoint/2010/main" val="2234750485"/>
      </p:ext>
    </p:extLst>
  </p:cSld>
  <p:clrMapOvr>
    <a:masterClrMapping/>
  </p:clrMapOvr>
  <p:timing>
    <p:tnLst>
      <p:par>
        <p:cTn id="1" dur="indefinite" restart="never" nodeType="tmRoot"/>
      </p:par>
    </p:tnLst>
  </p:timing>
</p:sld>
</file>

<file path=ppt/theme/theme1.xml><?xml version="1.0" encoding="utf-8"?>
<a:theme xmlns:a="http://schemas.openxmlformats.org/drawingml/2006/main" name="16.9 Quick_presentation">
  <a:themeElements>
    <a:clrScheme name="RSM">
      <a:dk1>
        <a:srgbClr val="63666A"/>
      </a:dk1>
      <a:lt1>
        <a:sysClr val="window" lastClr="FFFFFF"/>
      </a:lt1>
      <a:dk2>
        <a:srgbClr val="888B8D"/>
      </a:dk2>
      <a:lt2>
        <a:srgbClr val="DCDDDE"/>
      </a:lt2>
      <a:accent1>
        <a:srgbClr val="009CDE"/>
      </a:accent1>
      <a:accent2>
        <a:srgbClr val="3F9C35"/>
      </a:accent2>
      <a:accent3>
        <a:srgbClr val="34A798"/>
      </a:accent3>
      <a:accent4>
        <a:srgbClr val="9F5CC0"/>
      </a:accent4>
      <a:accent5>
        <a:srgbClr val="F1B434"/>
      </a:accent5>
      <a:accent6>
        <a:srgbClr val="E40046"/>
      </a:accent6>
      <a:hlink>
        <a:srgbClr val="009CDE"/>
      </a:hlink>
      <a:folHlink>
        <a:srgbClr val="63666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16.9 Quick_presentation</Template>
  <TotalTime>2216</TotalTime>
  <Words>542</Words>
  <Application>Microsoft Office PowerPoint</Application>
  <PresentationFormat>On-screen Show (16:9)</PresentationFormat>
  <Paragraphs>85</Paragraphs>
  <Slides>12</Slides>
  <Notes>7</Notes>
  <HiddenSlides>1</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16.9 Quick_presentation</vt:lpstr>
      <vt:lpstr>PowerPoint Presentation</vt:lpstr>
      <vt:lpstr>PowerPoint Presentation</vt:lpstr>
      <vt:lpstr>PowerPoint Presentation</vt:lpstr>
      <vt:lpstr>PowerPoint Presentation</vt:lpstr>
      <vt:lpstr>PowerPoint Presentation</vt:lpstr>
      <vt:lpstr>IT Strategy</vt:lpstr>
      <vt:lpstr>PowerPoint Presentation</vt:lpstr>
      <vt:lpstr>PowerPoint Presentation</vt:lpstr>
      <vt:lpstr>PowerPoint Presentation</vt:lpstr>
      <vt:lpstr>PowerPoint Presentation</vt:lpstr>
      <vt:lpstr>PowerPoint Presentation</vt:lpstr>
      <vt:lpstr>PowerPoint Presentation</vt:lpstr>
    </vt:vector>
  </TitlesOfParts>
  <Company>RSM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Knowles Chris</dc:creator>
  <cp:lastModifiedBy>Hipple Frances</cp:lastModifiedBy>
  <cp:revision>63</cp:revision>
  <cp:lastPrinted>2016-06-29T14:37:19Z</cp:lastPrinted>
  <dcterms:created xsi:type="dcterms:W3CDTF">2016-01-18T07:06:48Z</dcterms:created>
  <dcterms:modified xsi:type="dcterms:W3CDTF">2016-07-01T09:44:23Z</dcterms:modified>
</cp:coreProperties>
</file>