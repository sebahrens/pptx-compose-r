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r>
              <a:rPr lang="en-US"/>
              <a:t>Media fixture with image</a:t>
            </a:r>
          </a:p>
        </p:txBody>
      </p:sp>
      <p:pic>
        <p:nvPicPr>
          <p:cNvPr id="3" name="Fixture image" descr="Fixture media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914400"/>
          </a:xfrm>
          <a:prstGeom prst="rect">
            <a:avLst/>
          </a:prstGeom>
        </p:spPr>
      </p:pic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Fixture media deck</Application>
</Properties>
</file>

<file path=docProps/core.xml><?xml version="1.0" encoding="utf-8"?>
<cp:coreProperties xmlns:cp="http://schemas.openxmlformats.org/package/2006/metadata/core-properties" xmlns:dc="http://purl.org/dc/elements/1.1/">
  <dc:title>pptx-compose Fixture media deck fixture</dc:title>
  <dc:creator>pptx-compose fixture corpus</dc:creator>
</cp:coreProperties>
</file>