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mc="http://schemas.openxmlformats.org/markup-compatibility/2006" mc:Ignorable="mc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914400" y="457200"/>
            <a:ext cx="7315200" cy="914400"/>
          </a:xfrm>
        </p:spPr>
        <p:txBody>
          <a:bodyPr/>
          <a:lstStyle/>
          <a:p>
            <a:r>
              <a:rPr lang="en-US"/>
              <a:t>Google Slides source-family fixture</a:t>
            </a:r>
          </a:p>
        </p:txBody>
      </p:sp>
      <mc:AlternateContent>
        <mc:Choice Requires="p">
          <p:sp>
            <p:nvSpPr>
              <p:cNvPr id="6" name="Alternate"/>
              <p:cNvSpPr/>
              <p:nvPr/>
            </p:nvSpPr>
            <p:spPr/>
            <p:txBody>
              <a:bodyPr/>
              <a:lstStyle/>
              <a:p>
                <a:r>
                  <a:t>Alternate choice</a:t>
                </a:r>
              </a:p>
            </p:txBody>
          </p:sp>
        </mc:Choice>
        <mc:Fallback/>
      </mc:AlternateContent>
    </p:spTree>
  </p:cSld>
</p:sld>
</file>

<file path=docProps/app.xml><?xml version="1.0" encoding="utf-8"?>
<Properties xmlns="http://schemas.openxmlformats.org/officeDocument/2006/extended-properties" xmlns:vt="http://schemas.openxmlformats.org/officeDocument/2006/docPropsVTypes">
  <Application>Google Slides</Application>
</Properties>
</file>

<file path=docProps/core.xml><?xml version="1.0" encoding="utf-8"?>
<cp:coreProperties xmlns:cp="http://schemas.openxmlformats.org/package/2006/metadata/core-properties" xmlns:dc="http://purl.org/dc/elements/1.1/">
  <dc:title>pptx-compose Google Slides fixture</dc:title>
  <dc:creator>pptx-compose fixture corpus</dc:creator>
</cp:coreProperties>
</file>